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133"/>
  </p:notesMasterIdLst>
  <p:handoutMasterIdLst>
    <p:handoutMasterId r:id="rId134"/>
  </p:handoutMasterIdLst>
  <p:sldIdLst>
    <p:sldId id="256" r:id="rId2"/>
    <p:sldId id="257" r:id="rId3"/>
    <p:sldId id="619" r:id="rId4"/>
    <p:sldId id="620" r:id="rId5"/>
    <p:sldId id="621" r:id="rId6"/>
    <p:sldId id="837" r:id="rId7"/>
    <p:sldId id="838" r:id="rId8"/>
    <p:sldId id="622" r:id="rId9"/>
    <p:sldId id="623" r:id="rId10"/>
    <p:sldId id="834" r:id="rId11"/>
    <p:sldId id="624" r:id="rId12"/>
    <p:sldId id="625" r:id="rId13"/>
    <p:sldId id="626" r:id="rId14"/>
    <p:sldId id="627" r:id="rId15"/>
    <p:sldId id="628" r:id="rId16"/>
    <p:sldId id="629" r:id="rId17"/>
    <p:sldId id="847" r:id="rId18"/>
    <p:sldId id="848" r:id="rId19"/>
    <p:sldId id="850" r:id="rId20"/>
    <p:sldId id="630" r:id="rId21"/>
    <p:sldId id="631" r:id="rId22"/>
    <p:sldId id="632" r:id="rId23"/>
    <p:sldId id="633" r:id="rId24"/>
    <p:sldId id="634" r:id="rId25"/>
    <p:sldId id="635" r:id="rId26"/>
    <p:sldId id="636" r:id="rId27"/>
    <p:sldId id="637" r:id="rId28"/>
    <p:sldId id="844" r:id="rId29"/>
    <p:sldId id="638" r:id="rId30"/>
    <p:sldId id="639" r:id="rId31"/>
    <p:sldId id="640" r:id="rId32"/>
    <p:sldId id="641" r:id="rId33"/>
    <p:sldId id="642" r:id="rId34"/>
    <p:sldId id="643" r:id="rId35"/>
    <p:sldId id="644" r:id="rId36"/>
    <p:sldId id="645" r:id="rId37"/>
    <p:sldId id="646" r:id="rId38"/>
    <p:sldId id="647" r:id="rId39"/>
    <p:sldId id="648" r:id="rId40"/>
    <p:sldId id="649" r:id="rId41"/>
    <p:sldId id="650" r:id="rId42"/>
    <p:sldId id="651" r:id="rId43"/>
    <p:sldId id="652" r:id="rId44"/>
    <p:sldId id="653" r:id="rId45"/>
    <p:sldId id="654" r:id="rId46"/>
    <p:sldId id="655" r:id="rId47"/>
    <p:sldId id="656" r:id="rId48"/>
    <p:sldId id="657" r:id="rId49"/>
    <p:sldId id="658" r:id="rId50"/>
    <p:sldId id="659" r:id="rId51"/>
    <p:sldId id="660" r:id="rId52"/>
    <p:sldId id="661" r:id="rId53"/>
    <p:sldId id="662" r:id="rId54"/>
    <p:sldId id="663" r:id="rId55"/>
    <p:sldId id="664" r:id="rId56"/>
    <p:sldId id="665" r:id="rId57"/>
    <p:sldId id="666" r:id="rId58"/>
    <p:sldId id="667" r:id="rId59"/>
    <p:sldId id="668" r:id="rId60"/>
    <p:sldId id="669" r:id="rId61"/>
    <p:sldId id="670" r:id="rId62"/>
    <p:sldId id="671" r:id="rId63"/>
    <p:sldId id="672" r:id="rId64"/>
    <p:sldId id="673" r:id="rId65"/>
    <p:sldId id="674" r:id="rId66"/>
    <p:sldId id="675" r:id="rId67"/>
    <p:sldId id="676" r:id="rId68"/>
    <p:sldId id="677" r:id="rId69"/>
    <p:sldId id="678" r:id="rId70"/>
    <p:sldId id="679" r:id="rId71"/>
    <p:sldId id="680" r:id="rId72"/>
    <p:sldId id="681" r:id="rId73"/>
    <p:sldId id="682" r:id="rId74"/>
    <p:sldId id="683" r:id="rId75"/>
    <p:sldId id="684" r:id="rId76"/>
    <p:sldId id="685" r:id="rId77"/>
    <p:sldId id="686" r:id="rId78"/>
    <p:sldId id="687" r:id="rId79"/>
    <p:sldId id="688" r:id="rId80"/>
    <p:sldId id="689" r:id="rId81"/>
    <p:sldId id="690" r:id="rId82"/>
    <p:sldId id="566" r:id="rId83"/>
    <p:sldId id="567" r:id="rId84"/>
    <p:sldId id="568" r:id="rId85"/>
    <p:sldId id="569" r:id="rId86"/>
    <p:sldId id="551" r:id="rId87"/>
    <p:sldId id="573" r:id="rId88"/>
    <p:sldId id="574" r:id="rId89"/>
    <p:sldId id="575" r:id="rId90"/>
    <p:sldId id="617" r:id="rId91"/>
    <p:sldId id="576" r:id="rId92"/>
    <p:sldId id="578" r:id="rId93"/>
    <p:sldId id="579" r:id="rId94"/>
    <p:sldId id="577" r:id="rId95"/>
    <p:sldId id="582" r:id="rId96"/>
    <p:sldId id="572" r:id="rId97"/>
    <p:sldId id="580" r:id="rId98"/>
    <p:sldId id="581" r:id="rId99"/>
    <p:sldId id="585" r:id="rId100"/>
    <p:sldId id="586" r:id="rId101"/>
    <p:sldId id="583" r:id="rId102"/>
    <p:sldId id="588" r:id="rId103"/>
    <p:sldId id="589" r:id="rId104"/>
    <p:sldId id="587" r:id="rId105"/>
    <p:sldId id="618" r:id="rId106"/>
    <p:sldId id="590" r:id="rId107"/>
    <p:sldId id="592" r:id="rId108"/>
    <p:sldId id="593" r:id="rId109"/>
    <p:sldId id="594" r:id="rId110"/>
    <p:sldId id="591" r:id="rId111"/>
    <p:sldId id="595" r:id="rId112"/>
    <p:sldId id="600" r:id="rId113"/>
    <p:sldId id="601" r:id="rId114"/>
    <p:sldId id="599" r:id="rId115"/>
    <p:sldId id="782" r:id="rId116"/>
    <p:sldId id="783" r:id="rId117"/>
    <p:sldId id="845" r:id="rId118"/>
    <p:sldId id="603" r:id="rId119"/>
    <p:sldId id="604" r:id="rId120"/>
    <p:sldId id="605" r:id="rId121"/>
    <p:sldId id="606" r:id="rId122"/>
    <p:sldId id="607" r:id="rId123"/>
    <p:sldId id="608" r:id="rId124"/>
    <p:sldId id="609" r:id="rId125"/>
    <p:sldId id="610" r:id="rId126"/>
    <p:sldId id="611" r:id="rId127"/>
    <p:sldId id="612" r:id="rId128"/>
    <p:sldId id="613" r:id="rId129"/>
    <p:sldId id="614" r:id="rId130"/>
    <p:sldId id="615" r:id="rId131"/>
    <p:sldId id="616" r:id="rId132"/>
  </p:sldIdLst>
  <p:sldSz cx="9144000" cy="6858000" type="screen4x3"/>
  <p:notesSz cx="7099300" cy="10234613"/>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5FFFF"/>
    <a:srgbClr val="009999"/>
    <a:srgbClr val="6699FF"/>
    <a:srgbClr val="00CC99"/>
    <a:srgbClr val="FFCC00"/>
    <a:srgbClr val="CCFFCC"/>
    <a:srgbClr val="66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5529" autoAdjust="0"/>
  </p:normalViewPr>
  <p:slideViewPr>
    <p:cSldViewPr>
      <p:cViewPr varScale="1">
        <p:scale>
          <a:sx n="138" d="100"/>
          <a:sy n="138" d="100"/>
        </p:scale>
        <p:origin x="2454" y="132"/>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17748"/>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CE5A58FE-8E59-A25D-5AA1-17C6429BD92A}"/>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eaLnBrk="1" hangingPunct="1">
              <a:defRPr sz="1300"/>
            </a:lvl1pPr>
          </a:lstStyle>
          <a:p>
            <a:pPr>
              <a:defRPr/>
            </a:pPr>
            <a:endParaRPr lang="en-US" altLang="zh-CN"/>
          </a:p>
        </p:txBody>
      </p:sp>
      <p:sp>
        <p:nvSpPr>
          <p:cNvPr id="84995" name="Rectangle 3">
            <a:extLst>
              <a:ext uri="{FF2B5EF4-FFF2-40B4-BE49-F238E27FC236}">
                <a16:creationId xmlns:a16="http://schemas.microsoft.com/office/drawing/2014/main" id="{A3064772-712B-D3B0-51F7-A5DE84CFD335}"/>
              </a:ext>
            </a:extLst>
          </p:cNvPr>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eaLnBrk="1" hangingPunct="1">
              <a:defRPr sz="1300"/>
            </a:lvl1pPr>
          </a:lstStyle>
          <a:p>
            <a:pPr>
              <a:defRPr/>
            </a:pPr>
            <a:endParaRPr lang="en-US" altLang="zh-CN"/>
          </a:p>
        </p:txBody>
      </p:sp>
      <p:sp>
        <p:nvSpPr>
          <p:cNvPr id="84996" name="Rectangle 4">
            <a:extLst>
              <a:ext uri="{FF2B5EF4-FFF2-40B4-BE49-F238E27FC236}">
                <a16:creationId xmlns:a16="http://schemas.microsoft.com/office/drawing/2014/main" id="{238CA203-73ED-3C87-DBCC-E35CB23894AD}"/>
              </a:ext>
            </a:extLst>
          </p:cNvPr>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eaLnBrk="1" hangingPunct="1">
              <a:defRPr sz="1300"/>
            </a:lvl1pPr>
          </a:lstStyle>
          <a:p>
            <a:pPr>
              <a:defRPr/>
            </a:pPr>
            <a:endParaRPr lang="en-US" altLang="zh-CN"/>
          </a:p>
        </p:txBody>
      </p:sp>
      <p:sp>
        <p:nvSpPr>
          <p:cNvPr id="84997" name="Rectangle 5">
            <a:extLst>
              <a:ext uri="{FF2B5EF4-FFF2-40B4-BE49-F238E27FC236}">
                <a16:creationId xmlns:a16="http://schemas.microsoft.com/office/drawing/2014/main" id="{60B4462D-4781-342D-9555-B8AB8F3DCE86}"/>
              </a:ext>
            </a:extLst>
          </p:cNvPr>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eaLnBrk="1" hangingPunct="1">
              <a:defRPr sz="1300"/>
            </a:lvl1pPr>
          </a:lstStyle>
          <a:p>
            <a:pPr>
              <a:defRPr/>
            </a:pPr>
            <a:fld id="{314C4DAC-DD68-4DE7-9773-F4D21CFDDF8C}"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CFB2785-CC70-27F1-C44D-B1058BDB8B41}"/>
              </a:ext>
            </a:extLst>
          </p:cNvPr>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eaLnBrk="1" hangingPunct="1">
              <a:defRPr sz="1300"/>
            </a:lvl1pPr>
          </a:lstStyle>
          <a:p>
            <a:pPr>
              <a:defRPr/>
            </a:pPr>
            <a:endParaRPr lang="en-US" altLang="zh-CN"/>
          </a:p>
        </p:txBody>
      </p:sp>
      <p:sp>
        <p:nvSpPr>
          <p:cNvPr id="27651" name="Rectangle 3">
            <a:extLst>
              <a:ext uri="{FF2B5EF4-FFF2-40B4-BE49-F238E27FC236}">
                <a16:creationId xmlns:a16="http://schemas.microsoft.com/office/drawing/2014/main" id="{78BF406E-09D5-E363-55E6-277AED221F12}"/>
              </a:ext>
            </a:extLst>
          </p:cNvPr>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eaLnBrk="1" hangingPunct="1">
              <a:defRPr sz="1300"/>
            </a:lvl1pPr>
          </a:lstStyle>
          <a:p>
            <a:pPr>
              <a:defRPr/>
            </a:pPr>
            <a:endParaRPr lang="en-US" altLang="zh-CN"/>
          </a:p>
        </p:txBody>
      </p:sp>
      <p:sp>
        <p:nvSpPr>
          <p:cNvPr id="12292" name="Rectangle 4">
            <a:extLst>
              <a:ext uri="{FF2B5EF4-FFF2-40B4-BE49-F238E27FC236}">
                <a16:creationId xmlns:a16="http://schemas.microsoft.com/office/drawing/2014/main" id="{63FBE64A-155C-ED57-645B-2D5126AFE0CC}"/>
              </a:ext>
            </a:extLst>
          </p:cNvPr>
          <p:cNvSpPr>
            <a:spLocks noGrp="1" noRot="1" noChangeAspect="1" noChangeArrowheads="1" noTextEdit="1"/>
          </p:cNvSpPr>
          <p:nvPr>
            <p:ph type="sldImg" idx="2"/>
          </p:nvPr>
        </p:nvSpPr>
        <p:spPr bwMode="auto">
          <a:xfrm>
            <a:off x="992188" y="768350"/>
            <a:ext cx="51165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106E0882-8A52-AD0C-9592-A46AE4D08B11}"/>
              </a:ext>
            </a:extLst>
          </p:cNvPr>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CB8B41DF-305B-9C2F-62D3-172EC727C4DE}"/>
              </a:ext>
            </a:extLst>
          </p:cNvPr>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eaLnBrk="1" hangingPunct="1">
              <a:defRPr sz="1300"/>
            </a:lvl1pPr>
          </a:lstStyle>
          <a:p>
            <a:pPr>
              <a:defRPr/>
            </a:pPr>
            <a:endParaRPr lang="en-US" altLang="zh-CN"/>
          </a:p>
        </p:txBody>
      </p:sp>
      <p:sp>
        <p:nvSpPr>
          <p:cNvPr id="27655" name="Rectangle 7">
            <a:extLst>
              <a:ext uri="{FF2B5EF4-FFF2-40B4-BE49-F238E27FC236}">
                <a16:creationId xmlns:a16="http://schemas.microsoft.com/office/drawing/2014/main" id="{3563022A-F2CB-6391-0DCE-C93BC7F48B64}"/>
              </a:ext>
            </a:extLst>
          </p:cNvPr>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eaLnBrk="1" hangingPunct="1">
              <a:defRPr sz="1300"/>
            </a:lvl1pPr>
          </a:lstStyle>
          <a:p>
            <a:pPr>
              <a:defRPr/>
            </a:pPr>
            <a:fld id="{E6C6988D-D4B0-465D-9A1A-846EA1C479B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EDEC779E-F8A9-7071-E680-733EA1B3B59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63E79B0-1FF7-42CE-B348-EAD65C4AC388}" type="slidenum">
              <a:rPr lang="en-US" altLang="zh-CN" sz="1300" smtClean="0">
                <a:ea typeface="隶书" panose="02010509060101010101" pitchFamily="49" charset="-122"/>
              </a:rPr>
              <a:pPr>
                <a:spcBef>
                  <a:spcPct val="0"/>
                </a:spcBef>
              </a:pPr>
              <a:t>1</a:t>
            </a:fld>
            <a:endParaRPr lang="en-US" altLang="zh-CN" sz="1300">
              <a:ea typeface="隶书" panose="02010509060101010101" pitchFamily="49" charset="-122"/>
            </a:endParaRPr>
          </a:p>
        </p:txBody>
      </p:sp>
      <p:sp>
        <p:nvSpPr>
          <p:cNvPr id="15363" name="Rectangle 2">
            <a:extLst>
              <a:ext uri="{FF2B5EF4-FFF2-40B4-BE49-F238E27FC236}">
                <a16:creationId xmlns:a16="http://schemas.microsoft.com/office/drawing/2014/main" id="{F209CBF5-3C94-8B5A-4443-5A056FD19FF7}"/>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9A8D2A70-2B3C-61F9-8746-2BBCD3EF311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52C30AB6-8702-9612-9C0B-F15AE0A0883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7677CEF-D8F7-423E-AB9E-48DA4799D153}" type="slidenum">
              <a:rPr lang="en-US" altLang="zh-CN" sz="1300" smtClean="0">
                <a:ea typeface="隶书" panose="02010509060101010101" pitchFamily="49" charset="-122"/>
              </a:rPr>
              <a:pPr>
                <a:spcBef>
                  <a:spcPct val="0"/>
                </a:spcBef>
              </a:pPr>
              <a:t>2</a:t>
            </a:fld>
            <a:endParaRPr lang="en-US" altLang="zh-CN" sz="1300">
              <a:ea typeface="隶书" panose="02010509060101010101" pitchFamily="49" charset="-122"/>
            </a:endParaRPr>
          </a:p>
        </p:txBody>
      </p:sp>
      <p:sp>
        <p:nvSpPr>
          <p:cNvPr id="17411" name="Rectangle 2">
            <a:extLst>
              <a:ext uri="{FF2B5EF4-FFF2-40B4-BE49-F238E27FC236}">
                <a16:creationId xmlns:a16="http://schemas.microsoft.com/office/drawing/2014/main" id="{DF47E2EE-2357-661F-A055-8427FD66A8C2}"/>
              </a:ext>
            </a:extLst>
          </p:cNvPr>
          <p:cNvSpPr>
            <a:spLocks noGrp="1" noRot="1" noChangeAspect="1" noChangeArrowheads="1" noTextEdit="1"/>
          </p:cNvSpPr>
          <p:nvPr>
            <p:ph type="sldImg"/>
          </p:nvPr>
        </p:nvSpPr>
        <p:spPr>
          <a:ln/>
        </p:spPr>
      </p:sp>
      <p:sp>
        <p:nvSpPr>
          <p:cNvPr id="17412" name="Rectangle 4">
            <a:extLst>
              <a:ext uri="{FF2B5EF4-FFF2-40B4-BE49-F238E27FC236}">
                <a16:creationId xmlns:a16="http://schemas.microsoft.com/office/drawing/2014/main" id="{670148AF-9BE5-5F1D-0406-8E67D4BEAFD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37CBCF4B-FE92-E27D-FB02-9068AF1A0BC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A817215-894F-49B4-B209-A51B41988555}" type="slidenum">
              <a:rPr lang="en-US" altLang="zh-CN" sz="1300" smtClean="0">
                <a:ea typeface="隶书" panose="02010509060101010101" pitchFamily="49" charset="-122"/>
              </a:rPr>
              <a:pPr>
                <a:spcBef>
                  <a:spcPct val="0"/>
                </a:spcBef>
              </a:pPr>
              <a:t>3</a:t>
            </a:fld>
            <a:endParaRPr lang="en-US" altLang="zh-CN" sz="1300">
              <a:ea typeface="隶书" panose="02010509060101010101" pitchFamily="49" charset="-122"/>
            </a:endParaRPr>
          </a:p>
        </p:txBody>
      </p:sp>
      <p:sp>
        <p:nvSpPr>
          <p:cNvPr id="19459" name="Rectangle 2">
            <a:extLst>
              <a:ext uri="{FF2B5EF4-FFF2-40B4-BE49-F238E27FC236}">
                <a16:creationId xmlns:a16="http://schemas.microsoft.com/office/drawing/2014/main" id="{E718330C-FCC4-2BE5-6087-7051AA61CC3B}"/>
              </a:ext>
            </a:extLst>
          </p:cNvPr>
          <p:cNvSpPr>
            <a:spLocks noGrp="1" noRot="1" noChangeAspect="1" noChangeArrowheads="1" noTextEdit="1"/>
          </p:cNvSpPr>
          <p:nvPr>
            <p:ph type="sldImg"/>
          </p:nvPr>
        </p:nvSpPr>
        <p:spPr>
          <a:ln/>
        </p:spPr>
      </p:sp>
      <p:sp>
        <p:nvSpPr>
          <p:cNvPr id="19460" name="Rectangle 4">
            <a:extLst>
              <a:ext uri="{FF2B5EF4-FFF2-40B4-BE49-F238E27FC236}">
                <a16:creationId xmlns:a16="http://schemas.microsoft.com/office/drawing/2014/main" id="{8EA5AA49-D646-F0F7-C120-4A049146B28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32DD98F9-1979-51F0-90F7-6EBB99C1777F}"/>
              </a:ext>
            </a:extLst>
          </p:cNvPr>
          <p:cNvSpPr>
            <a:spLocks noGrp="1" noRot="1" noChangeAspect="1" noChangeArrowheads="1" noTextEdit="1"/>
          </p:cNvSpPr>
          <p:nvPr>
            <p:ph type="sldImg"/>
          </p:nvPr>
        </p:nvSpPr>
        <p:spPr>
          <a:ln/>
        </p:spPr>
      </p:sp>
      <p:sp>
        <p:nvSpPr>
          <p:cNvPr id="22531" name="备注占位符 2">
            <a:extLst>
              <a:ext uri="{FF2B5EF4-FFF2-40B4-BE49-F238E27FC236}">
                <a16:creationId xmlns:a16="http://schemas.microsoft.com/office/drawing/2014/main" id="{7EEBD1AA-28A9-A5F3-AA83-F4B5E27C757D}"/>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22532" name="灯片编号占位符 3">
            <a:extLst>
              <a:ext uri="{FF2B5EF4-FFF2-40B4-BE49-F238E27FC236}">
                <a16:creationId xmlns:a16="http://schemas.microsoft.com/office/drawing/2014/main" id="{5072CC9A-2E52-4491-65A8-8E448C6413F8}"/>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C127FF4-3A95-420F-82E4-3D59F7D78B93}" type="slidenum">
              <a:rPr lang="en-US" altLang="zh-CN" sz="1300" smtClean="0">
                <a:ea typeface="隶书" panose="02010509060101010101" pitchFamily="49" charset="-122"/>
              </a:rPr>
              <a:pPr>
                <a:spcBef>
                  <a:spcPct val="0"/>
                </a:spcBef>
              </a:pPr>
              <a:t>5</a:t>
            </a:fld>
            <a:endParaRPr lang="en-US" altLang="zh-CN" sz="1300">
              <a:ea typeface="隶书" panose="02010509060101010101" pitchFamily="49"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2A87EB9E-8AFC-C890-A93D-776502CE67C7}"/>
              </a:ext>
            </a:extLst>
          </p:cNvPr>
          <p:cNvSpPr>
            <a:spLocks noGrp="1" noRot="1" noChangeAspect="1" noChangeArrowheads="1" noTextEdit="1"/>
          </p:cNvSpPr>
          <p:nvPr>
            <p:ph type="sldImg"/>
          </p:nvPr>
        </p:nvSpPr>
        <p:spPr>
          <a:ln/>
        </p:spPr>
      </p:sp>
      <p:sp>
        <p:nvSpPr>
          <p:cNvPr id="28675" name="备注占位符 2">
            <a:extLst>
              <a:ext uri="{FF2B5EF4-FFF2-40B4-BE49-F238E27FC236}">
                <a16:creationId xmlns:a16="http://schemas.microsoft.com/office/drawing/2014/main" id="{62A3F145-932C-7B88-9C52-F95C2F2D5A4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28676" name="灯片编号占位符 3">
            <a:extLst>
              <a:ext uri="{FF2B5EF4-FFF2-40B4-BE49-F238E27FC236}">
                <a16:creationId xmlns:a16="http://schemas.microsoft.com/office/drawing/2014/main" id="{72C2B04C-7EF9-8606-876B-CD8167BCAE4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2C751FF0-4345-433D-94F5-418F80227580}" type="slidenum">
              <a:rPr lang="en-US" altLang="zh-CN" sz="1300" smtClean="0"/>
              <a:pPr/>
              <a:t>10</a:t>
            </a:fld>
            <a:endParaRPr lang="en-US" altLang="zh-CN"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441F1204-769B-1D90-5571-23F2A57BA2D2}"/>
              </a:ext>
            </a:extLst>
          </p:cNvPr>
          <p:cNvSpPr>
            <a:spLocks noGrp="1" noRot="1" noChangeAspect="1" noChangeArrowheads="1" noTextEdit="1"/>
          </p:cNvSpPr>
          <p:nvPr>
            <p:ph type="sldImg"/>
          </p:nvPr>
        </p:nvSpPr>
        <p:spPr>
          <a:ln/>
        </p:spPr>
      </p:sp>
      <p:sp>
        <p:nvSpPr>
          <p:cNvPr id="32771" name="备注占位符 2">
            <a:extLst>
              <a:ext uri="{FF2B5EF4-FFF2-40B4-BE49-F238E27FC236}">
                <a16:creationId xmlns:a16="http://schemas.microsoft.com/office/drawing/2014/main" id="{463EABE7-5E76-9F31-EBBB-6DFB98D049A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32772" name="灯片编号占位符 3">
            <a:extLst>
              <a:ext uri="{FF2B5EF4-FFF2-40B4-BE49-F238E27FC236}">
                <a16:creationId xmlns:a16="http://schemas.microsoft.com/office/drawing/2014/main" id="{3A074321-2195-E6CC-4A92-F842703A17E3}"/>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8DECED78-B558-4456-B8BE-70B06AB76424}" type="slidenum">
              <a:rPr lang="en-US" altLang="zh-CN" sz="1300" smtClean="0"/>
              <a:pPr/>
              <a:t>13</a:t>
            </a:fld>
            <a:endParaRPr lang="en-US" altLang="zh-CN"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1B443A93-763D-73F9-6083-C4F1B8247C01}"/>
              </a:ext>
            </a:extLst>
          </p:cNvPr>
          <p:cNvSpPr>
            <a:spLocks noGrp="1" noRot="1" noChangeAspect="1" noChangeArrowheads="1" noTextEdit="1"/>
          </p:cNvSpPr>
          <p:nvPr>
            <p:ph type="sldImg"/>
          </p:nvPr>
        </p:nvSpPr>
        <p:spPr>
          <a:ln/>
        </p:spPr>
      </p:sp>
      <p:sp>
        <p:nvSpPr>
          <p:cNvPr id="36867" name="备注占位符 2">
            <a:extLst>
              <a:ext uri="{FF2B5EF4-FFF2-40B4-BE49-F238E27FC236}">
                <a16:creationId xmlns:a16="http://schemas.microsoft.com/office/drawing/2014/main" id="{7B11A15D-591F-C165-1BC8-7ADC8CB3EC7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ltLang="zh-CN"/>
              <a:t>long long  8byte</a:t>
            </a:r>
            <a:endParaRPr lang="zh-CN" altLang="en-US"/>
          </a:p>
        </p:txBody>
      </p:sp>
      <p:sp>
        <p:nvSpPr>
          <p:cNvPr id="36868" name="灯片编号占位符 3">
            <a:extLst>
              <a:ext uri="{FF2B5EF4-FFF2-40B4-BE49-F238E27FC236}">
                <a16:creationId xmlns:a16="http://schemas.microsoft.com/office/drawing/2014/main" id="{0D824FF3-86DA-18E2-F2DB-B3C762E83DF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FFD5309D-82A3-4139-A11F-58CEEADCA5DC}" type="slidenum">
              <a:rPr lang="en-US" altLang="zh-CN" sz="1300" smtClean="0"/>
              <a:pPr/>
              <a:t>16</a:t>
            </a:fld>
            <a:endParaRPr lang="en-US" altLang="zh-CN"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1B443A93-763D-73F9-6083-C4F1B8247C01}"/>
              </a:ext>
            </a:extLst>
          </p:cNvPr>
          <p:cNvSpPr>
            <a:spLocks noGrp="1" noRot="1" noChangeAspect="1" noChangeArrowheads="1" noTextEdit="1"/>
          </p:cNvSpPr>
          <p:nvPr>
            <p:ph type="sldImg"/>
          </p:nvPr>
        </p:nvSpPr>
        <p:spPr>
          <a:ln/>
        </p:spPr>
      </p:sp>
      <p:sp>
        <p:nvSpPr>
          <p:cNvPr id="36867" name="备注占位符 2">
            <a:extLst>
              <a:ext uri="{FF2B5EF4-FFF2-40B4-BE49-F238E27FC236}">
                <a16:creationId xmlns:a16="http://schemas.microsoft.com/office/drawing/2014/main" id="{7B11A15D-591F-C165-1BC8-7ADC8CB3EC7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ltLang="zh-CN"/>
              <a:t>long long  8byte</a:t>
            </a:r>
            <a:endParaRPr lang="zh-CN" altLang="en-US"/>
          </a:p>
        </p:txBody>
      </p:sp>
      <p:sp>
        <p:nvSpPr>
          <p:cNvPr id="36868" name="灯片编号占位符 3">
            <a:extLst>
              <a:ext uri="{FF2B5EF4-FFF2-40B4-BE49-F238E27FC236}">
                <a16:creationId xmlns:a16="http://schemas.microsoft.com/office/drawing/2014/main" id="{0D824FF3-86DA-18E2-F2DB-B3C762E83DF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FFD5309D-82A3-4139-A11F-58CEEADCA5DC}" type="slidenum">
              <a:rPr lang="en-US" altLang="zh-CN" sz="1300" smtClean="0"/>
              <a:pPr/>
              <a:t>17</a:t>
            </a:fld>
            <a:endParaRPr lang="en-US" altLang="zh-CN" sz="1300"/>
          </a:p>
        </p:txBody>
      </p:sp>
    </p:spTree>
    <p:extLst>
      <p:ext uri="{BB962C8B-B14F-4D97-AF65-F5344CB8AC3E}">
        <p14:creationId xmlns:p14="http://schemas.microsoft.com/office/powerpoint/2010/main" val="3933509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1B443A93-763D-73F9-6083-C4F1B8247C01}"/>
              </a:ext>
            </a:extLst>
          </p:cNvPr>
          <p:cNvSpPr>
            <a:spLocks noGrp="1" noRot="1" noChangeAspect="1" noChangeArrowheads="1" noTextEdit="1"/>
          </p:cNvSpPr>
          <p:nvPr>
            <p:ph type="sldImg"/>
          </p:nvPr>
        </p:nvSpPr>
        <p:spPr>
          <a:ln/>
        </p:spPr>
      </p:sp>
      <p:sp>
        <p:nvSpPr>
          <p:cNvPr id="36867" name="备注占位符 2">
            <a:extLst>
              <a:ext uri="{FF2B5EF4-FFF2-40B4-BE49-F238E27FC236}">
                <a16:creationId xmlns:a16="http://schemas.microsoft.com/office/drawing/2014/main" id="{7B11A15D-591F-C165-1BC8-7ADC8CB3EC7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ltLang="zh-CN"/>
              <a:t>long long  8byte</a:t>
            </a:r>
            <a:endParaRPr lang="zh-CN" altLang="en-US"/>
          </a:p>
        </p:txBody>
      </p:sp>
      <p:sp>
        <p:nvSpPr>
          <p:cNvPr id="36868" name="灯片编号占位符 3">
            <a:extLst>
              <a:ext uri="{FF2B5EF4-FFF2-40B4-BE49-F238E27FC236}">
                <a16:creationId xmlns:a16="http://schemas.microsoft.com/office/drawing/2014/main" id="{0D824FF3-86DA-18E2-F2DB-B3C762E83DF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FFD5309D-82A3-4139-A11F-58CEEADCA5DC}" type="slidenum">
              <a:rPr lang="en-US" altLang="zh-CN" sz="1300" smtClean="0"/>
              <a:pPr/>
              <a:t>18</a:t>
            </a:fld>
            <a:endParaRPr lang="en-US" altLang="zh-CN" sz="1300"/>
          </a:p>
        </p:txBody>
      </p:sp>
    </p:spTree>
    <p:extLst>
      <p:ext uri="{BB962C8B-B14F-4D97-AF65-F5344CB8AC3E}">
        <p14:creationId xmlns:p14="http://schemas.microsoft.com/office/powerpoint/2010/main" val="818216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1B443A93-763D-73F9-6083-C4F1B8247C01}"/>
              </a:ext>
            </a:extLst>
          </p:cNvPr>
          <p:cNvSpPr>
            <a:spLocks noGrp="1" noRot="1" noChangeAspect="1" noChangeArrowheads="1" noTextEdit="1"/>
          </p:cNvSpPr>
          <p:nvPr>
            <p:ph type="sldImg"/>
          </p:nvPr>
        </p:nvSpPr>
        <p:spPr>
          <a:ln/>
        </p:spPr>
      </p:sp>
      <p:sp>
        <p:nvSpPr>
          <p:cNvPr id="36867" name="备注占位符 2">
            <a:extLst>
              <a:ext uri="{FF2B5EF4-FFF2-40B4-BE49-F238E27FC236}">
                <a16:creationId xmlns:a16="http://schemas.microsoft.com/office/drawing/2014/main" id="{7B11A15D-591F-C165-1BC8-7ADC8CB3EC7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ltLang="zh-CN"/>
              <a:t>long long  8byte</a:t>
            </a:r>
            <a:endParaRPr lang="zh-CN" altLang="en-US"/>
          </a:p>
        </p:txBody>
      </p:sp>
      <p:sp>
        <p:nvSpPr>
          <p:cNvPr id="36868" name="灯片编号占位符 3">
            <a:extLst>
              <a:ext uri="{FF2B5EF4-FFF2-40B4-BE49-F238E27FC236}">
                <a16:creationId xmlns:a16="http://schemas.microsoft.com/office/drawing/2014/main" id="{0D824FF3-86DA-18E2-F2DB-B3C762E83DF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FFD5309D-82A3-4139-A11F-58CEEADCA5DC}" type="slidenum">
              <a:rPr lang="en-US" altLang="zh-CN" sz="1300" smtClean="0"/>
              <a:pPr/>
              <a:t>19</a:t>
            </a:fld>
            <a:endParaRPr lang="en-US" altLang="zh-CN" sz="1300"/>
          </a:p>
        </p:txBody>
      </p:sp>
    </p:spTree>
    <p:extLst>
      <p:ext uri="{BB962C8B-B14F-4D97-AF65-F5344CB8AC3E}">
        <p14:creationId xmlns:p14="http://schemas.microsoft.com/office/powerpoint/2010/main" val="3399731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41739C33-0ABC-3B06-EB1C-23C6332A3A4E}"/>
              </a:ext>
            </a:extLst>
          </p:cNvPr>
          <p:cNvSpPr>
            <a:spLocks noGrp="1" noRot="1" noChangeAspect="1" noChangeArrowheads="1" noTextEdit="1"/>
          </p:cNvSpPr>
          <p:nvPr>
            <p:ph type="sldImg"/>
          </p:nvPr>
        </p:nvSpPr>
        <p:spPr>
          <a:ln/>
        </p:spPr>
      </p:sp>
      <p:sp>
        <p:nvSpPr>
          <p:cNvPr id="41987" name="备注占位符 2">
            <a:extLst>
              <a:ext uri="{FF2B5EF4-FFF2-40B4-BE49-F238E27FC236}">
                <a16:creationId xmlns:a16="http://schemas.microsoft.com/office/drawing/2014/main" id="{67BAF57F-876D-162D-08A0-EA875DA6A1F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ltLang="zh-CN"/>
              <a:t>\0ddd , \0xhh</a:t>
            </a:r>
            <a:endParaRPr lang="zh-CN" altLang="en-US"/>
          </a:p>
        </p:txBody>
      </p:sp>
      <p:sp>
        <p:nvSpPr>
          <p:cNvPr id="41988" name="灯片编号占位符 3">
            <a:extLst>
              <a:ext uri="{FF2B5EF4-FFF2-40B4-BE49-F238E27FC236}">
                <a16:creationId xmlns:a16="http://schemas.microsoft.com/office/drawing/2014/main" id="{2AA279C6-D129-6709-8231-AAB0D8DE62C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869C3421-DF32-4D40-9D73-2A2C8D5AAE0C}" type="slidenum">
              <a:rPr lang="en-US" altLang="zh-CN" sz="1300" smtClean="0"/>
              <a:pPr/>
              <a:t>23</a:t>
            </a:fld>
            <a:endParaRPr lang="en-US" altLang="zh-CN"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标准库 一堆最常用的函数 类等等 字符串操作 文件操作 时间操作 等等 </a:t>
            </a:r>
          </a:p>
        </p:txBody>
      </p:sp>
      <p:sp>
        <p:nvSpPr>
          <p:cNvPr id="4" name="灯片编号占位符 3"/>
          <p:cNvSpPr>
            <a:spLocks noGrp="1"/>
          </p:cNvSpPr>
          <p:nvPr>
            <p:ph type="sldNum" sz="quarter" idx="5"/>
          </p:nvPr>
        </p:nvSpPr>
        <p:spPr/>
        <p:txBody>
          <a:bodyPr/>
          <a:lstStyle/>
          <a:p>
            <a:pPr>
              <a:defRPr/>
            </a:pPr>
            <a:fld id="{E6C6988D-D4B0-465D-9A1A-846EA1C479B1}" type="slidenum">
              <a:rPr lang="en-US" altLang="zh-CN" smtClean="0"/>
              <a:pPr>
                <a:defRPr/>
              </a:pPr>
              <a:t>24</a:t>
            </a:fld>
            <a:endParaRPr lang="en-US" altLang="zh-CN"/>
          </a:p>
        </p:txBody>
      </p:sp>
    </p:spTree>
    <p:extLst>
      <p:ext uri="{BB962C8B-B14F-4D97-AF65-F5344CB8AC3E}">
        <p14:creationId xmlns:p14="http://schemas.microsoft.com/office/powerpoint/2010/main" val="3516086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A5EDA3DA-DE65-E032-BE0B-CEA6E2536629}"/>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8BE53E1-D155-4119-A0DE-FC9019AC3AB0}" type="slidenum">
              <a:rPr lang="en-US" altLang="zh-CN" sz="1300" smtClean="0">
                <a:ea typeface="隶书" panose="02010509060101010101" pitchFamily="49" charset="-122"/>
              </a:rPr>
              <a:pPr>
                <a:spcBef>
                  <a:spcPct val="0"/>
                </a:spcBef>
              </a:pPr>
              <a:t>26</a:t>
            </a:fld>
            <a:endParaRPr lang="en-US" altLang="zh-CN" sz="1300">
              <a:ea typeface="隶书" panose="02010509060101010101" pitchFamily="49" charset="-122"/>
            </a:endParaRPr>
          </a:p>
        </p:txBody>
      </p:sp>
      <p:sp>
        <p:nvSpPr>
          <p:cNvPr id="46083" name="Rectangle 2">
            <a:extLst>
              <a:ext uri="{FF2B5EF4-FFF2-40B4-BE49-F238E27FC236}">
                <a16:creationId xmlns:a16="http://schemas.microsoft.com/office/drawing/2014/main" id="{515D3BC8-0DD3-AE9C-7F11-A6C6875F294A}"/>
              </a:ext>
            </a:extLst>
          </p:cNvPr>
          <p:cNvSpPr>
            <a:spLocks noGrp="1" noRot="1" noChangeAspect="1" noChangeArrowheads="1" noTextEdit="1"/>
          </p:cNvSpPr>
          <p:nvPr>
            <p:ph type="sldImg"/>
          </p:nvPr>
        </p:nvSpPr>
        <p:spPr>
          <a:ln/>
        </p:spPr>
      </p:sp>
      <p:sp>
        <p:nvSpPr>
          <p:cNvPr id="46084" name="Rectangle 4">
            <a:extLst>
              <a:ext uri="{FF2B5EF4-FFF2-40B4-BE49-F238E27FC236}">
                <a16:creationId xmlns:a16="http://schemas.microsoft.com/office/drawing/2014/main" id="{76833432-B8E1-ACE5-6763-315F997FC94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CA34391B-FC35-E3D2-F8C6-473601764A52}"/>
              </a:ext>
            </a:extLst>
          </p:cNvPr>
          <p:cNvSpPr>
            <a:spLocks noGrp="1" noRot="1" noChangeAspect="1" noChangeArrowheads="1" noTextEdit="1"/>
          </p:cNvSpPr>
          <p:nvPr>
            <p:ph type="sldImg"/>
          </p:nvPr>
        </p:nvSpPr>
        <p:spPr>
          <a:ln/>
        </p:spPr>
      </p:sp>
      <p:sp>
        <p:nvSpPr>
          <p:cNvPr id="49155" name="备注占位符 2">
            <a:extLst>
              <a:ext uri="{FF2B5EF4-FFF2-40B4-BE49-F238E27FC236}">
                <a16:creationId xmlns:a16="http://schemas.microsoft.com/office/drawing/2014/main" id="{C550ABC7-7350-150B-CE52-3E2F85E4FC3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49156" name="灯片编号占位符 3">
            <a:extLst>
              <a:ext uri="{FF2B5EF4-FFF2-40B4-BE49-F238E27FC236}">
                <a16:creationId xmlns:a16="http://schemas.microsoft.com/office/drawing/2014/main" id="{20F36B71-BA9A-3F0B-79A1-E082C70E6F94}"/>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0A97E1DD-DED9-4E85-867B-CFFEEF550404}" type="slidenum">
              <a:rPr lang="en-US" altLang="zh-CN" sz="1300" smtClean="0"/>
              <a:pPr/>
              <a:t>28</a:t>
            </a:fld>
            <a:endParaRPr lang="en-US" altLang="zh-CN"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9628788-3A80-EE15-CD4D-F0F4BF242DC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A9ED099-CAFA-442C-A067-EA8E1CE1BF3B}" type="slidenum">
              <a:rPr lang="en-US" altLang="zh-CN" sz="1300" smtClean="0">
                <a:ea typeface="隶书" panose="02010509060101010101" pitchFamily="49" charset="-122"/>
              </a:rPr>
              <a:pPr>
                <a:spcBef>
                  <a:spcPct val="0"/>
                </a:spcBef>
              </a:pPr>
              <a:t>29</a:t>
            </a:fld>
            <a:endParaRPr lang="en-US" altLang="zh-CN" sz="1300">
              <a:ea typeface="隶书" panose="02010509060101010101" pitchFamily="49" charset="-122"/>
            </a:endParaRPr>
          </a:p>
        </p:txBody>
      </p:sp>
      <p:sp>
        <p:nvSpPr>
          <p:cNvPr id="51203" name="Rectangle 2">
            <a:extLst>
              <a:ext uri="{FF2B5EF4-FFF2-40B4-BE49-F238E27FC236}">
                <a16:creationId xmlns:a16="http://schemas.microsoft.com/office/drawing/2014/main" id="{199268DE-B3CF-B843-55E8-48531FF91358}"/>
              </a:ext>
            </a:extLst>
          </p:cNvPr>
          <p:cNvSpPr>
            <a:spLocks noGrp="1" noRot="1" noChangeAspect="1" noChangeArrowheads="1" noTextEdit="1"/>
          </p:cNvSpPr>
          <p:nvPr>
            <p:ph type="sldImg"/>
          </p:nvPr>
        </p:nvSpPr>
        <p:spPr>
          <a:ln/>
        </p:spPr>
      </p:sp>
      <p:sp>
        <p:nvSpPr>
          <p:cNvPr id="51204" name="Rectangle 4">
            <a:extLst>
              <a:ext uri="{FF2B5EF4-FFF2-40B4-BE49-F238E27FC236}">
                <a16:creationId xmlns:a16="http://schemas.microsoft.com/office/drawing/2014/main" id="{BB11AB4B-3947-6A6A-68FA-A3D79AB48DA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0FEA4B5-0C5C-BA88-CBC5-33E64BF10EA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5ABC81C-257E-4391-878E-5A578E42E9BF}" type="slidenum">
              <a:rPr lang="en-US" altLang="zh-CN" sz="1300" smtClean="0">
                <a:ea typeface="隶书" panose="02010509060101010101" pitchFamily="49" charset="-122"/>
              </a:rPr>
              <a:pPr>
                <a:spcBef>
                  <a:spcPct val="0"/>
                </a:spcBef>
              </a:pPr>
              <a:t>30</a:t>
            </a:fld>
            <a:endParaRPr lang="en-US" altLang="zh-CN" sz="1300">
              <a:ea typeface="隶书" panose="02010509060101010101" pitchFamily="49" charset="-122"/>
            </a:endParaRPr>
          </a:p>
        </p:txBody>
      </p:sp>
      <p:sp>
        <p:nvSpPr>
          <p:cNvPr id="53251" name="Rectangle 2">
            <a:extLst>
              <a:ext uri="{FF2B5EF4-FFF2-40B4-BE49-F238E27FC236}">
                <a16:creationId xmlns:a16="http://schemas.microsoft.com/office/drawing/2014/main" id="{D4B6FDF8-32ED-BB92-B836-3F60C6481771}"/>
              </a:ext>
            </a:extLst>
          </p:cNvPr>
          <p:cNvSpPr>
            <a:spLocks noGrp="1" noRot="1" noChangeAspect="1" noChangeArrowheads="1" noTextEdit="1"/>
          </p:cNvSpPr>
          <p:nvPr>
            <p:ph type="sldImg"/>
          </p:nvPr>
        </p:nvSpPr>
        <p:spPr>
          <a:ln/>
        </p:spPr>
      </p:sp>
      <p:sp>
        <p:nvSpPr>
          <p:cNvPr id="53252" name="Rectangle 4">
            <a:extLst>
              <a:ext uri="{FF2B5EF4-FFF2-40B4-BE49-F238E27FC236}">
                <a16:creationId xmlns:a16="http://schemas.microsoft.com/office/drawing/2014/main" id="{B4C682CF-B7CC-8A86-CDAB-8FE1B00A028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C20B1835-14BC-3F35-861F-EB7DCC24CA5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85D0F28-F4A7-47E4-8114-E2F3600F2C87}" type="slidenum">
              <a:rPr lang="en-US" altLang="zh-CN" sz="1300" smtClean="0">
                <a:ea typeface="隶书" panose="02010509060101010101" pitchFamily="49" charset="-122"/>
              </a:rPr>
              <a:pPr>
                <a:spcBef>
                  <a:spcPct val="0"/>
                </a:spcBef>
              </a:pPr>
              <a:t>32</a:t>
            </a:fld>
            <a:endParaRPr lang="en-US" altLang="zh-CN" sz="1300">
              <a:ea typeface="隶书" panose="02010509060101010101" pitchFamily="49" charset="-122"/>
            </a:endParaRPr>
          </a:p>
        </p:txBody>
      </p:sp>
      <p:sp>
        <p:nvSpPr>
          <p:cNvPr id="56323" name="Rectangle 2">
            <a:extLst>
              <a:ext uri="{FF2B5EF4-FFF2-40B4-BE49-F238E27FC236}">
                <a16:creationId xmlns:a16="http://schemas.microsoft.com/office/drawing/2014/main" id="{BBAA129A-A7B8-3DA4-D1D0-105C252AE3CC}"/>
              </a:ext>
            </a:extLst>
          </p:cNvPr>
          <p:cNvSpPr>
            <a:spLocks noGrp="1" noRot="1" noChangeAspect="1" noChangeArrowheads="1" noTextEdit="1"/>
          </p:cNvSpPr>
          <p:nvPr>
            <p:ph type="sldImg"/>
          </p:nvPr>
        </p:nvSpPr>
        <p:spPr>
          <a:ln/>
        </p:spPr>
      </p:sp>
      <p:sp>
        <p:nvSpPr>
          <p:cNvPr id="56324" name="Rectangle 4">
            <a:extLst>
              <a:ext uri="{FF2B5EF4-FFF2-40B4-BE49-F238E27FC236}">
                <a16:creationId xmlns:a16="http://schemas.microsoft.com/office/drawing/2014/main" id="{F39F4C16-5739-B1A8-1974-416488A7489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53D76F02-E843-B329-E987-AF3530107563}"/>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93954FC-5223-4869-B24C-F6C5E57B0473}" type="slidenum">
              <a:rPr lang="en-US" altLang="zh-CN" sz="1300" smtClean="0">
                <a:ea typeface="隶书" panose="02010509060101010101" pitchFamily="49" charset="-122"/>
              </a:rPr>
              <a:pPr>
                <a:spcBef>
                  <a:spcPct val="0"/>
                </a:spcBef>
              </a:pPr>
              <a:t>34</a:t>
            </a:fld>
            <a:endParaRPr lang="en-US" altLang="zh-CN" sz="1300">
              <a:ea typeface="隶书" panose="02010509060101010101" pitchFamily="49" charset="-122"/>
            </a:endParaRPr>
          </a:p>
        </p:txBody>
      </p:sp>
      <p:sp>
        <p:nvSpPr>
          <p:cNvPr id="59395" name="Rectangle 2">
            <a:extLst>
              <a:ext uri="{FF2B5EF4-FFF2-40B4-BE49-F238E27FC236}">
                <a16:creationId xmlns:a16="http://schemas.microsoft.com/office/drawing/2014/main" id="{34BF21F5-FBB5-279A-2F14-AE13849379E4}"/>
              </a:ext>
            </a:extLst>
          </p:cNvPr>
          <p:cNvSpPr>
            <a:spLocks noGrp="1" noRot="1" noChangeAspect="1" noChangeArrowheads="1" noTextEdit="1"/>
          </p:cNvSpPr>
          <p:nvPr>
            <p:ph type="sldImg"/>
          </p:nvPr>
        </p:nvSpPr>
        <p:spPr>
          <a:ln/>
        </p:spPr>
      </p:sp>
      <p:sp>
        <p:nvSpPr>
          <p:cNvPr id="59396" name="Rectangle 4">
            <a:extLst>
              <a:ext uri="{FF2B5EF4-FFF2-40B4-BE49-F238E27FC236}">
                <a16:creationId xmlns:a16="http://schemas.microsoft.com/office/drawing/2014/main" id="{F92D903A-000B-A4EB-2BE2-F2B8F82A6FD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514E0CF1-9B07-41DB-C666-423E0C18255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6F142C1-9687-46E6-9776-A6A58B496F2D}" type="slidenum">
              <a:rPr lang="en-US" altLang="zh-CN" sz="1300" smtClean="0">
                <a:ea typeface="隶书" panose="02010509060101010101" pitchFamily="49" charset="-122"/>
              </a:rPr>
              <a:pPr>
                <a:spcBef>
                  <a:spcPct val="0"/>
                </a:spcBef>
              </a:pPr>
              <a:t>36</a:t>
            </a:fld>
            <a:endParaRPr lang="en-US" altLang="zh-CN" sz="1300">
              <a:ea typeface="隶书" panose="02010509060101010101" pitchFamily="49" charset="-122"/>
            </a:endParaRPr>
          </a:p>
        </p:txBody>
      </p:sp>
      <p:sp>
        <p:nvSpPr>
          <p:cNvPr id="62467" name="Rectangle 2">
            <a:extLst>
              <a:ext uri="{FF2B5EF4-FFF2-40B4-BE49-F238E27FC236}">
                <a16:creationId xmlns:a16="http://schemas.microsoft.com/office/drawing/2014/main" id="{DA33CA0C-5D7E-8B59-4D8C-237BE6E9BC01}"/>
              </a:ext>
            </a:extLst>
          </p:cNvPr>
          <p:cNvSpPr>
            <a:spLocks noGrp="1" noRot="1" noChangeAspect="1" noChangeArrowheads="1" noTextEdit="1"/>
          </p:cNvSpPr>
          <p:nvPr>
            <p:ph type="sldImg"/>
          </p:nvPr>
        </p:nvSpPr>
        <p:spPr>
          <a:ln/>
        </p:spPr>
      </p:sp>
      <p:sp>
        <p:nvSpPr>
          <p:cNvPr id="62468" name="Rectangle 4">
            <a:extLst>
              <a:ext uri="{FF2B5EF4-FFF2-40B4-BE49-F238E27FC236}">
                <a16:creationId xmlns:a16="http://schemas.microsoft.com/office/drawing/2014/main" id="{B23EDE48-ED5C-19AB-3999-264A8DE1BDA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A36DD9DF-4D3A-8E4F-2610-20CDAD13627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FEB129D-3E45-4C91-B549-2F29E66BCBD3}" type="slidenum">
              <a:rPr lang="en-US" altLang="zh-CN" sz="1300" smtClean="0">
                <a:ea typeface="隶书" panose="02010509060101010101" pitchFamily="49" charset="-122"/>
              </a:rPr>
              <a:pPr>
                <a:spcBef>
                  <a:spcPct val="0"/>
                </a:spcBef>
              </a:pPr>
              <a:t>38</a:t>
            </a:fld>
            <a:endParaRPr lang="en-US" altLang="zh-CN" sz="1300">
              <a:ea typeface="隶书" panose="02010509060101010101" pitchFamily="49" charset="-122"/>
            </a:endParaRPr>
          </a:p>
        </p:txBody>
      </p:sp>
      <p:sp>
        <p:nvSpPr>
          <p:cNvPr id="65539" name="Rectangle 2">
            <a:extLst>
              <a:ext uri="{FF2B5EF4-FFF2-40B4-BE49-F238E27FC236}">
                <a16:creationId xmlns:a16="http://schemas.microsoft.com/office/drawing/2014/main" id="{5CC14EF4-9797-0AB8-C2DC-9B05FFDBA91F}"/>
              </a:ext>
            </a:extLst>
          </p:cNvPr>
          <p:cNvSpPr>
            <a:spLocks noGrp="1" noRot="1" noChangeAspect="1" noChangeArrowheads="1" noTextEdit="1"/>
          </p:cNvSpPr>
          <p:nvPr>
            <p:ph type="sldImg"/>
          </p:nvPr>
        </p:nvSpPr>
        <p:spPr>
          <a:ln/>
        </p:spPr>
      </p:sp>
      <p:sp>
        <p:nvSpPr>
          <p:cNvPr id="65540" name="Rectangle 4">
            <a:extLst>
              <a:ext uri="{FF2B5EF4-FFF2-40B4-BE49-F238E27FC236}">
                <a16:creationId xmlns:a16="http://schemas.microsoft.com/office/drawing/2014/main" id="{1B0F2621-BD02-F568-6525-6E436ABDAC0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F742DF97-015A-0C3C-CBA3-C6E1862C71E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4216046-ED72-4B5D-8483-157D9FBAE7D0}" type="slidenum">
              <a:rPr lang="en-US" altLang="zh-CN" sz="1300" smtClean="0">
                <a:ea typeface="隶书" panose="02010509060101010101" pitchFamily="49" charset="-122"/>
              </a:rPr>
              <a:pPr>
                <a:spcBef>
                  <a:spcPct val="0"/>
                </a:spcBef>
              </a:pPr>
              <a:t>39</a:t>
            </a:fld>
            <a:endParaRPr lang="en-US" altLang="zh-CN" sz="1300">
              <a:ea typeface="隶书" panose="02010509060101010101" pitchFamily="49" charset="-122"/>
            </a:endParaRPr>
          </a:p>
        </p:txBody>
      </p:sp>
      <p:sp>
        <p:nvSpPr>
          <p:cNvPr id="67587" name="Rectangle 2">
            <a:extLst>
              <a:ext uri="{FF2B5EF4-FFF2-40B4-BE49-F238E27FC236}">
                <a16:creationId xmlns:a16="http://schemas.microsoft.com/office/drawing/2014/main" id="{327069D3-DE73-069D-BDD7-AAB434308A9D}"/>
              </a:ext>
            </a:extLst>
          </p:cNvPr>
          <p:cNvSpPr>
            <a:spLocks noGrp="1" noRot="1" noChangeAspect="1" noChangeArrowheads="1" noTextEdit="1"/>
          </p:cNvSpPr>
          <p:nvPr>
            <p:ph type="sldImg"/>
          </p:nvPr>
        </p:nvSpPr>
        <p:spPr>
          <a:ln/>
        </p:spPr>
      </p:sp>
      <p:sp>
        <p:nvSpPr>
          <p:cNvPr id="67588" name="Rectangle 4">
            <a:extLst>
              <a:ext uri="{FF2B5EF4-FFF2-40B4-BE49-F238E27FC236}">
                <a16:creationId xmlns:a16="http://schemas.microsoft.com/office/drawing/2014/main" id="{6A6BAAC2-5965-928A-CC63-F4BA9F06F01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BBB22443-0FA8-B483-EE23-5E81FCB8537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E992A04-14DF-4F8C-A7DD-DE6DF479CDBF}" type="slidenum">
              <a:rPr lang="en-US" altLang="zh-CN" sz="1300" smtClean="0">
                <a:ea typeface="隶书" panose="02010509060101010101" pitchFamily="49" charset="-122"/>
              </a:rPr>
              <a:pPr>
                <a:spcBef>
                  <a:spcPct val="0"/>
                </a:spcBef>
              </a:pPr>
              <a:t>41</a:t>
            </a:fld>
            <a:endParaRPr lang="en-US" altLang="zh-CN" sz="1300">
              <a:ea typeface="隶书" panose="02010509060101010101" pitchFamily="49" charset="-122"/>
            </a:endParaRPr>
          </a:p>
        </p:txBody>
      </p:sp>
      <p:sp>
        <p:nvSpPr>
          <p:cNvPr id="70659" name="Rectangle 2">
            <a:extLst>
              <a:ext uri="{FF2B5EF4-FFF2-40B4-BE49-F238E27FC236}">
                <a16:creationId xmlns:a16="http://schemas.microsoft.com/office/drawing/2014/main" id="{8DDB566B-1879-531E-E4AB-FF2D6179D074}"/>
              </a:ext>
            </a:extLst>
          </p:cNvPr>
          <p:cNvSpPr>
            <a:spLocks noGrp="1" noRot="1" noChangeAspect="1" noChangeArrowheads="1" noTextEdit="1"/>
          </p:cNvSpPr>
          <p:nvPr>
            <p:ph type="sldImg"/>
          </p:nvPr>
        </p:nvSpPr>
        <p:spPr>
          <a:ln/>
        </p:spPr>
      </p:sp>
      <p:sp>
        <p:nvSpPr>
          <p:cNvPr id="70660" name="Rectangle 4">
            <a:extLst>
              <a:ext uri="{FF2B5EF4-FFF2-40B4-BE49-F238E27FC236}">
                <a16:creationId xmlns:a16="http://schemas.microsoft.com/office/drawing/2014/main" id="{40BF776E-6A13-A0A4-5E92-FF8B7EDC0F5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151E3551-6ABF-2D15-2EBE-54B6C4855DD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3495A50-0706-4EB1-8148-FAC166C738B3}" type="slidenum">
              <a:rPr lang="en-US" altLang="zh-CN" sz="1300" smtClean="0">
                <a:ea typeface="隶书" panose="02010509060101010101" pitchFamily="49" charset="-122"/>
              </a:rPr>
              <a:pPr>
                <a:spcBef>
                  <a:spcPct val="0"/>
                </a:spcBef>
              </a:pPr>
              <a:t>42</a:t>
            </a:fld>
            <a:endParaRPr lang="en-US" altLang="zh-CN" sz="1300">
              <a:ea typeface="隶书" panose="02010509060101010101" pitchFamily="49" charset="-122"/>
            </a:endParaRPr>
          </a:p>
        </p:txBody>
      </p:sp>
      <p:sp>
        <p:nvSpPr>
          <p:cNvPr id="72707" name="Rectangle 2">
            <a:extLst>
              <a:ext uri="{FF2B5EF4-FFF2-40B4-BE49-F238E27FC236}">
                <a16:creationId xmlns:a16="http://schemas.microsoft.com/office/drawing/2014/main" id="{79201BE4-42E9-07D3-0D36-B9FE607103D1}"/>
              </a:ext>
            </a:extLst>
          </p:cNvPr>
          <p:cNvSpPr>
            <a:spLocks noGrp="1" noRot="1" noChangeAspect="1" noChangeArrowheads="1" noTextEdit="1"/>
          </p:cNvSpPr>
          <p:nvPr>
            <p:ph type="sldImg"/>
          </p:nvPr>
        </p:nvSpPr>
        <p:spPr>
          <a:ln/>
        </p:spPr>
      </p:sp>
      <p:sp>
        <p:nvSpPr>
          <p:cNvPr id="72708" name="Rectangle 4">
            <a:extLst>
              <a:ext uri="{FF2B5EF4-FFF2-40B4-BE49-F238E27FC236}">
                <a16:creationId xmlns:a16="http://schemas.microsoft.com/office/drawing/2014/main" id="{99D932F6-56C8-5ADC-48DE-FC76ACFFCC2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47C8D0EF-12E8-F61B-139D-A47BB02E42C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47B2D1A-E083-4062-847A-4D665B4985CA}" type="slidenum">
              <a:rPr lang="en-US" altLang="zh-CN" sz="1300" smtClean="0">
                <a:ea typeface="隶书" panose="02010509060101010101" pitchFamily="49" charset="-122"/>
              </a:rPr>
              <a:pPr>
                <a:spcBef>
                  <a:spcPct val="0"/>
                </a:spcBef>
              </a:pPr>
              <a:t>44</a:t>
            </a:fld>
            <a:endParaRPr lang="en-US" altLang="zh-CN" sz="1300">
              <a:ea typeface="隶书" panose="02010509060101010101" pitchFamily="49" charset="-122"/>
            </a:endParaRPr>
          </a:p>
        </p:txBody>
      </p:sp>
      <p:sp>
        <p:nvSpPr>
          <p:cNvPr id="75779" name="Rectangle 2">
            <a:extLst>
              <a:ext uri="{FF2B5EF4-FFF2-40B4-BE49-F238E27FC236}">
                <a16:creationId xmlns:a16="http://schemas.microsoft.com/office/drawing/2014/main" id="{657A75D4-E5E4-746A-FBB9-C7D28AB23695}"/>
              </a:ext>
            </a:extLst>
          </p:cNvPr>
          <p:cNvSpPr>
            <a:spLocks noGrp="1" noRot="1" noChangeAspect="1" noChangeArrowheads="1" noTextEdit="1"/>
          </p:cNvSpPr>
          <p:nvPr>
            <p:ph type="sldImg"/>
          </p:nvPr>
        </p:nvSpPr>
        <p:spPr>
          <a:ln/>
        </p:spPr>
      </p:sp>
      <p:sp>
        <p:nvSpPr>
          <p:cNvPr id="75780" name="Rectangle 4">
            <a:extLst>
              <a:ext uri="{FF2B5EF4-FFF2-40B4-BE49-F238E27FC236}">
                <a16:creationId xmlns:a16="http://schemas.microsoft.com/office/drawing/2014/main" id="{51C1DC1D-5F4F-408B-E654-B504E5E3AC3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6E7F3835-8BED-AF8F-2CC9-A38AC810B99D}"/>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3508649-1BFB-46FB-BF14-FF52A5ADE62F}" type="slidenum">
              <a:rPr lang="en-US" altLang="zh-CN" sz="1300" smtClean="0">
                <a:ea typeface="隶书" panose="02010509060101010101" pitchFamily="49" charset="-122"/>
              </a:rPr>
              <a:pPr>
                <a:spcBef>
                  <a:spcPct val="0"/>
                </a:spcBef>
              </a:pPr>
              <a:t>46</a:t>
            </a:fld>
            <a:endParaRPr lang="en-US" altLang="zh-CN" sz="1300">
              <a:ea typeface="隶书" panose="02010509060101010101" pitchFamily="49" charset="-122"/>
            </a:endParaRPr>
          </a:p>
        </p:txBody>
      </p:sp>
      <p:sp>
        <p:nvSpPr>
          <p:cNvPr id="78851" name="Rectangle 2">
            <a:extLst>
              <a:ext uri="{FF2B5EF4-FFF2-40B4-BE49-F238E27FC236}">
                <a16:creationId xmlns:a16="http://schemas.microsoft.com/office/drawing/2014/main" id="{3CA3448B-1FE2-4B32-497F-F6A95180D176}"/>
              </a:ext>
            </a:extLst>
          </p:cNvPr>
          <p:cNvSpPr>
            <a:spLocks noGrp="1" noRot="1" noChangeAspect="1" noChangeArrowheads="1" noTextEdit="1"/>
          </p:cNvSpPr>
          <p:nvPr>
            <p:ph type="sldImg"/>
          </p:nvPr>
        </p:nvSpPr>
        <p:spPr>
          <a:ln/>
        </p:spPr>
      </p:sp>
      <p:sp>
        <p:nvSpPr>
          <p:cNvPr id="78852" name="Rectangle 4">
            <a:extLst>
              <a:ext uri="{FF2B5EF4-FFF2-40B4-BE49-F238E27FC236}">
                <a16:creationId xmlns:a16="http://schemas.microsoft.com/office/drawing/2014/main" id="{349980C3-4845-FC7B-D2E1-CD26E165466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a:extLst>
              <a:ext uri="{FF2B5EF4-FFF2-40B4-BE49-F238E27FC236}">
                <a16:creationId xmlns:a16="http://schemas.microsoft.com/office/drawing/2014/main" id="{CECFC299-83AE-7835-8895-3FF26370C9BA}"/>
              </a:ext>
            </a:extLst>
          </p:cNvPr>
          <p:cNvSpPr>
            <a:spLocks noGrp="1" noRot="1" noChangeAspect="1" noChangeArrowheads="1" noTextEdit="1"/>
          </p:cNvSpPr>
          <p:nvPr>
            <p:ph type="sldImg"/>
          </p:nvPr>
        </p:nvSpPr>
        <p:spPr>
          <a:ln/>
        </p:spPr>
      </p:sp>
      <p:sp>
        <p:nvSpPr>
          <p:cNvPr id="80899" name="备注占位符 2">
            <a:extLst>
              <a:ext uri="{FF2B5EF4-FFF2-40B4-BE49-F238E27FC236}">
                <a16:creationId xmlns:a16="http://schemas.microsoft.com/office/drawing/2014/main" id="{1F8AE90F-855A-86F4-3B9E-227140DD0BB9}"/>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80900" name="灯片编号占位符 3">
            <a:extLst>
              <a:ext uri="{FF2B5EF4-FFF2-40B4-BE49-F238E27FC236}">
                <a16:creationId xmlns:a16="http://schemas.microsoft.com/office/drawing/2014/main" id="{B691C20D-D7E5-2797-0FB1-4929DF0DC26B}"/>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53FF673-C788-41CB-8590-42F536CBA657}" type="slidenum">
              <a:rPr lang="en-US" altLang="zh-CN" sz="1300" smtClean="0">
                <a:ea typeface="隶书" panose="02010509060101010101" pitchFamily="49" charset="-122"/>
              </a:rPr>
              <a:pPr>
                <a:spcBef>
                  <a:spcPct val="0"/>
                </a:spcBef>
              </a:pPr>
              <a:t>47</a:t>
            </a:fld>
            <a:endParaRPr lang="en-US" altLang="zh-CN" sz="1300">
              <a:ea typeface="隶书" panose="02010509060101010101" pitchFamily="49"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a:extLst>
              <a:ext uri="{FF2B5EF4-FFF2-40B4-BE49-F238E27FC236}">
                <a16:creationId xmlns:a16="http://schemas.microsoft.com/office/drawing/2014/main" id="{E7BAAA58-D37C-E87A-0036-35C18D557470}"/>
              </a:ext>
            </a:extLst>
          </p:cNvPr>
          <p:cNvSpPr>
            <a:spLocks noGrp="1" noRot="1" noChangeAspect="1" noChangeArrowheads="1" noTextEdit="1"/>
          </p:cNvSpPr>
          <p:nvPr>
            <p:ph type="sldImg"/>
          </p:nvPr>
        </p:nvSpPr>
        <p:spPr>
          <a:ln/>
        </p:spPr>
      </p:sp>
      <p:sp>
        <p:nvSpPr>
          <p:cNvPr id="82947" name="备注占位符 2">
            <a:extLst>
              <a:ext uri="{FF2B5EF4-FFF2-40B4-BE49-F238E27FC236}">
                <a16:creationId xmlns:a16="http://schemas.microsoft.com/office/drawing/2014/main" id="{30085F7D-277A-2CE7-B0DB-F6C30FFB410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82948" name="灯片编号占位符 3">
            <a:extLst>
              <a:ext uri="{FF2B5EF4-FFF2-40B4-BE49-F238E27FC236}">
                <a16:creationId xmlns:a16="http://schemas.microsoft.com/office/drawing/2014/main" id="{E6CA2819-7A3D-8504-9E06-4398B0577AE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0738DA8F-BDD0-40D6-83F2-E3ADB804F4F7}" type="slidenum">
              <a:rPr lang="en-US" altLang="zh-CN" sz="1300" smtClean="0"/>
              <a:pPr/>
              <a:t>48</a:t>
            </a:fld>
            <a:endParaRPr lang="en-US" altLang="zh-CN" sz="13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CE14168A-1268-996C-9AAF-29BC591C2A3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2C790DF-F093-4FE1-98BE-64268DECF68F}" type="slidenum">
              <a:rPr lang="en-US" altLang="zh-CN" sz="1300" smtClean="0">
                <a:ea typeface="隶书" panose="02010509060101010101" pitchFamily="49" charset="-122"/>
              </a:rPr>
              <a:pPr>
                <a:spcBef>
                  <a:spcPct val="0"/>
                </a:spcBef>
              </a:pPr>
              <a:t>49</a:t>
            </a:fld>
            <a:endParaRPr lang="en-US" altLang="zh-CN" sz="1300">
              <a:ea typeface="隶书" panose="02010509060101010101" pitchFamily="49" charset="-122"/>
            </a:endParaRPr>
          </a:p>
        </p:txBody>
      </p:sp>
      <p:sp>
        <p:nvSpPr>
          <p:cNvPr id="84995" name="Rectangle 2">
            <a:extLst>
              <a:ext uri="{FF2B5EF4-FFF2-40B4-BE49-F238E27FC236}">
                <a16:creationId xmlns:a16="http://schemas.microsoft.com/office/drawing/2014/main" id="{A3CD2BB0-B06B-18C9-EEC6-9693A26A6731}"/>
              </a:ext>
            </a:extLst>
          </p:cNvPr>
          <p:cNvSpPr>
            <a:spLocks noGrp="1" noRot="1" noChangeAspect="1" noChangeArrowheads="1" noTextEdit="1"/>
          </p:cNvSpPr>
          <p:nvPr>
            <p:ph type="sldImg"/>
          </p:nvPr>
        </p:nvSpPr>
        <p:spPr>
          <a:ln/>
        </p:spPr>
      </p:sp>
      <p:sp>
        <p:nvSpPr>
          <p:cNvPr id="84996" name="Rectangle 4">
            <a:extLst>
              <a:ext uri="{FF2B5EF4-FFF2-40B4-BE49-F238E27FC236}">
                <a16:creationId xmlns:a16="http://schemas.microsoft.com/office/drawing/2014/main" id="{FAF66F27-3160-279A-594F-D7BE505BD1B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95B0893B-FFFB-132E-5079-9F3D505520E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58F740E-3EE2-4638-B686-3CB5AB419A64}" type="slidenum">
              <a:rPr lang="en-US" altLang="zh-CN" sz="1300" smtClean="0">
                <a:ea typeface="隶书" panose="02010509060101010101" pitchFamily="49" charset="-122"/>
              </a:rPr>
              <a:pPr>
                <a:spcBef>
                  <a:spcPct val="0"/>
                </a:spcBef>
              </a:pPr>
              <a:t>50</a:t>
            </a:fld>
            <a:endParaRPr lang="en-US" altLang="zh-CN" sz="1300">
              <a:ea typeface="隶书" panose="02010509060101010101" pitchFamily="49" charset="-122"/>
            </a:endParaRPr>
          </a:p>
        </p:txBody>
      </p:sp>
      <p:sp>
        <p:nvSpPr>
          <p:cNvPr id="87043" name="Rectangle 2">
            <a:extLst>
              <a:ext uri="{FF2B5EF4-FFF2-40B4-BE49-F238E27FC236}">
                <a16:creationId xmlns:a16="http://schemas.microsoft.com/office/drawing/2014/main" id="{567B594B-EEF2-C1C6-57C6-63CA4CD79CD9}"/>
              </a:ext>
            </a:extLst>
          </p:cNvPr>
          <p:cNvSpPr>
            <a:spLocks noGrp="1" noRot="1" noChangeAspect="1" noChangeArrowheads="1" noTextEdit="1"/>
          </p:cNvSpPr>
          <p:nvPr>
            <p:ph type="sldImg"/>
          </p:nvPr>
        </p:nvSpPr>
        <p:spPr>
          <a:ln/>
        </p:spPr>
      </p:sp>
      <p:sp>
        <p:nvSpPr>
          <p:cNvPr id="87044" name="Rectangle 4">
            <a:extLst>
              <a:ext uri="{FF2B5EF4-FFF2-40B4-BE49-F238E27FC236}">
                <a16:creationId xmlns:a16="http://schemas.microsoft.com/office/drawing/2014/main" id="{FFABEF20-DFA4-71E9-0216-74322A05631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B1800B37-5168-FABB-E8DE-D65C7D92FC6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5256DE2-9AA4-4065-8F9C-73F0C231922F}" type="slidenum">
              <a:rPr lang="en-US" altLang="zh-CN" sz="1300" smtClean="0">
                <a:ea typeface="隶书" panose="02010509060101010101" pitchFamily="49" charset="-122"/>
              </a:rPr>
              <a:pPr>
                <a:spcBef>
                  <a:spcPct val="0"/>
                </a:spcBef>
              </a:pPr>
              <a:t>55</a:t>
            </a:fld>
            <a:endParaRPr lang="en-US" altLang="zh-CN" sz="1300">
              <a:ea typeface="隶书" panose="02010509060101010101" pitchFamily="49" charset="-122"/>
            </a:endParaRPr>
          </a:p>
        </p:txBody>
      </p:sp>
      <p:sp>
        <p:nvSpPr>
          <p:cNvPr id="93187" name="Rectangle 2">
            <a:extLst>
              <a:ext uri="{FF2B5EF4-FFF2-40B4-BE49-F238E27FC236}">
                <a16:creationId xmlns:a16="http://schemas.microsoft.com/office/drawing/2014/main" id="{987B082A-DA61-AFDB-DC72-B393BF5AD545}"/>
              </a:ext>
            </a:extLst>
          </p:cNvPr>
          <p:cNvSpPr>
            <a:spLocks noGrp="1" noRot="1" noChangeAspect="1" noChangeArrowheads="1" noTextEdit="1"/>
          </p:cNvSpPr>
          <p:nvPr>
            <p:ph type="sldImg"/>
          </p:nvPr>
        </p:nvSpPr>
        <p:spPr>
          <a:ln/>
        </p:spPr>
      </p:sp>
      <p:sp>
        <p:nvSpPr>
          <p:cNvPr id="93188" name="Rectangle 4">
            <a:extLst>
              <a:ext uri="{FF2B5EF4-FFF2-40B4-BE49-F238E27FC236}">
                <a16:creationId xmlns:a16="http://schemas.microsoft.com/office/drawing/2014/main" id="{3280B941-1E16-4A2C-6F9E-6BBC1B0FD0F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E19F0147-B087-D5A1-FC90-EFED13EC130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A17F01A-A77F-4740-986B-085F9C970DE4}" type="slidenum">
              <a:rPr lang="en-US" altLang="zh-CN" sz="1300" smtClean="0">
                <a:ea typeface="隶书" panose="02010509060101010101" pitchFamily="49" charset="-122"/>
              </a:rPr>
              <a:pPr>
                <a:spcBef>
                  <a:spcPct val="0"/>
                </a:spcBef>
              </a:pPr>
              <a:t>56</a:t>
            </a:fld>
            <a:endParaRPr lang="en-US" altLang="zh-CN" sz="1300">
              <a:ea typeface="隶书" panose="02010509060101010101" pitchFamily="49" charset="-122"/>
            </a:endParaRPr>
          </a:p>
        </p:txBody>
      </p:sp>
      <p:sp>
        <p:nvSpPr>
          <p:cNvPr id="95235" name="Rectangle 2">
            <a:extLst>
              <a:ext uri="{FF2B5EF4-FFF2-40B4-BE49-F238E27FC236}">
                <a16:creationId xmlns:a16="http://schemas.microsoft.com/office/drawing/2014/main" id="{E1D32DCE-C7EA-1BD1-DC71-FA12E5107700}"/>
              </a:ext>
            </a:extLst>
          </p:cNvPr>
          <p:cNvSpPr>
            <a:spLocks noGrp="1" noRot="1" noChangeAspect="1" noChangeArrowheads="1" noTextEdit="1"/>
          </p:cNvSpPr>
          <p:nvPr>
            <p:ph type="sldImg"/>
          </p:nvPr>
        </p:nvSpPr>
        <p:spPr>
          <a:ln/>
        </p:spPr>
      </p:sp>
      <p:sp>
        <p:nvSpPr>
          <p:cNvPr id="95236" name="Rectangle 4">
            <a:extLst>
              <a:ext uri="{FF2B5EF4-FFF2-40B4-BE49-F238E27FC236}">
                <a16:creationId xmlns:a16="http://schemas.microsoft.com/office/drawing/2014/main" id="{F991AEF9-A6A3-96CA-78A3-B379B8510F6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7CEF7D23-90DA-4A43-1F6A-6F94E9EA0B0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351E7BF-F845-4156-B06F-8F28B406356D}" type="slidenum">
              <a:rPr lang="en-US" altLang="zh-CN" sz="1300" smtClean="0">
                <a:ea typeface="隶书" panose="02010509060101010101" pitchFamily="49" charset="-122"/>
              </a:rPr>
              <a:pPr>
                <a:spcBef>
                  <a:spcPct val="0"/>
                </a:spcBef>
              </a:pPr>
              <a:t>57</a:t>
            </a:fld>
            <a:endParaRPr lang="en-US" altLang="zh-CN" sz="1300">
              <a:ea typeface="隶书" panose="02010509060101010101" pitchFamily="49" charset="-122"/>
            </a:endParaRPr>
          </a:p>
        </p:txBody>
      </p:sp>
      <p:sp>
        <p:nvSpPr>
          <p:cNvPr id="97283" name="Rectangle 2">
            <a:extLst>
              <a:ext uri="{FF2B5EF4-FFF2-40B4-BE49-F238E27FC236}">
                <a16:creationId xmlns:a16="http://schemas.microsoft.com/office/drawing/2014/main" id="{0443D3C1-134F-DBEC-5C6D-C430986A0C59}"/>
              </a:ext>
            </a:extLst>
          </p:cNvPr>
          <p:cNvSpPr>
            <a:spLocks noGrp="1" noRot="1" noChangeAspect="1" noChangeArrowheads="1" noTextEdit="1"/>
          </p:cNvSpPr>
          <p:nvPr>
            <p:ph type="sldImg"/>
          </p:nvPr>
        </p:nvSpPr>
        <p:spPr>
          <a:ln/>
        </p:spPr>
      </p:sp>
      <p:sp>
        <p:nvSpPr>
          <p:cNvPr id="97284" name="Rectangle 4">
            <a:extLst>
              <a:ext uri="{FF2B5EF4-FFF2-40B4-BE49-F238E27FC236}">
                <a16:creationId xmlns:a16="http://schemas.microsoft.com/office/drawing/2014/main" id="{9F73C30D-2CC1-8D53-833B-E6F5243DF4C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a:extLst>
              <a:ext uri="{FF2B5EF4-FFF2-40B4-BE49-F238E27FC236}">
                <a16:creationId xmlns:a16="http://schemas.microsoft.com/office/drawing/2014/main" id="{ED2BCB85-3F0D-972F-F0FF-64D4B019AF16}"/>
              </a:ext>
            </a:extLst>
          </p:cNvPr>
          <p:cNvSpPr>
            <a:spLocks noGrp="1" noRot="1" noChangeAspect="1" noChangeArrowheads="1" noTextEdit="1"/>
          </p:cNvSpPr>
          <p:nvPr>
            <p:ph type="sldImg"/>
          </p:nvPr>
        </p:nvSpPr>
        <p:spPr>
          <a:ln/>
        </p:spPr>
      </p:sp>
      <p:sp>
        <p:nvSpPr>
          <p:cNvPr id="103427" name="备注占位符 2">
            <a:extLst>
              <a:ext uri="{FF2B5EF4-FFF2-40B4-BE49-F238E27FC236}">
                <a16:creationId xmlns:a16="http://schemas.microsoft.com/office/drawing/2014/main" id="{08239DFE-0ACB-FB82-9B71-E6565093A1DC}"/>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03428" name="灯片编号占位符 3">
            <a:extLst>
              <a:ext uri="{FF2B5EF4-FFF2-40B4-BE49-F238E27FC236}">
                <a16:creationId xmlns:a16="http://schemas.microsoft.com/office/drawing/2014/main" id="{AAD0ABB0-A14C-B4FE-552F-8BED5B5CDE9C}"/>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D50138A-85A8-44DA-8D12-C7D3BEE32A99}" type="slidenum">
              <a:rPr lang="en-US" altLang="zh-CN" sz="1300" smtClean="0">
                <a:ea typeface="隶书" panose="02010509060101010101" pitchFamily="49" charset="-122"/>
              </a:rPr>
              <a:pPr>
                <a:spcBef>
                  <a:spcPct val="0"/>
                </a:spcBef>
              </a:pPr>
              <a:t>62</a:t>
            </a:fld>
            <a:endParaRPr lang="en-US" altLang="zh-CN" sz="1300">
              <a:ea typeface="隶书" panose="02010509060101010101" pitchFamily="49"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94055651-7A7E-8C08-3936-3402926EDF9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127E485-9566-42CB-95C5-0407C7F9FB17}" type="slidenum">
              <a:rPr lang="en-US" altLang="zh-CN" sz="1300" smtClean="0">
                <a:ea typeface="隶书" panose="02010509060101010101" pitchFamily="49" charset="-122"/>
              </a:rPr>
              <a:pPr>
                <a:spcBef>
                  <a:spcPct val="0"/>
                </a:spcBef>
              </a:pPr>
              <a:t>66</a:t>
            </a:fld>
            <a:endParaRPr lang="en-US" altLang="zh-CN" sz="1300">
              <a:ea typeface="隶书" panose="02010509060101010101" pitchFamily="49" charset="-122"/>
            </a:endParaRPr>
          </a:p>
        </p:txBody>
      </p:sp>
      <p:sp>
        <p:nvSpPr>
          <p:cNvPr id="108547" name="Rectangle 2">
            <a:extLst>
              <a:ext uri="{FF2B5EF4-FFF2-40B4-BE49-F238E27FC236}">
                <a16:creationId xmlns:a16="http://schemas.microsoft.com/office/drawing/2014/main" id="{35E715D6-8487-1ECC-5980-5B0662008142}"/>
              </a:ext>
            </a:extLst>
          </p:cNvPr>
          <p:cNvSpPr>
            <a:spLocks noGrp="1" noRot="1" noChangeAspect="1" noChangeArrowheads="1" noTextEdit="1"/>
          </p:cNvSpPr>
          <p:nvPr>
            <p:ph type="sldImg"/>
          </p:nvPr>
        </p:nvSpPr>
        <p:spPr>
          <a:ln/>
        </p:spPr>
      </p:sp>
      <p:sp>
        <p:nvSpPr>
          <p:cNvPr id="108548" name="Rectangle 4">
            <a:extLst>
              <a:ext uri="{FF2B5EF4-FFF2-40B4-BE49-F238E27FC236}">
                <a16:creationId xmlns:a16="http://schemas.microsoft.com/office/drawing/2014/main" id="{BCE6F4F2-575B-8224-B735-1B79070C740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F9329057-2676-5BC0-338C-51F16CF04F3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9714E07-FB1B-4D12-A37F-201C31F9F382}" type="slidenum">
              <a:rPr lang="en-US" altLang="zh-CN" sz="1300" smtClean="0">
                <a:ea typeface="隶书" panose="02010509060101010101" pitchFamily="49" charset="-122"/>
              </a:rPr>
              <a:pPr>
                <a:spcBef>
                  <a:spcPct val="0"/>
                </a:spcBef>
              </a:pPr>
              <a:t>69</a:t>
            </a:fld>
            <a:endParaRPr lang="en-US" altLang="zh-CN" sz="1300">
              <a:ea typeface="隶书" panose="02010509060101010101" pitchFamily="49" charset="-122"/>
            </a:endParaRPr>
          </a:p>
        </p:txBody>
      </p:sp>
      <p:sp>
        <p:nvSpPr>
          <p:cNvPr id="112643" name="Rectangle 2">
            <a:extLst>
              <a:ext uri="{FF2B5EF4-FFF2-40B4-BE49-F238E27FC236}">
                <a16:creationId xmlns:a16="http://schemas.microsoft.com/office/drawing/2014/main" id="{1D2E4C82-A990-F029-09F5-01CF26623CE6}"/>
              </a:ext>
            </a:extLst>
          </p:cNvPr>
          <p:cNvSpPr>
            <a:spLocks noGrp="1" noRot="1" noChangeAspect="1" noChangeArrowheads="1" noTextEdit="1"/>
          </p:cNvSpPr>
          <p:nvPr>
            <p:ph type="sldImg"/>
          </p:nvPr>
        </p:nvSpPr>
        <p:spPr>
          <a:ln/>
        </p:spPr>
      </p:sp>
      <p:sp>
        <p:nvSpPr>
          <p:cNvPr id="112644" name="Rectangle 4">
            <a:extLst>
              <a:ext uri="{FF2B5EF4-FFF2-40B4-BE49-F238E27FC236}">
                <a16:creationId xmlns:a16="http://schemas.microsoft.com/office/drawing/2014/main" id="{A3649291-2F2D-F9CE-46DF-3470C7993C5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9D7D2FD9-3295-D323-04F7-FD5792A0DFE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13BE2E2-42B7-4133-8E81-1A51FE9666C4}" type="slidenum">
              <a:rPr lang="en-US" altLang="zh-CN" sz="1300" smtClean="0">
                <a:ea typeface="隶书" panose="02010509060101010101" pitchFamily="49" charset="-122"/>
              </a:rPr>
              <a:pPr>
                <a:spcBef>
                  <a:spcPct val="0"/>
                </a:spcBef>
              </a:pPr>
              <a:t>70</a:t>
            </a:fld>
            <a:endParaRPr lang="en-US" altLang="zh-CN" sz="1300">
              <a:ea typeface="隶书" panose="02010509060101010101" pitchFamily="49" charset="-122"/>
            </a:endParaRPr>
          </a:p>
        </p:txBody>
      </p:sp>
      <p:sp>
        <p:nvSpPr>
          <p:cNvPr id="114691" name="Rectangle 2">
            <a:extLst>
              <a:ext uri="{FF2B5EF4-FFF2-40B4-BE49-F238E27FC236}">
                <a16:creationId xmlns:a16="http://schemas.microsoft.com/office/drawing/2014/main" id="{A15F0C23-074D-F4FE-2776-870C9F1EC07C}"/>
              </a:ext>
            </a:extLst>
          </p:cNvPr>
          <p:cNvSpPr>
            <a:spLocks noGrp="1" noRot="1" noChangeAspect="1" noChangeArrowheads="1" noTextEdit="1"/>
          </p:cNvSpPr>
          <p:nvPr>
            <p:ph type="sldImg"/>
          </p:nvPr>
        </p:nvSpPr>
        <p:spPr>
          <a:ln/>
        </p:spPr>
      </p:sp>
      <p:sp>
        <p:nvSpPr>
          <p:cNvPr id="114692" name="Rectangle 4">
            <a:extLst>
              <a:ext uri="{FF2B5EF4-FFF2-40B4-BE49-F238E27FC236}">
                <a16:creationId xmlns:a16="http://schemas.microsoft.com/office/drawing/2014/main" id="{6A5EA023-7237-8B39-7B7E-26C05763B26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FF4EAB48-3057-4134-94DB-48B4177A3BB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4D4A41F-9348-42F0-A219-937203508BFB}" type="slidenum">
              <a:rPr lang="en-US" altLang="zh-CN" sz="1300" smtClean="0">
                <a:ea typeface="隶书" panose="02010509060101010101" pitchFamily="49" charset="-122"/>
              </a:rPr>
              <a:pPr>
                <a:spcBef>
                  <a:spcPct val="0"/>
                </a:spcBef>
              </a:pPr>
              <a:t>71</a:t>
            </a:fld>
            <a:endParaRPr lang="en-US" altLang="zh-CN" sz="1300">
              <a:ea typeface="隶书" panose="02010509060101010101" pitchFamily="49" charset="-122"/>
            </a:endParaRPr>
          </a:p>
        </p:txBody>
      </p:sp>
      <p:sp>
        <p:nvSpPr>
          <p:cNvPr id="116739" name="Rectangle 2">
            <a:extLst>
              <a:ext uri="{FF2B5EF4-FFF2-40B4-BE49-F238E27FC236}">
                <a16:creationId xmlns:a16="http://schemas.microsoft.com/office/drawing/2014/main" id="{D3CDB9EE-A19D-BDCF-39E6-2474E9867E50}"/>
              </a:ext>
            </a:extLst>
          </p:cNvPr>
          <p:cNvSpPr>
            <a:spLocks noGrp="1" noRot="1" noChangeAspect="1" noChangeArrowheads="1" noTextEdit="1"/>
          </p:cNvSpPr>
          <p:nvPr>
            <p:ph type="sldImg"/>
          </p:nvPr>
        </p:nvSpPr>
        <p:spPr>
          <a:ln/>
        </p:spPr>
      </p:sp>
      <p:sp>
        <p:nvSpPr>
          <p:cNvPr id="116740" name="Rectangle 4">
            <a:extLst>
              <a:ext uri="{FF2B5EF4-FFF2-40B4-BE49-F238E27FC236}">
                <a16:creationId xmlns:a16="http://schemas.microsoft.com/office/drawing/2014/main" id="{B8196352-4413-65BF-770D-EF8F19E80F4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a:extLst>
              <a:ext uri="{FF2B5EF4-FFF2-40B4-BE49-F238E27FC236}">
                <a16:creationId xmlns:a16="http://schemas.microsoft.com/office/drawing/2014/main" id="{734BD996-A5D9-53E1-A2EE-FB8A1D612962}"/>
              </a:ext>
            </a:extLst>
          </p:cNvPr>
          <p:cNvSpPr>
            <a:spLocks noGrp="1" noRot="1" noChangeAspect="1" noChangeArrowheads="1" noTextEdit="1"/>
          </p:cNvSpPr>
          <p:nvPr>
            <p:ph type="sldImg"/>
          </p:nvPr>
        </p:nvSpPr>
        <p:spPr>
          <a:ln/>
        </p:spPr>
      </p:sp>
      <p:sp>
        <p:nvSpPr>
          <p:cNvPr id="120835" name="备注占位符 2">
            <a:extLst>
              <a:ext uri="{FF2B5EF4-FFF2-40B4-BE49-F238E27FC236}">
                <a16:creationId xmlns:a16="http://schemas.microsoft.com/office/drawing/2014/main" id="{D9B12AC7-2EF4-96BA-2C09-0C0B07549001}"/>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20836" name="灯片编号占位符 3">
            <a:extLst>
              <a:ext uri="{FF2B5EF4-FFF2-40B4-BE49-F238E27FC236}">
                <a16:creationId xmlns:a16="http://schemas.microsoft.com/office/drawing/2014/main" id="{A6E11FC8-90AD-E880-124F-0C0589CE1874}"/>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51588B8-343D-4D04-8853-1224F23CC482}" type="slidenum">
              <a:rPr lang="en-US" altLang="zh-CN" sz="1300" smtClean="0">
                <a:ea typeface="隶书" panose="02010509060101010101" pitchFamily="49" charset="-122"/>
              </a:rPr>
              <a:pPr>
                <a:spcBef>
                  <a:spcPct val="0"/>
                </a:spcBef>
              </a:pPr>
              <a:t>74</a:t>
            </a:fld>
            <a:endParaRPr lang="en-US" altLang="zh-CN" sz="1300">
              <a:ea typeface="隶书" panose="02010509060101010101" pitchFamily="49"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a:extLst>
              <a:ext uri="{FF2B5EF4-FFF2-40B4-BE49-F238E27FC236}">
                <a16:creationId xmlns:a16="http://schemas.microsoft.com/office/drawing/2014/main" id="{CBA7EA33-9264-CAE7-DD32-1899CCE088F7}"/>
              </a:ext>
            </a:extLst>
          </p:cNvPr>
          <p:cNvSpPr>
            <a:spLocks noGrp="1" noRot="1" noChangeAspect="1" noChangeArrowheads="1" noTextEdit="1"/>
          </p:cNvSpPr>
          <p:nvPr>
            <p:ph type="sldImg"/>
          </p:nvPr>
        </p:nvSpPr>
        <p:spPr>
          <a:ln/>
        </p:spPr>
      </p:sp>
      <p:sp>
        <p:nvSpPr>
          <p:cNvPr id="123907" name="备注占位符 2">
            <a:extLst>
              <a:ext uri="{FF2B5EF4-FFF2-40B4-BE49-F238E27FC236}">
                <a16:creationId xmlns:a16="http://schemas.microsoft.com/office/drawing/2014/main" id="{C47EF81F-6B7B-FE7D-86DE-32926FA85E88}"/>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23908" name="灯片编号占位符 3">
            <a:extLst>
              <a:ext uri="{FF2B5EF4-FFF2-40B4-BE49-F238E27FC236}">
                <a16:creationId xmlns:a16="http://schemas.microsoft.com/office/drawing/2014/main" id="{A4C24F41-0037-B801-5952-ADA436B9E39D}"/>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153AF71-016E-4CD9-8E54-83B4E48B4968}" type="slidenum">
              <a:rPr lang="en-US" altLang="zh-CN" sz="1300" smtClean="0">
                <a:ea typeface="隶书" panose="02010509060101010101" pitchFamily="49" charset="-122"/>
              </a:rPr>
              <a:pPr>
                <a:spcBef>
                  <a:spcPct val="0"/>
                </a:spcBef>
              </a:pPr>
              <a:t>76</a:t>
            </a:fld>
            <a:endParaRPr lang="en-US" altLang="zh-CN" sz="1300">
              <a:ea typeface="隶书" panose="02010509060101010101" pitchFamily="49"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C8D21154-5CC2-3312-828F-3CA0949286F4}"/>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A20AA6F-0C2B-4293-9104-CEC3BF756544}" type="slidenum">
              <a:rPr lang="en-US" altLang="zh-CN" sz="1300" smtClean="0">
                <a:ea typeface="隶书" panose="02010509060101010101" pitchFamily="49" charset="-122"/>
              </a:rPr>
              <a:pPr>
                <a:spcBef>
                  <a:spcPct val="0"/>
                </a:spcBef>
              </a:pPr>
              <a:t>78</a:t>
            </a:fld>
            <a:endParaRPr lang="en-US" altLang="zh-CN" sz="1300">
              <a:ea typeface="隶书" panose="02010509060101010101" pitchFamily="49" charset="-122"/>
            </a:endParaRPr>
          </a:p>
        </p:txBody>
      </p:sp>
      <p:sp>
        <p:nvSpPr>
          <p:cNvPr id="126979" name="Rectangle 2">
            <a:extLst>
              <a:ext uri="{FF2B5EF4-FFF2-40B4-BE49-F238E27FC236}">
                <a16:creationId xmlns:a16="http://schemas.microsoft.com/office/drawing/2014/main" id="{12998B25-0D05-7AA8-FD60-32E12F5E933B}"/>
              </a:ext>
            </a:extLst>
          </p:cNvPr>
          <p:cNvSpPr>
            <a:spLocks noGrp="1" noRot="1" noChangeAspect="1" noChangeArrowheads="1" noTextEdit="1"/>
          </p:cNvSpPr>
          <p:nvPr>
            <p:ph type="sldImg"/>
          </p:nvPr>
        </p:nvSpPr>
        <p:spPr>
          <a:ln/>
        </p:spPr>
      </p:sp>
      <p:sp>
        <p:nvSpPr>
          <p:cNvPr id="126980" name="Rectangle 4">
            <a:extLst>
              <a:ext uri="{FF2B5EF4-FFF2-40B4-BE49-F238E27FC236}">
                <a16:creationId xmlns:a16="http://schemas.microsoft.com/office/drawing/2014/main" id="{8D37ED7B-8E04-F310-D48A-05203CF3FB7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228EFE16-A288-EEAF-B1F1-51B6C2C461C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4669A69-1739-4FD3-A4E3-F000BC002797}" type="slidenum">
              <a:rPr lang="en-US" altLang="zh-CN" sz="1300" smtClean="0">
                <a:ea typeface="隶书" panose="02010509060101010101" pitchFamily="49" charset="-122"/>
              </a:rPr>
              <a:pPr>
                <a:spcBef>
                  <a:spcPct val="0"/>
                </a:spcBef>
              </a:pPr>
              <a:t>79</a:t>
            </a:fld>
            <a:endParaRPr lang="en-US" altLang="zh-CN" sz="1300">
              <a:ea typeface="隶书" panose="02010509060101010101" pitchFamily="49" charset="-122"/>
            </a:endParaRPr>
          </a:p>
        </p:txBody>
      </p:sp>
      <p:sp>
        <p:nvSpPr>
          <p:cNvPr id="129027" name="Rectangle 2">
            <a:extLst>
              <a:ext uri="{FF2B5EF4-FFF2-40B4-BE49-F238E27FC236}">
                <a16:creationId xmlns:a16="http://schemas.microsoft.com/office/drawing/2014/main" id="{00DFFAFC-F336-032B-35D9-E598454DD74E}"/>
              </a:ext>
            </a:extLst>
          </p:cNvPr>
          <p:cNvSpPr>
            <a:spLocks noGrp="1" noRot="1" noChangeAspect="1" noChangeArrowheads="1" noTextEdit="1"/>
          </p:cNvSpPr>
          <p:nvPr>
            <p:ph type="sldImg"/>
          </p:nvPr>
        </p:nvSpPr>
        <p:spPr>
          <a:ln/>
        </p:spPr>
      </p:sp>
      <p:sp>
        <p:nvSpPr>
          <p:cNvPr id="129028" name="Rectangle 4">
            <a:extLst>
              <a:ext uri="{FF2B5EF4-FFF2-40B4-BE49-F238E27FC236}">
                <a16:creationId xmlns:a16="http://schemas.microsoft.com/office/drawing/2014/main" id="{023DE889-9294-3371-BC9D-37065C894EF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3939D27D-4113-FD57-7FDE-AEE2BAF14CA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67FC640-6183-40DC-B3B8-D03F0CC5EE48}" type="slidenum">
              <a:rPr lang="en-US" altLang="zh-CN" sz="1300" smtClean="0">
                <a:ea typeface="隶书" panose="02010509060101010101" pitchFamily="49" charset="-122"/>
              </a:rPr>
              <a:pPr>
                <a:spcBef>
                  <a:spcPct val="0"/>
                </a:spcBef>
              </a:pPr>
              <a:t>80</a:t>
            </a:fld>
            <a:endParaRPr lang="en-US" altLang="zh-CN" sz="1300">
              <a:ea typeface="隶书" panose="02010509060101010101" pitchFamily="49" charset="-122"/>
            </a:endParaRPr>
          </a:p>
        </p:txBody>
      </p:sp>
      <p:sp>
        <p:nvSpPr>
          <p:cNvPr id="131075" name="Rectangle 2">
            <a:extLst>
              <a:ext uri="{FF2B5EF4-FFF2-40B4-BE49-F238E27FC236}">
                <a16:creationId xmlns:a16="http://schemas.microsoft.com/office/drawing/2014/main" id="{5BF260BD-5035-2BE0-3DB9-2DE375632C3E}"/>
              </a:ext>
            </a:extLst>
          </p:cNvPr>
          <p:cNvSpPr>
            <a:spLocks noGrp="1" noRot="1" noChangeAspect="1" noChangeArrowheads="1" noTextEdit="1"/>
          </p:cNvSpPr>
          <p:nvPr>
            <p:ph type="sldImg"/>
          </p:nvPr>
        </p:nvSpPr>
        <p:spPr>
          <a:ln/>
        </p:spPr>
      </p:sp>
      <p:sp>
        <p:nvSpPr>
          <p:cNvPr id="131076" name="Rectangle 4">
            <a:extLst>
              <a:ext uri="{FF2B5EF4-FFF2-40B4-BE49-F238E27FC236}">
                <a16:creationId xmlns:a16="http://schemas.microsoft.com/office/drawing/2014/main" id="{DBD81F9C-9A85-F06A-3719-B939EB084F1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a:extLst>
              <a:ext uri="{FF2B5EF4-FFF2-40B4-BE49-F238E27FC236}">
                <a16:creationId xmlns:a16="http://schemas.microsoft.com/office/drawing/2014/main" id="{ED993CF2-5489-5168-05FA-56F23F5AFEE0}"/>
              </a:ext>
            </a:extLst>
          </p:cNvPr>
          <p:cNvSpPr>
            <a:spLocks noGrp="1" noRot="1" noChangeAspect="1" noChangeArrowheads="1" noTextEdit="1"/>
          </p:cNvSpPr>
          <p:nvPr>
            <p:ph type="sldImg"/>
          </p:nvPr>
        </p:nvSpPr>
        <p:spPr>
          <a:ln/>
        </p:spPr>
      </p:sp>
      <p:sp>
        <p:nvSpPr>
          <p:cNvPr id="135171" name="备注占位符 2">
            <a:extLst>
              <a:ext uri="{FF2B5EF4-FFF2-40B4-BE49-F238E27FC236}">
                <a16:creationId xmlns:a16="http://schemas.microsoft.com/office/drawing/2014/main" id="{71C9AFDC-E88F-23D8-FE95-DCB7C1490A46}"/>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35172" name="灯片编号占位符 3">
            <a:extLst>
              <a:ext uri="{FF2B5EF4-FFF2-40B4-BE49-F238E27FC236}">
                <a16:creationId xmlns:a16="http://schemas.microsoft.com/office/drawing/2014/main" id="{D4BE1DE2-27E8-19AA-C097-3F2EBE7BB64D}"/>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9F1C0AD-B42C-4A7E-A8B1-BF78B506B619}" type="slidenum">
              <a:rPr lang="en-US" altLang="zh-CN" sz="1300" smtClean="0">
                <a:ea typeface="隶书" panose="02010509060101010101" pitchFamily="49" charset="-122"/>
              </a:rPr>
              <a:pPr>
                <a:spcBef>
                  <a:spcPct val="0"/>
                </a:spcBef>
              </a:pPr>
              <a:t>83</a:t>
            </a:fld>
            <a:endParaRPr lang="en-US" altLang="zh-CN" sz="1300">
              <a:ea typeface="隶书" panose="02010509060101010101" pitchFamily="49"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a:extLst>
              <a:ext uri="{FF2B5EF4-FFF2-40B4-BE49-F238E27FC236}">
                <a16:creationId xmlns:a16="http://schemas.microsoft.com/office/drawing/2014/main" id="{5C6CAB67-B416-E80E-A25E-576567D89D8F}"/>
              </a:ext>
            </a:extLst>
          </p:cNvPr>
          <p:cNvSpPr>
            <a:spLocks noGrp="1" noRot="1" noChangeAspect="1" noChangeArrowheads="1" noTextEdit="1"/>
          </p:cNvSpPr>
          <p:nvPr>
            <p:ph type="sldImg"/>
          </p:nvPr>
        </p:nvSpPr>
        <p:spPr>
          <a:ln/>
        </p:spPr>
      </p:sp>
      <p:sp>
        <p:nvSpPr>
          <p:cNvPr id="142339" name="备注占位符 2">
            <a:extLst>
              <a:ext uri="{FF2B5EF4-FFF2-40B4-BE49-F238E27FC236}">
                <a16:creationId xmlns:a16="http://schemas.microsoft.com/office/drawing/2014/main" id="{3BCF784B-76B8-3FF9-476A-8A382FC74B6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ltLang="zh-CN"/>
              <a:t> 3.14</a:t>
            </a:r>
            <a:endParaRPr lang="zh-CN" altLang="en-US"/>
          </a:p>
        </p:txBody>
      </p:sp>
      <p:sp>
        <p:nvSpPr>
          <p:cNvPr id="142340" name="灯片编号占位符 3">
            <a:extLst>
              <a:ext uri="{FF2B5EF4-FFF2-40B4-BE49-F238E27FC236}">
                <a16:creationId xmlns:a16="http://schemas.microsoft.com/office/drawing/2014/main" id="{05D9DD2E-EA4A-2320-6C86-B23512B8CDC3}"/>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B6E1A4EC-BCF9-41F0-8FC6-9106D306E00A}" type="slidenum">
              <a:rPr lang="en-US" altLang="zh-CN" sz="1300" smtClean="0"/>
              <a:pPr/>
              <a:t>89</a:t>
            </a:fld>
            <a:endParaRPr lang="en-US" altLang="zh-CN" sz="13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a:extLst>
              <a:ext uri="{FF2B5EF4-FFF2-40B4-BE49-F238E27FC236}">
                <a16:creationId xmlns:a16="http://schemas.microsoft.com/office/drawing/2014/main" id="{B959BF0D-30F8-4FCA-5B77-37191F7A9C24}"/>
              </a:ext>
            </a:extLst>
          </p:cNvPr>
          <p:cNvSpPr>
            <a:spLocks noGrp="1" noRot="1" noChangeAspect="1" noChangeArrowheads="1" noTextEdit="1"/>
          </p:cNvSpPr>
          <p:nvPr>
            <p:ph type="sldImg"/>
          </p:nvPr>
        </p:nvSpPr>
        <p:spPr>
          <a:ln/>
        </p:spPr>
      </p:sp>
      <p:sp>
        <p:nvSpPr>
          <p:cNvPr id="159747" name="备注占位符 2">
            <a:extLst>
              <a:ext uri="{FF2B5EF4-FFF2-40B4-BE49-F238E27FC236}">
                <a16:creationId xmlns:a16="http://schemas.microsoft.com/office/drawing/2014/main" id="{DD685205-A190-7378-E72E-CAA345452567}"/>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59748" name="灯片编号占位符 3">
            <a:extLst>
              <a:ext uri="{FF2B5EF4-FFF2-40B4-BE49-F238E27FC236}">
                <a16:creationId xmlns:a16="http://schemas.microsoft.com/office/drawing/2014/main" id="{E8449348-3430-0C46-F55A-646C16D98B7C}"/>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EF8DD06-4046-44BC-969F-C75418B14448}" type="slidenum">
              <a:rPr lang="en-US" altLang="zh-CN" sz="1300" smtClean="0">
                <a:ea typeface="隶书" panose="02010509060101010101" pitchFamily="49" charset="-122"/>
              </a:rPr>
              <a:pPr>
                <a:spcBef>
                  <a:spcPct val="0"/>
                </a:spcBef>
              </a:pPr>
              <a:t>105</a:t>
            </a:fld>
            <a:endParaRPr lang="en-US" altLang="zh-CN" sz="1300">
              <a:ea typeface="隶书" panose="02010509060101010101" pitchFamily="49"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a:extLst>
              <a:ext uri="{FF2B5EF4-FFF2-40B4-BE49-F238E27FC236}">
                <a16:creationId xmlns:a16="http://schemas.microsoft.com/office/drawing/2014/main" id="{015DFC00-C3A2-EF72-240E-A78A56679BD2}"/>
              </a:ext>
            </a:extLst>
          </p:cNvPr>
          <p:cNvSpPr>
            <a:spLocks noGrp="1" noRot="1" noChangeAspect="1" noChangeArrowheads="1" noTextEdit="1"/>
          </p:cNvSpPr>
          <p:nvPr>
            <p:ph type="sldImg"/>
          </p:nvPr>
        </p:nvSpPr>
        <p:spPr>
          <a:ln/>
        </p:spPr>
      </p:sp>
      <p:sp>
        <p:nvSpPr>
          <p:cNvPr id="161795" name="备注占位符 2">
            <a:extLst>
              <a:ext uri="{FF2B5EF4-FFF2-40B4-BE49-F238E27FC236}">
                <a16:creationId xmlns:a16="http://schemas.microsoft.com/office/drawing/2014/main" id="{9E948290-B96A-CB3A-28E3-56B55CF70360}"/>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61796" name="灯片编号占位符 3">
            <a:extLst>
              <a:ext uri="{FF2B5EF4-FFF2-40B4-BE49-F238E27FC236}">
                <a16:creationId xmlns:a16="http://schemas.microsoft.com/office/drawing/2014/main" id="{6275B22D-6926-3263-6310-DA46C4B6C657}"/>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2B5EAE0-A7C9-48E2-9B1B-12BF8F8BCD11}" type="slidenum">
              <a:rPr lang="en-US" altLang="zh-CN" sz="1300" smtClean="0">
                <a:ea typeface="隶书" panose="02010509060101010101" pitchFamily="49" charset="-122"/>
              </a:rPr>
              <a:pPr>
                <a:spcBef>
                  <a:spcPct val="0"/>
                </a:spcBef>
              </a:pPr>
              <a:t>106</a:t>
            </a:fld>
            <a:endParaRPr lang="en-US" altLang="zh-CN" sz="1300">
              <a:ea typeface="隶书" panose="02010509060101010101" pitchFamily="49"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3.4 </a:t>
            </a:r>
            <a:r>
              <a:rPr lang="zh-CN" altLang="en-US"/>
              <a:t>解释</a:t>
            </a:r>
            <a:r>
              <a:rPr lang="zh-CN" altLang="en-US" dirty="0"/>
              <a:t>为什么不提倡</a:t>
            </a:r>
            <a:r>
              <a:rPr lang="en-US" altLang="zh-CN" dirty="0" err="1"/>
              <a:t>goto</a:t>
            </a:r>
            <a:endParaRPr lang="zh-CN" altLang="en-US" dirty="0"/>
          </a:p>
        </p:txBody>
      </p:sp>
      <p:sp>
        <p:nvSpPr>
          <p:cNvPr id="4" name="灯片编号占位符 3"/>
          <p:cNvSpPr>
            <a:spLocks noGrp="1"/>
          </p:cNvSpPr>
          <p:nvPr>
            <p:ph type="sldNum" sz="quarter" idx="5"/>
          </p:nvPr>
        </p:nvSpPr>
        <p:spPr/>
        <p:txBody>
          <a:bodyPr/>
          <a:lstStyle/>
          <a:p>
            <a:pPr>
              <a:defRPr/>
            </a:pPr>
            <a:fld id="{E6C6988D-D4B0-465D-9A1A-846EA1C479B1}" type="slidenum">
              <a:rPr lang="en-US" altLang="zh-CN" smtClean="0"/>
              <a:pPr>
                <a:defRPr/>
              </a:pPr>
              <a:t>114</a:t>
            </a:fld>
            <a:endParaRPr lang="en-US" altLang="zh-CN"/>
          </a:p>
        </p:txBody>
      </p:sp>
    </p:spTree>
    <p:extLst>
      <p:ext uri="{BB962C8B-B14F-4D97-AF65-F5344CB8AC3E}">
        <p14:creationId xmlns:p14="http://schemas.microsoft.com/office/powerpoint/2010/main" val="2392831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a:extLst>
              <a:ext uri="{FF2B5EF4-FFF2-40B4-BE49-F238E27FC236}">
                <a16:creationId xmlns:a16="http://schemas.microsoft.com/office/drawing/2014/main" id="{9CC2E5F1-4A65-4C68-450C-16249370F112}"/>
              </a:ext>
            </a:extLst>
          </p:cNvPr>
          <p:cNvSpPr>
            <a:spLocks noGrp="1" noRot="1" noChangeAspect="1" noChangeArrowheads="1" noTextEdit="1"/>
          </p:cNvSpPr>
          <p:nvPr>
            <p:ph type="sldImg"/>
          </p:nvPr>
        </p:nvSpPr>
        <p:spPr>
          <a:ln/>
        </p:spPr>
      </p:sp>
      <p:sp>
        <p:nvSpPr>
          <p:cNvPr id="172035" name="备注占位符 2">
            <a:extLst>
              <a:ext uri="{FF2B5EF4-FFF2-40B4-BE49-F238E27FC236}">
                <a16:creationId xmlns:a16="http://schemas.microsoft.com/office/drawing/2014/main" id="{CB71BC85-12D8-D962-6F17-AAD9957765E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172036" name="灯片编号占位符 3">
            <a:extLst>
              <a:ext uri="{FF2B5EF4-FFF2-40B4-BE49-F238E27FC236}">
                <a16:creationId xmlns:a16="http://schemas.microsoft.com/office/drawing/2014/main" id="{5521FA8F-A30B-861F-A7CB-229E4D7D05A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58EE03CF-972E-497B-983A-DCF754E72EF3}" type="slidenum">
              <a:rPr lang="en-US" altLang="zh-CN" sz="1300" smtClean="0"/>
              <a:pPr/>
              <a:t>115</a:t>
            </a:fld>
            <a:endParaRPr lang="en-US" altLang="zh-CN" sz="13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a:extLst>
              <a:ext uri="{FF2B5EF4-FFF2-40B4-BE49-F238E27FC236}">
                <a16:creationId xmlns:a16="http://schemas.microsoft.com/office/drawing/2014/main" id="{E8B7DC2B-370C-469F-B65E-A5E036686A92}"/>
              </a:ext>
            </a:extLst>
          </p:cNvPr>
          <p:cNvSpPr>
            <a:spLocks noGrp="1" noRot="1" noChangeAspect="1" noChangeArrowheads="1" noTextEdit="1"/>
          </p:cNvSpPr>
          <p:nvPr>
            <p:ph type="sldImg"/>
          </p:nvPr>
        </p:nvSpPr>
        <p:spPr>
          <a:ln/>
        </p:spPr>
      </p:sp>
      <p:sp>
        <p:nvSpPr>
          <p:cNvPr id="174083" name="备注占位符 2">
            <a:extLst>
              <a:ext uri="{FF2B5EF4-FFF2-40B4-BE49-F238E27FC236}">
                <a16:creationId xmlns:a16="http://schemas.microsoft.com/office/drawing/2014/main" id="{1AEA2579-09A1-728C-3F03-B31E8E6D909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174084" name="灯片编号占位符 3">
            <a:extLst>
              <a:ext uri="{FF2B5EF4-FFF2-40B4-BE49-F238E27FC236}">
                <a16:creationId xmlns:a16="http://schemas.microsoft.com/office/drawing/2014/main" id="{BCAD27B8-96FC-DEAC-E32A-92FED9D269CD}"/>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4CD582EF-9259-435E-BC36-E835CC03F72D}" type="slidenum">
              <a:rPr lang="en-US" altLang="zh-CN" sz="1300" smtClean="0"/>
              <a:pPr/>
              <a:t>116</a:t>
            </a:fld>
            <a:endParaRPr lang="en-US" altLang="zh-CN" sz="130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a:extLst>
              <a:ext uri="{FF2B5EF4-FFF2-40B4-BE49-F238E27FC236}">
                <a16:creationId xmlns:a16="http://schemas.microsoft.com/office/drawing/2014/main" id="{73FCF0AC-D72B-7A35-397A-1315A5FFD6A3}"/>
              </a:ext>
            </a:extLst>
          </p:cNvPr>
          <p:cNvSpPr>
            <a:spLocks noGrp="1" noRot="1" noChangeAspect="1" noChangeArrowheads="1" noTextEdit="1"/>
          </p:cNvSpPr>
          <p:nvPr>
            <p:ph type="sldImg"/>
          </p:nvPr>
        </p:nvSpPr>
        <p:spPr>
          <a:ln/>
        </p:spPr>
      </p:sp>
      <p:sp>
        <p:nvSpPr>
          <p:cNvPr id="176131" name="备注占位符 2">
            <a:extLst>
              <a:ext uri="{FF2B5EF4-FFF2-40B4-BE49-F238E27FC236}">
                <a16:creationId xmlns:a16="http://schemas.microsoft.com/office/drawing/2014/main" id="{FD9F4447-EA8D-96FB-4A32-F4F3636EB74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176132" name="灯片编号占位符 3">
            <a:extLst>
              <a:ext uri="{FF2B5EF4-FFF2-40B4-BE49-F238E27FC236}">
                <a16:creationId xmlns:a16="http://schemas.microsoft.com/office/drawing/2014/main" id="{8A16D632-2A3A-7C58-2E19-1DBFAFA54ED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C1905573-C892-4030-B8CA-D124A94727DF}" type="slidenum">
              <a:rPr lang="en-US" altLang="zh-CN" sz="1300" smtClean="0"/>
              <a:pPr/>
              <a:t>117</a:t>
            </a:fld>
            <a:endParaRPr lang="en-US" altLang="zh-CN" sz="130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a:extLst>
              <a:ext uri="{FF2B5EF4-FFF2-40B4-BE49-F238E27FC236}">
                <a16:creationId xmlns:a16="http://schemas.microsoft.com/office/drawing/2014/main" id="{D12F62D9-2C41-F88E-E16D-6E03A7ACF3C8}"/>
              </a:ext>
            </a:extLst>
          </p:cNvPr>
          <p:cNvSpPr>
            <a:spLocks noGrp="1" noRot="1" noChangeAspect="1" noChangeArrowheads="1" noTextEdit="1"/>
          </p:cNvSpPr>
          <p:nvPr>
            <p:ph type="sldImg"/>
          </p:nvPr>
        </p:nvSpPr>
        <p:spPr>
          <a:ln/>
        </p:spPr>
      </p:sp>
      <p:sp>
        <p:nvSpPr>
          <p:cNvPr id="183299" name="备注占位符 2">
            <a:extLst>
              <a:ext uri="{FF2B5EF4-FFF2-40B4-BE49-F238E27FC236}">
                <a16:creationId xmlns:a16="http://schemas.microsoft.com/office/drawing/2014/main" id="{38812071-8543-F094-FB5F-D433202DAC30}"/>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83300" name="灯片编号占位符 3">
            <a:extLst>
              <a:ext uri="{FF2B5EF4-FFF2-40B4-BE49-F238E27FC236}">
                <a16:creationId xmlns:a16="http://schemas.microsoft.com/office/drawing/2014/main" id="{92E7638F-E6A1-058E-1286-A89924CD0B37}"/>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47D4A24-B48F-4CC9-A25D-283A45D1F542}" type="slidenum">
              <a:rPr lang="en-US" altLang="zh-CN" sz="1300" smtClean="0">
                <a:ea typeface="隶书" panose="02010509060101010101" pitchFamily="49" charset="-122"/>
              </a:rPr>
              <a:pPr>
                <a:spcBef>
                  <a:spcPct val="0"/>
                </a:spcBef>
              </a:pPr>
              <a:t>123</a:t>
            </a:fld>
            <a:endParaRPr lang="en-US" altLang="zh-CN" sz="1300">
              <a:ea typeface="隶书" panose="02010509060101010101" pitchFamily="49"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a:extLst>
              <a:ext uri="{FF2B5EF4-FFF2-40B4-BE49-F238E27FC236}">
                <a16:creationId xmlns:a16="http://schemas.microsoft.com/office/drawing/2014/main" id="{0CB9FAB4-BDAD-21FD-D099-A9004D263B15}"/>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8B4193BA-25EC-718F-13EC-A6F47DCD407D}"/>
              </a:ext>
            </a:extLst>
          </p:cNvPr>
          <p:cNvSpPr>
            <a:spLocks noGrp="1"/>
          </p:cNvSpPr>
          <p:nvPr>
            <p:ph type="body" idx="1"/>
          </p:nvPr>
        </p:nvSpPr>
        <p:spPr/>
        <p:txBody>
          <a:bodyPr/>
          <a:lstStyle/>
          <a:p>
            <a:pPr>
              <a:defRPr/>
            </a:pPr>
            <a:r>
              <a:rPr lang="en-US" altLang="zh-CN" sz="1050" dirty="0">
                <a:latin typeface="+mj-ea"/>
                <a:ea typeface="+mj-ea"/>
              </a:rPr>
              <a:t>IEEE754:32</a:t>
            </a:r>
            <a:r>
              <a:rPr lang="zh-CN" altLang="en-US" sz="1050" dirty="0">
                <a:latin typeface="+mj-ea"/>
                <a:ea typeface="+mj-ea"/>
              </a:rPr>
              <a:t>位浮点数</a:t>
            </a:r>
            <a:r>
              <a:rPr lang="en-US" altLang="zh-CN" sz="1050" dirty="0">
                <a:latin typeface="+mj-ea"/>
                <a:ea typeface="+mj-ea"/>
              </a:rPr>
              <a:t>float</a:t>
            </a:r>
            <a:r>
              <a:rPr lang="zh-CN" altLang="en-US" sz="1050" dirty="0">
                <a:latin typeface="+mj-ea"/>
                <a:ea typeface="+mj-ea"/>
              </a:rPr>
              <a:t>： </a:t>
            </a:r>
            <a:r>
              <a:rPr lang="en-US" altLang="zh-CN" sz="1050" dirty="0">
                <a:latin typeface="+mj-ea"/>
                <a:ea typeface="+mj-ea"/>
              </a:rPr>
              <a:t>(-1)^S * 1.M * 2^E</a:t>
            </a:r>
          </a:p>
          <a:p>
            <a:pPr>
              <a:defRPr/>
            </a:pPr>
            <a:r>
              <a:rPr lang="en-US" altLang="zh-CN" sz="1050" dirty="0"/>
              <a:t> </a:t>
            </a:r>
            <a:r>
              <a:rPr lang="zh-CN" altLang="en-US" sz="1050" dirty="0"/>
              <a:t>第</a:t>
            </a:r>
            <a:r>
              <a:rPr lang="en-US" altLang="zh-CN" sz="1050" dirty="0"/>
              <a:t>31</a:t>
            </a:r>
            <a:r>
              <a:rPr lang="zh-CN" altLang="en-US" sz="1050" dirty="0"/>
              <a:t>位为数符</a:t>
            </a:r>
            <a:r>
              <a:rPr lang="en-US" altLang="zh-CN" sz="1050" dirty="0"/>
              <a:t>S + 30-23</a:t>
            </a:r>
            <a:r>
              <a:rPr lang="zh-CN" altLang="en-US" sz="1050" dirty="0"/>
              <a:t>位（</a:t>
            </a:r>
            <a:r>
              <a:rPr lang="en-US" altLang="zh-CN" sz="1050" dirty="0"/>
              <a:t>8</a:t>
            </a:r>
            <a:r>
              <a:rPr lang="zh-CN" altLang="en-US" sz="1050" dirty="0"/>
              <a:t>位）阶码</a:t>
            </a:r>
            <a:r>
              <a:rPr lang="en-US" altLang="zh-CN" sz="1050" dirty="0"/>
              <a:t>E + 22-0</a:t>
            </a:r>
            <a:r>
              <a:rPr lang="zh-CN" altLang="en-US" sz="1050" dirty="0"/>
              <a:t>位（</a:t>
            </a:r>
            <a:r>
              <a:rPr lang="en-US" altLang="zh-CN" sz="1050" dirty="0"/>
              <a:t>23</a:t>
            </a:r>
            <a:r>
              <a:rPr lang="zh-CN" altLang="en-US" sz="1050" dirty="0"/>
              <a:t>位）尾码</a:t>
            </a:r>
            <a:r>
              <a:rPr lang="en-US" altLang="zh-CN" sz="1050" dirty="0"/>
              <a:t>M</a:t>
            </a:r>
          </a:p>
          <a:p>
            <a:pPr>
              <a:defRPr/>
            </a:pPr>
            <a:r>
              <a:rPr lang="en-US" altLang="zh-CN" sz="1050" dirty="0"/>
              <a:t> </a:t>
            </a:r>
            <a:r>
              <a:rPr lang="zh-CN" altLang="en-US" sz="1050" dirty="0"/>
              <a:t>其中，阶码用真值</a:t>
            </a:r>
            <a:r>
              <a:rPr lang="en-US" altLang="zh-CN" sz="1050" dirty="0"/>
              <a:t>+127(2^7-1=2</a:t>
            </a:r>
            <a:r>
              <a:rPr lang="zh-CN" altLang="en-US" sz="1050" dirty="0"/>
              <a:t>进制</a:t>
            </a:r>
            <a:r>
              <a:rPr lang="en-US" altLang="zh-CN" sz="1050" dirty="0"/>
              <a:t>1111111)</a:t>
            </a:r>
            <a:r>
              <a:rPr lang="zh-CN" altLang="en-US" sz="1050" dirty="0"/>
              <a:t>存储，这样</a:t>
            </a:r>
            <a:r>
              <a:rPr lang="en-US" altLang="zh-CN" sz="1050" dirty="0"/>
              <a:t>-127~127</a:t>
            </a:r>
            <a:r>
              <a:rPr lang="zh-CN" altLang="en-US" sz="1050" dirty="0"/>
              <a:t>就都变成了正数，节省了符号位。返回时再减</a:t>
            </a:r>
            <a:r>
              <a:rPr lang="en-US" altLang="zh-CN" sz="1050" dirty="0"/>
              <a:t>127</a:t>
            </a:r>
            <a:r>
              <a:rPr lang="zh-CN" altLang="en-US" sz="1050" dirty="0"/>
              <a:t>。</a:t>
            </a:r>
          </a:p>
          <a:p>
            <a:pPr>
              <a:defRPr/>
            </a:pPr>
            <a:r>
              <a:rPr lang="zh-CN" altLang="en-US" sz="1050" dirty="0"/>
              <a:t> 尾码最高位隐含整数位</a:t>
            </a:r>
            <a:r>
              <a:rPr lang="en-US" altLang="zh-CN" sz="1050" dirty="0"/>
              <a:t>1</a:t>
            </a:r>
            <a:r>
              <a:rPr lang="zh-CN" altLang="en-US" sz="1050" dirty="0"/>
              <a:t>，所以用</a:t>
            </a:r>
            <a:r>
              <a:rPr lang="en-US" altLang="zh-CN" sz="1050" dirty="0"/>
              <a:t>23</a:t>
            </a:r>
            <a:r>
              <a:rPr lang="zh-CN" altLang="en-US" sz="1050" dirty="0"/>
              <a:t>位可表达</a:t>
            </a:r>
            <a:r>
              <a:rPr lang="en-US" altLang="zh-CN" sz="1050" dirty="0"/>
              <a:t>24</a:t>
            </a:r>
            <a:r>
              <a:rPr lang="zh-CN" altLang="en-US" sz="1050" dirty="0"/>
              <a:t>位的精度。</a:t>
            </a:r>
          </a:p>
        </p:txBody>
      </p:sp>
      <p:sp>
        <p:nvSpPr>
          <p:cNvPr id="186372" name="灯片编号占位符 3">
            <a:extLst>
              <a:ext uri="{FF2B5EF4-FFF2-40B4-BE49-F238E27FC236}">
                <a16:creationId xmlns:a16="http://schemas.microsoft.com/office/drawing/2014/main" id="{CF39B5B2-6E04-3ED1-C430-E4FD3504118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fld id="{1C8EE42E-5B52-4680-BEA4-5AE2787800F9}" type="slidenum">
              <a:rPr lang="en-US" altLang="zh-CN" sz="1300" smtClean="0"/>
              <a:pPr/>
              <a:t>125</a:t>
            </a:fld>
            <a:endParaRPr lang="en-US" altLang="zh-CN" sz="130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幻灯片图像占位符 1">
            <a:extLst>
              <a:ext uri="{FF2B5EF4-FFF2-40B4-BE49-F238E27FC236}">
                <a16:creationId xmlns:a16="http://schemas.microsoft.com/office/drawing/2014/main" id="{20E5BF33-62AB-5578-3FB7-26ECA86AC629}"/>
              </a:ext>
            </a:extLst>
          </p:cNvPr>
          <p:cNvSpPr>
            <a:spLocks noGrp="1" noRot="1" noChangeAspect="1" noChangeArrowheads="1" noTextEdit="1"/>
          </p:cNvSpPr>
          <p:nvPr>
            <p:ph type="sldImg"/>
          </p:nvPr>
        </p:nvSpPr>
        <p:spPr>
          <a:ln/>
        </p:spPr>
      </p:sp>
      <p:sp>
        <p:nvSpPr>
          <p:cNvPr id="193539" name="备注占位符 2">
            <a:extLst>
              <a:ext uri="{FF2B5EF4-FFF2-40B4-BE49-F238E27FC236}">
                <a16:creationId xmlns:a16="http://schemas.microsoft.com/office/drawing/2014/main" id="{4A10F945-7A91-9E48-5057-85AEBBC4A187}"/>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93540" name="灯片编号占位符 3">
            <a:extLst>
              <a:ext uri="{FF2B5EF4-FFF2-40B4-BE49-F238E27FC236}">
                <a16:creationId xmlns:a16="http://schemas.microsoft.com/office/drawing/2014/main" id="{EB2DF235-28C8-FAE5-B0A6-6E0C3566BA20}"/>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126951B-AF42-453E-B6FE-454A1D6435E4}" type="slidenum">
              <a:rPr lang="en-US" altLang="zh-CN" sz="1300" smtClean="0">
                <a:ea typeface="隶书" panose="02010509060101010101" pitchFamily="49" charset="-122"/>
              </a:rPr>
              <a:pPr>
                <a:spcBef>
                  <a:spcPct val="0"/>
                </a:spcBef>
              </a:pPr>
              <a:t>131</a:t>
            </a:fld>
            <a:endParaRPr lang="en-US" altLang="zh-CN" sz="1300">
              <a:ea typeface="隶书" panose="02010509060101010101" pitchFamily="49"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7119A03-65C3-EC6B-8924-C7B5A0F2E5EC}"/>
              </a:ext>
            </a:extLst>
          </p:cNvPr>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 name="矩形 2">
            <a:extLst>
              <a:ext uri="{FF2B5EF4-FFF2-40B4-BE49-F238E27FC236}">
                <a16:creationId xmlns:a16="http://schemas.microsoft.com/office/drawing/2014/main" id="{17C504ED-AA61-0D56-3808-AFDE9ACDA416}"/>
              </a:ext>
            </a:extLst>
          </p:cNvPr>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 name="矩形 3">
            <a:extLst>
              <a:ext uri="{FF2B5EF4-FFF2-40B4-BE49-F238E27FC236}">
                <a16:creationId xmlns:a16="http://schemas.microsoft.com/office/drawing/2014/main" id="{56110DD6-0EAB-ED08-E080-5E9AA852BAF1}"/>
              </a:ext>
            </a:extLst>
          </p:cNvPr>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5" name="矩形 4">
            <a:extLst>
              <a:ext uri="{FF2B5EF4-FFF2-40B4-BE49-F238E27FC236}">
                <a16:creationId xmlns:a16="http://schemas.microsoft.com/office/drawing/2014/main" id="{66167E45-0295-08AF-8888-03B2CE414F9C}"/>
              </a:ext>
            </a:extLst>
          </p:cNvPr>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6" name="矩形 5">
            <a:extLst>
              <a:ext uri="{FF2B5EF4-FFF2-40B4-BE49-F238E27FC236}">
                <a16:creationId xmlns:a16="http://schemas.microsoft.com/office/drawing/2014/main" id="{C11856E2-43A8-37F5-A061-85529A39270E}"/>
              </a:ext>
            </a:extLst>
          </p:cNvPr>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7" name="圆角矩形 24">
            <a:extLst>
              <a:ext uri="{FF2B5EF4-FFF2-40B4-BE49-F238E27FC236}">
                <a16:creationId xmlns:a16="http://schemas.microsoft.com/office/drawing/2014/main" id="{6C35DF37-23AA-6BE8-68DA-C9123CF6B148}"/>
              </a:ext>
            </a:extLst>
          </p:cNvPr>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10" name="圆角矩形 25">
            <a:extLst>
              <a:ext uri="{FF2B5EF4-FFF2-40B4-BE49-F238E27FC236}">
                <a16:creationId xmlns:a16="http://schemas.microsoft.com/office/drawing/2014/main" id="{C39EF5BB-681F-9111-2FDC-F963A4679C2D}"/>
              </a:ext>
            </a:extLst>
          </p:cNvPr>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1" name="矩形 10">
            <a:extLst>
              <a:ext uri="{FF2B5EF4-FFF2-40B4-BE49-F238E27FC236}">
                <a16:creationId xmlns:a16="http://schemas.microsoft.com/office/drawing/2014/main" id="{D05E985C-6D6D-86FA-54FC-A19EF6429DD6}"/>
              </a:ext>
            </a:extLst>
          </p:cNvPr>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2" name="矩形 11">
            <a:extLst>
              <a:ext uri="{FF2B5EF4-FFF2-40B4-BE49-F238E27FC236}">
                <a16:creationId xmlns:a16="http://schemas.microsoft.com/office/drawing/2014/main" id="{D7883582-9AA9-B37D-96A8-05F6652A7C97}"/>
              </a:ext>
            </a:extLst>
          </p:cNvPr>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3" name="矩形 12">
            <a:extLst>
              <a:ext uri="{FF2B5EF4-FFF2-40B4-BE49-F238E27FC236}">
                <a16:creationId xmlns:a16="http://schemas.microsoft.com/office/drawing/2014/main" id="{F05DC97C-AE55-E8D3-4233-8D6BE0118483}"/>
              </a:ext>
            </a:extLst>
          </p:cNvPr>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4" name="矩形 13">
            <a:extLst>
              <a:ext uri="{FF2B5EF4-FFF2-40B4-BE49-F238E27FC236}">
                <a16:creationId xmlns:a16="http://schemas.microsoft.com/office/drawing/2014/main" id="{D770BB23-086B-A53F-F76E-3F173DB010AA}"/>
              </a:ext>
            </a:extLst>
          </p:cNvPr>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5" name="Rectangle 4">
            <a:extLst>
              <a:ext uri="{FF2B5EF4-FFF2-40B4-BE49-F238E27FC236}">
                <a16:creationId xmlns:a16="http://schemas.microsoft.com/office/drawing/2014/main" id="{5B8CD7EA-2000-A2C8-4A12-376FC6397A46}"/>
              </a:ext>
            </a:extLst>
          </p:cNvPr>
          <p:cNvSpPr>
            <a:spLocks noChangeArrowheads="1"/>
          </p:cNvSpPr>
          <p:nvPr userDrawn="1"/>
        </p:nvSpPr>
        <p:spPr bwMode="auto">
          <a:xfrm>
            <a:off x="1276350" y="103188"/>
            <a:ext cx="7772400" cy="857250"/>
          </a:xfrm>
          <a:prstGeom prst="rect">
            <a:avLst/>
          </a:prstGeom>
          <a:noFill/>
          <a:ln w="9525">
            <a:noFill/>
            <a:miter lim="800000"/>
            <a:headEnd/>
            <a:tailEnd/>
          </a:ln>
        </p:spPr>
        <p:txBody>
          <a:bodyPr anchor="ctr"/>
          <a:lstStyle>
            <a:defPPr>
              <a:defRPr lang="zh-CN"/>
            </a:defPPr>
            <a:lvl1pPr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隶书" pitchFamily="49" charset="-122"/>
                <a:cs typeface="+mn-cs"/>
              </a:defRPr>
            </a:lvl5pPr>
            <a:lvl6pPr marL="2286000" algn="l" defTabSz="914400" rtl="0" eaLnBrk="1" latinLnBrk="0" hangingPunct="1">
              <a:defRPr kumimoji="1" sz="2400" kern="1200">
                <a:solidFill>
                  <a:schemeClr val="tx1"/>
                </a:solidFill>
                <a:latin typeface="Times New Roman" pitchFamily="18" charset="0"/>
                <a:ea typeface="隶书" pitchFamily="49" charset="-122"/>
                <a:cs typeface="+mn-cs"/>
              </a:defRPr>
            </a:lvl6pPr>
            <a:lvl7pPr marL="2743200" algn="l" defTabSz="914400" rtl="0" eaLnBrk="1" latinLnBrk="0" hangingPunct="1">
              <a:defRPr kumimoji="1" sz="2400" kern="1200">
                <a:solidFill>
                  <a:schemeClr val="tx1"/>
                </a:solidFill>
                <a:latin typeface="Times New Roman" pitchFamily="18" charset="0"/>
                <a:ea typeface="隶书" pitchFamily="49" charset="-122"/>
                <a:cs typeface="+mn-cs"/>
              </a:defRPr>
            </a:lvl7pPr>
            <a:lvl8pPr marL="3200400" algn="l" defTabSz="914400" rtl="0" eaLnBrk="1" latinLnBrk="0" hangingPunct="1">
              <a:defRPr kumimoji="1" sz="2400" kern="1200">
                <a:solidFill>
                  <a:schemeClr val="tx1"/>
                </a:solidFill>
                <a:latin typeface="Times New Roman" pitchFamily="18" charset="0"/>
                <a:ea typeface="隶书" pitchFamily="49" charset="-122"/>
                <a:cs typeface="+mn-cs"/>
              </a:defRPr>
            </a:lvl8pPr>
            <a:lvl9pPr marL="3657600" algn="l" defTabSz="914400" rtl="0" eaLnBrk="1" latinLnBrk="0" hangingPunct="1">
              <a:defRPr kumimoji="1" sz="2400" kern="1200">
                <a:solidFill>
                  <a:schemeClr val="tx1"/>
                </a:solidFill>
                <a:latin typeface="Times New Roman" pitchFamily="18" charset="0"/>
                <a:ea typeface="隶书" pitchFamily="49" charset="-122"/>
                <a:cs typeface="+mn-cs"/>
              </a:defRPr>
            </a:lvl9pPr>
          </a:lstStyle>
          <a:p>
            <a:pPr algn="r" eaLnBrk="1" hangingPunct="1">
              <a:defRPr/>
            </a:pPr>
            <a:r>
              <a:rPr lang="en-US" altLang="zh-CN" sz="3200" dirty="0">
                <a:solidFill>
                  <a:schemeClr val="bg1"/>
                </a:solidFill>
                <a:latin typeface="华文楷体" pitchFamily="2" charset="-122"/>
                <a:ea typeface="华文楷体" pitchFamily="2" charset="-122"/>
              </a:rPr>
              <a:t>C++</a:t>
            </a:r>
            <a:r>
              <a:rPr lang="zh-CN" altLang="en-US" sz="3200" dirty="0">
                <a:solidFill>
                  <a:schemeClr val="bg1"/>
                </a:solidFill>
                <a:latin typeface="华文楷体" pitchFamily="2" charset="-122"/>
                <a:ea typeface="华文楷体" pitchFamily="2" charset="-122"/>
              </a:rPr>
              <a:t>语言</a:t>
            </a:r>
            <a:r>
              <a:rPr lang="zh-CN" altLang="zh-CN" sz="3200" dirty="0">
                <a:solidFill>
                  <a:schemeClr val="bg1"/>
                </a:solidFill>
                <a:latin typeface="华文楷体" pitchFamily="2" charset="-122"/>
                <a:ea typeface="华文楷体" pitchFamily="2" charset="-122"/>
              </a:rPr>
              <a:t>程序设计</a:t>
            </a:r>
            <a:endParaRPr lang="zh-CN" altLang="en-US" sz="3200" dirty="0">
              <a:solidFill>
                <a:schemeClr val="bg1"/>
              </a:solidFill>
              <a:latin typeface="华文楷体" pitchFamily="2" charset="-122"/>
              <a:ea typeface="华文楷体" pitchFamily="2" charset="-122"/>
            </a:endParaRPr>
          </a:p>
        </p:txBody>
      </p:sp>
      <p:sp>
        <p:nvSpPr>
          <p:cNvPr id="8" name="标题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zh-CN" altLang="en-US"/>
              <a:t>单击此处编辑母版标题样式</a:t>
            </a:r>
            <a:endParaRPr lang="en-US"/>
          </a:p>
        </p:txBody>
      </p:sp>
      <p:sp>
        <p:nvSpPr>
          <p:cNvPr id="9" name="副标题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dirty="0"/>
          </a:p>
        </p:txBody>
      </p:sp>
      <p:sp>
        <p:nvSpPr>
          <p:cNvPr id="16" name="日期占位符 27">
            <a:extLst>
              <a:ext uri="{FF2B5EF4-FFF2-40B4-BE49-F238E27FC236}">
                <a16:creationId xmlns:a16="http://schemas.microsoft.com/office/drawing/2014/main" id="{D16D80E2-AA74-EABE-7ACD-6D64B8B4486D}"/>
              </a:ext>
            </a:extLst>
          </p:cNvPr>
          <p:cNvSpPr>
            <a:spLocks noGrp="1"/>
          </p:cNvSpPr>
          <p:nvPr>
            <p:ph type="dt" sz="half" idx="10"/>
          </p:nvPr>
        </p:nvSpPr>
        <p:spPr>
          <a:xfrm>
            <a:off x="6705600" y="4206875"/>
            <a:ext cx="960438" cy="457200"/>
          </a:xfrm>
          <a:prstGeom prst="rect">
            <a:avLst/>
          </a:prstGeom>
        </p:spPr>
        <p:txBody>
          <a:bodyPr/>
          <a:lstStyle>
            <a:lvl1pPr eaLnBrk="1" hangingPunct="1">
              <a:defRPr/>
            </a:lvl1pPr>
          </a:lstStyle>
          <a:p>
            <a:pPr>
              <a:defRPr/>
            </a:pPr>
            <a:endParaRPr lang="en-US" altLang="zh-CN"/>
          </a:p>
        </p:txBody>
      </p:sp>
      <p:sp>
        <p:nvSpPr>
          <p:cNvPr id="17" name="页脚占位符 16">
            <a:extLst>
              <a:ext uri="{FF2B5EF4-FFF2-40B4-BE49-F238E27FC236}">
                <a16:creationId xmlns:a16="http://schemas.microsoft.com/office/drawing/2014/main" id="{6B8EF3FA-7FD6-A852-A316-D3A4D2EA88DE}"/>
              </a:ext>
            </a:extLst>
          </p:cNvPr>
          <p:cNvSpPr>
            <a:spLocks noGrp="1"/>
          </p:cNvSpPr>
          <p:nvPr>
            <p:ph type="ftr" sz="quarter" idx="11"/>
          </p:nvPr>
        </p:nvSpPr>
        <p:spPr>
          <a:xfrm>
            <a:off x="5410200" y="4205288"/>
            <a:ext cx="1295400" cy="457200"/>
          </a:xfrm>
          <a:prstGeom prst="rect">
            <a:avLst/>
          </a:prstGeom>
        </p:spPr>
        <p:txBody>
          <a:bodyPr/>
          <a:lstStyle>
            <a:lvl1pPr eaLnBrk="1" hangingPunct="1">
              <a:defRPr/>
            </a:lvl1pPr>
          </a:lstStyle>
          <a:p>
            <a:pPr>
              <a:defRPr/>
            </a:pPr>
            <a:endParaRPr lang="en-US" altLang="zh-CN"/>
          </a:p>
        </p:txBody>
      </p:sp>
      <p:sp>
        <p:nvSpPr>
          <p:cNvPr id="18" name="灯片编号占位符 28">
            <a:extLst>
              <a:ext uri="{FF2B5EF4-FFF2-40B4-BE49-F238E27FC236}">
                <a16:creationId xmlns:a16="http://schemas.microsoft.com/office/drawing/2014/main" id="{A74D66DE-966C-F66C-B754-4B433992C155}"/>
              </a:ext>
            </a:extLst>
          </p:cNvPr>
          <p:cNvSpPr>
            <a:spLocks noGrp="1"/>
          </p:cNvSpPr>
          <p:nvPr>
            <p:ph type="sldNum" sz="quarter" idx="12"/>
          </p:nvPr>
        </p:nvSpPr>
        <p:spPr>
          <a:xfrm>
            <a:off x="8320088" y="12700"/>
            <a:ext cx="747712" cy="365125"/>
          </a:xfrm>
        </p:spPr>
        <p:txBody>
          <a:bodyPr/>
          <a:lstStyle>
            <a:lvl1pPr>
              <a:defRPr>
                <a:solidFill>
                  <a:schemeClr val="bg1"/>
                </a:solidFill>
              </a:defRPr>
            </a:lvl1pPr>
          </a:lstStyle>
          <a:p>
            <a:pPr>
              <a:defRPr/>
            </a:pPr>
            <a:fld id="{1039E852-8FD9-4B84-B38B-105CCE731285}" type="slidenum">
              <a:rPr lang="en-US" altLang="zh-CN"/>
              <a:pPr>
                <a:defRPr/>
              </a:pPr>
              <a:t>‹#›</a:t>
            </a:fld>
            <a:endParaRPr lang="en-US" altLang="zh-CN"/>
          </a:p>
        </p:txBody>
      </p:sp>
    </p:spTree>
    <p:extLst>
      <p:ext uri="{BB962C8B-B14F-4D97-AF65-F5344CB8AC3E}">
        <p14:creationId xmlns:p14="http://schemas.microsoft.com/office/powerpoint/2010/main" val="2287754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a:extLst>
              <a:ext uri="{FF2B5EF4-FFF2-40B4-BE49-F238E27FC236}">
                <a16:creationId xmlns:a16="http://schemas.microsoft.com/office/drawing/2014/main" id="{4B17F278-EFC1-C5D6-EBF1-74B24DB1C733}"/>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3AD35D3B-8246-1D40-8174-9EA114EC199A}"/>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F0515363-C0D5-B862-9BB3-AA976CD48BC8}"/>
              </a:ext>
            </a:extLst>
          </p:cNvPr>
          <p:cNvSpPr>
            <a:spLocks noGrp="1"/>
          </p:cNvSpPr>
          <p:nvPr>
            <p:ph type="sldNum" sz="quarter" idx="12"/>
          </p:nvPr>
        </p:nvSpPr>
        <p:spPr/>
        <p:txBody>
          <a:bodyPr/>
          <a:lstStyle>
            <a:lvl1pPr>
              <a:defRPr/>
            </a:lvl1pPr>
          </a:lstStyle>
          <a:p>
            <a:pPr>
              <a:defRPr/>
            </a:pPr>
            <a:fld id="{CFA29018-0A6A-4312-A433-CBD2A4D23B31}" type="slidenum">
              <a:rPr lang="en-US" altLang="zh-CN"/>
              <a:pPr>
                <a:defRPr/>
              </a:pPr>
              <a:t>‹#›</a:t>
            </a:fld>
            <a:endParaRPr lang="en-US" altLang="zh-CN"/>
          </a:p>
        </p:txBody>
      </p:sp>
    </p:spTree>
    <p:extLst>
      <p:ext uri="{BB962C8B-B14F-4D97-AF65-F5344CB8AC3E}">
        <p14:creationId xmlns:p14="http://schemas.microsoft.com/office/powerpoint/2010/main" val="1060331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a:t>单击此处编辑母版标题样式</a:t>
            </a:r>
            <a:endParaRPr lang="en-US" dirty="0"/>
          </a:p>
        </p:txBody>
      </p:sp>
      <p:sp>
        <p:nvSpPr>
          <p:cNvPr id="3" name="文本占位符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a:extLst>
              <a:ext uri="{FF2B5EF4-FFF2-40B4-BE49-F238E27FC236}">
                <a16:creationId xmlns:a16="http://schemas.microsoft.com/office/drawing/2014/main" id="{B62ECEB1-A0CE-9E88-304F-660F246F46C7}"/>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1492EEC4-D90E-C15E-7C92-BF062BF3F6E2}"/>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1DD9B73E-8D10-93DC-86F7-143A22C3A01F}"/>
              </a:ext>
            </a:extLst>
          </p:cNvPr>
          <p:cNvSpPr>
            <a:spLocks noGrp="1"/>
          </p:cNvSpPr>
          <p:nvPr>
            <p:ph type="sldNum" sz="quarter" idx="12"/>
          </p:nvPr>
        </p:nvSpPr>
        <p:spPr/>
        <p:txBody>
          <a:bodyPr/>
          <a:lstStyle>
            <a:lvl1pPr>
              <a:defRPr/>
            </a:lvl1pPr>
          </a:lstStyle>
          <a:p>
            <a:pPr>
              <a:defRPr/>
            </a:pPr>
            <a:fld id="{021FA63A-5F93-4F5C-BE9B-2F36E5720AF3}" type="slidenum">
              <a:rPr lang="en-US" altLang="zh-CN"/>
              <a:pPr>
                <a:defRPr/>
              </a:pPr>
              <a:t>‹#›</a:t>
            </a:fld>
            <a:endParaRPr lang="en-US" altLang="zh-CN"/>
          </a:p>
        </p:txBody>
      </p:sp>
    </p:spTree>
    <p:extLst>
      <p:ext uri="{BB962C8B-B14F-4D97-AF65-F5344CB8AC3E}">
        <p14:creationId xmlns:p14="http://schemas.microsoft.com/office/powerpoint/2010/main" val="4022062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内容占位符 3"/>
          <p:cNvSpPr>
            <a:spLocks noGrp="1"/>
          </p:cNvSpPr>
          <p:nvPr>
            <p:ph sz="half" idx="2"/>
          </p:nvPr>
        </p:nvSpPr>
        <p:spPr>
          <a:xfrm>
            <a:off x="4648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a:extLst>
              <a:ext uri="{FF2B5EF4-FFF2-40B4-BE49-F238E27FC236}">
                <a16:creationId xmlns:a16="http://schemas.microsoft.com/office/drawing/2014/main" id="{D84A2515-8E69-C008-5A90-AEFD7A4D8BC6}"/>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6" name="页脚占位符 5">
            <a:extLst>
              <a:ext uri="{FF2B5EF4-FFF2-40B4-BE49-F238E27FC236}">
                <a16:creationId xmlns:a16="http://schemas.microsoft.com/office/drawing/2014/main" id="{C06C1B2A-9BA7-60FD-E0AC-7B6EE92D206D}"/>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7" name="灯片编号占位符 6">
            <a:extLst>
              <a:ext uri="{FF2B5EF4-FFF2-40B4-BE49-F238E27FC236}">
                <a16:creationId xmlns:a16="http://schemas.microsoft.com/office/drawing/2014/main" id="{D9CC0DCE-C724-3624-F9DE-9583F69B4055}"/>
              </a:ext>
            </a:extLst>
          </p:cNvPr>
          <p:cNvSpPr>
            <a:spLocks noGrp="1"/>
          </p:cNvSpPr>
          <p:nvPr>
            <p:ph type="sldNum" sz="quarter" idx="12"/>
          </p:nvPr>
        </p:nvSpPr>
        <p:spPr/>
        <p:txBody>
          <a:bodyPr/>
          <a:lstStyle>
            <a:lvl1pPr>
              <a:defRPr/>
            </a:lvl1pPr>
          </a:lstStyle>
          <a:p>
            <a:pPr>
              <a:defRPr/>
            </a:pPr>
            <a:fld id="{37537388-28A9-4307-88E9-6FC73057650E}" type="slidenum">
              <a:rPr lang="en-US" altLang="zh-CN"/>
              <a:pPr>
                <a:defRPr/>
              </a:pPr>
              <a:t>‹#›</a:t>
            </a:fld>
            <a:endParaRPr lang="en-US" altLang="zh-CN"/>
          </a:p>
        </p:txBody>
      </p:sp>
    </p:spTree>
    <p:extLst>
      <p:ext uri="{BB962C8B-B14F-4D97-AF65-F5344CB8AC3E}">
        <p14:creationId xmlns:p14="http://schemas.microsoft.com/office/powerpoint/2010/main" val="1409228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81000" y="428604"/>
            <a:ext cx="8382000"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381000" y="1500174"/>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721225" y="1500174"/>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381000" y="1928802"/>
            <a:ext cx="4041648"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4718304" y="1928802"/>
            <a:ext cx="4041775"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22">
            <a:extLst>
              <a:ext uri="{FF2B5EF4-FFF2-40B4-BE49-F238E27FC236}">
                <a16:creationId xmlns:a16="http://schemas.microsoft.com/office/drawing/2014/main" id="{073A3D2D-89B0-A2B3-32B7-0870B50837A7}"/>
              </a:ext>
            </a:extLst>
          </p:cNvPr>
          <p:cNvSpPr>
            <a:spLocks noGrp="1"/>
          </p:cNvSpPr>
          <p:nvPr>
            <p:ph type="sldNum" sz="quarter" idx="10"/>
          </p:nvPr>
        </p:nvSpPr>
        <p:spPr/>
        <p:txBody>
          <a:bodyPr/>
          <a:lstStyle>
            <a:lvl1pPr>
              <a:defRPr/>
            </a:lvl1pPr>
          </a:lstStyle>
          <a:p>
            <a:pPr>
              <a:defRPr/>
            </a:pPr>
            <a:fld id="{C469FAAA-0942-40C8-BF13-8416D79CAC2A}" type="slidenum">
              <a:rPr lang="en-US" altLang="zh-CN"/>
              <a:pPr>
                <a:defRPr/>
              </a:pPr>
              <a:t>‹#›</a:t>
            </a:fld>
            <a:endParaRPr lang="en-US" altLang="zh-CN"/>
          </a:p>
        </p:txBody>
      </p:sp>
    </p:spTree>
    <p:extLst>
      <p:ext uri="{BB962C8B-B14F-4D97-AF65-F5344CB8AC3E}">
        <p14:creationId xmlns:p14="http://schemas.microsoft.com/office/powerpoint/2010/main" val="556286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143000"/>
            <a:ext cx="8229600" cy="1069848"/>
          </a:xfrm>
        </p:spPr>
        <p:txBody>
          <a:bodyPr/>
          <a:lstStyle>
            <a:lvl1pPr>
              <a:defRPr sz="4000">
                <a:solidFill>
                  <a:schemeClr val="tx2"/>
                </a:solidFill>
              </a:defRPr>
            </a:lvl1p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B57434E8-1D06-F833-22B6-0947B02C4605}"/>
              </a:ext>
            </a:extLst>
          </p:cNvPr>
          <p:cNvSpPr>
            <a:spLocks noGrp="1"/>
          </p:cNvSpPr>
          <p:nvPr>
            <p:ph type="dt" sz="half" idx="10"/>
          </p:nvPr>
        </p:nvSpPr>
        <p:spPr>
          <a:xfrm>
            <a:off x="6583363" y="612775"/>
            <a:ext cx="957262" cy="457200"/>
          </a:xfrm>
          <a:prstGeom prst="rect">
            <a:avLst/>
          </a:prstGeom>
        </p:spPr>
        <p:txBody>
          <a:bodyPr/>
          <a:lstStyle>
            <a:lvl1pPr eaLnBrk="1" hangingPunct="1">
              <a:defRPr/>
            </a:lvl1pPr>
          </a:lstStyle>
          <a:p>
            <a:pPr>
              <a:defRPr/>
            </a:pPr>
            <a:endParaRPr lang="en-US" altLang="zh-CN"/>
          </a:p>
        </p:txBody>
      </p:sp>
      <p:sp>
        <p:nvSpPr>
          <p:cNvPr id="4" name="页脚占位符 3">
            <a:extLst>
              <a:ext uri="{FF2B5EF4-FFF2-40B4-BE49-F238E27FC236}">
                <a16:creationId xmlns:a16="http://schemas.microsoft.com/office/drawing/2014/main" id="{9446B352-52F7-DE5C-91A4-1C00F4F05B64}"/>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5" name="灯片编号占位符 4">
            <a:extLst>
              <a:ext uri="{FF2B5EF4-FFF2-40B4-BE49-F238E27FC236}">
                <a16:creationId xmlns:a16="http://schemas.microsoft.com/office/drawing/2014/main" id="{48A6AB82-102F-9347-4605-DBA13E80F3A5}"/>
              </a:ext>
            </a:extLst>
          </p:cNvPr>
          <p:cNvSpPr>
            <a:spLocks noGrp="1"/>
          </p:cNvSpPr>
          <p:nvPr>
            <p:ph type="sldNum" sz="quarter" idx="12"/>
          </p:nvPr>
        </p:nvSpPr>
        <p:spPr/>
        <p:txBody>
          <a:bodyPr/>
          <a:lstStyle>
            <a:lvl1pPr>
              <a:defRPr/>
            </a:lvl1pPr>
          </a:lstStyle>
          <a:p>
            <a:pPr>
              <a:defRPr/>
            </a:pPr>
            <a:fld id="{A4916D6D-6695-44A7-9054-660537445AC7}" type="slidenum">
              <a:rPr lang="en-US" altLang="zh-CN"/>
              <a:pPr>
                <a:defRPr/>
              </a:pPr>
              <a:t>‹#›</a:t>
            </a:fld>
            <a:endParaRPr lang="en-US" altLang="zh-CN"/>
          </a:p>
        </p:txBody>
      </p:sp>
    </p:spTree>
    <p:extLst>
      <p:ext uri="{BB962C8B-B14F-4D97-AF65-F5344CB8AC3E}">
        <p14:creationId xmlns:p14="http://schemas.microsoft.com/office/powerpoint/2010/main" val="1826288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99288BE-A074-B329-4DA9-C50011437674}"/>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3" name="页脚占位符 2">
            <a:extLst>
              <a:ext uri="{FF2B5EF4-FFF2-40B4-BE49-F238E27FC236}">
                <a16:creationId xmlns:a16="http://schemas.microsoft.com/office/drawing/2014/main" id="{F0E7F022-746C-EAFD-993C-FB075D7F3A81}"/>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4" name="灯片编号占位符 3">
            <a:extLst>
              <a:ext uri="{FF2B5EF4-FFF2-40B4-BE49-F238E27FC236}">
                <a16:creationId xmlns:a16="http://schemas.microsoft.com/office/drawing/2014/main" id="{A9A2CCDB-2388-D925-B48A-2C64FC780800}"/>
              </a:ext>
            </a:extLst>
          </p:cNvPr>
          <p:cNvSpPr>
            <a:spLocks noGrp="1"/>
          </p:cNvSpPr>
          <p:nvPr>
            <p:ph type="sldNum" sz="quarter" idx="12"/>
          </p:nvPr>
        </p:nvSpPr>
        <p:spPr/>
        <p:txBody>
          <a:bodyPr/>
          <a:lstStyle>
            <a:lvl1pPr>
              <a:defRPr/>
            </a:lvl1pPr>
          </a:lstStyle>
          <a:p>
            <a:pPr>
              <a:defRPr/>
            </a:pPr>
            <a:fld id="{BDCF0F87-544A-4807-958D-5392E50C6AAE}" type="slidenum">
              <a:rPr lang="en-US" altLang="zh-CN"/>
              <a:pPr>
                <a:defRPr/>
              </a:pPr>
              <a:t>‹#›</a:t>
            </a:fld>
            <a:endParaRPr lang="en-US" altLang="zh-CN"/>
          </a:p>
        </p:txBody>
      </p:sp>
    </p:spTree>
    <p:extLst>
      <p:ext uri="{BB962C8B-B14F-4D97-AF65-F5344CB8AC3E}">
        <p14:creationId xmlns:p14="http://schemas.microsoft.com/office/powerpoint/2010/main" val="1523939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53496" y="1101970"/>
            <a:ext cx="3383280"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2AE26A21-5789-7CB7-4D19-0C655430B55E}"/>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6" name="页脚占位符 5">
            <a:extLst>
              <a:ext uri="{FF2B5EF4-FFF2-40B4-BE49-F238E27FC236}">
                <a16:creationId xmlns:a16="http://schemas.microsoft.com/office/drawing/2014/main" id="{EB8C555F-F7B3-15F2-37D5-DF5747A402DE}"/>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7" name="灯片编号占位符 6">
            <a:extLst>
              <a:ext uri="{FF2B5EF4-FFF2-40B4-BE49-F238E27FC236}">
                <a16:creationId xmlns:a16="http://schemas.microsoft.com/office/drawing/2014/main" id="{DAA97E61-FE60-AF53-5980-BF1089CF2BBB}"/>
              </a:ext>
            </a:extLst>
          </p:cNvPr>
          <p:cNvSpPr>
            <a:spLocks noGrp="1"/>
          </p:cNvSpPr>
          <p:nvPr>
            <p:ph type="sldNum" sz="quarter" idx="12"/>
          </p:nvPr>
        </p:nvSpPr>
        <p:spPr/>
        <p:txBody>
          <a:bodyPr/>
          <a:lstStyle>
            <a:lvl1pPr>
              <a:defRPr/>
            </a:lvl1pPr>
          </a:lstStyle>
          <a:p>
            <a:pPr>
              <a:defRPr/>
            </a:pPr>
            <a:fld id="{7E18D6CF-507D-40D6-9B8D-9E19E8B3B0B2}" type="slidenum">
              <a:rPr lang="en-US" altLang="zh-CN"/>
              <a:pPr>
                <a:defRPr/>
              </a:pPr>
              <a:t>‹#›</a:t>
            </a:fld>
            <a:endParaRPr lang="en-US" altLang="zh-CN"/>
          </a:p>
        </p:txBody>
      </p:sp>
    </p:spTree>
    <p:extLst>
      <p:ext uri="{BB962C8B-B14F-4D97-AF65-F5344CB8AC3E}">
        <p14:creationId xmlns:p14="http://schemas.microsoft.com/office/powerpoint/2010/main" val="4054777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021AA3-2376-8BFF-6741-1E862B8CCFDE}"/>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6" name="页脚占位符 5">
            <a:extLst>
              <a:ext uri="{FF2B5EF4-FFF2-40B4-BE49-F238E27FC236}">
                <a16:creationId xmlns:a16="http://schemas.microsoft.com/office/drawing/2014/main" id="{C7B30AC3-8BCA-DB73-F809-F3BA806E3C26}"/>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7" name="灯片编号占位符 6">
            <a:extLst>
              <a:ext uri="{FF2B5EF4-FFF2-40B4-BE49-F238E27FC236}">
                <a16:creationId xmlns:a16="http://schemas.microsoft.com/office/drawing/2014/main" id="{89430CCB-1D06-7D8A-F4DE-032C0F50B5C5}"/>
              </a:ext>
            </a:extLst>
          </p:cNvPr>
          <p:cNvSpPr>
            <a:spLocks noGrp="1"/>
          </p:cNvSpPr>
          <p:nvPr>
            <p:ph type="sldNum" sz="quarter" idx="12"/>
          </p:nvPr>
        </p:nvSpPr>
        <p:spPr/>
        <p:txBody>
          <a:bodyPr/>
          <a:lstStyle>
            <a:lvl1pPr>
              <a:defRPr/>
            </a:lvl1pPr>
          </a:lstStyle>
          <a:p>
            <a:pPr>
              <a:defRPr/>
            </a:pPr>
            <a:fld id="{20075842-0CC3-43BE-A89C-1CBB5C6835C1}" type="slidenum">
              <a:rPr lang="en-US" altLang="zh-CN"/>
              <a:pPr>
                <a:defRPr/>
              </a:pPr>
              <a:t>‹#›</a:t>
            </a:fld>
            <a:endParaRPr lang="en-US" altLang="zh-CN"/>
          </a:p>
        </p:txBody>
      </p:sp>
    </p:spTree>
    <p:extLst>
      <p:ext uri="{BB962C8B-B14F-4D97-AF65-F5344CB8AC3E}">
        <p14:creationId xmlns:p14="http://schemas.microsoft.com/office/powerpoint/2010/main" val="477992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1B110C13-1DBF-43A2-AFFD-C81CAE60C2AA}"/>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1D2486A3-DF81-AE4E-DFF9-ECDD889C04EC}"/>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88097140-7E5A-7AEA-9FA3-B54641A2256C}"/>
              </a:ext>
            </a:extLst>
          </p:cNvPr>
          <p:cNvSpPr>
            <a:spLocks noGrp="1"/>
          </p:cNvSpPr>
          <p:nvPr>
            <p:ph type="sldNum" sz="quarter" idx="12"/>
          </p:nvPr>
        </p:nvSpPr>
        <p:spPr/>
        <p:txBody>
          <a:bodyPr/>
          <a:lstStyle>
            <a:lvl1pPr>
              <a:defRPr/>
            </a:lvl1pPr>
          </a:lstStyle>
          <a:p>
            <a:pPr>
              <a:defRPr/>
            </a:pPr>
            <a:fld id="{7A017B7B-6C84-4CD3-A6A5-8E15660C61CC}" type="slidenum">
              <a:rPr lang="en-US" altLang="zh-CN"/>
              <a:pPr>
                <a:defRPr/>
              </a:pPr>
              <a:t>‹#›</a:t>
            </a:fld>
            <a:endParaRPr lang="en-US" altLang="zh-CN"/>
          </a:p>
        </p:txBody>
      </p:sp>
    </p:spTree>
    <p:extLst>
      <p:ext uri="{BB962C8B-B14F-4D97-AF65-F5344CB8AC3E}">
        <p14:creationId xmlns:p14="http://schemas.microsoft.com/office/powerpoint/2010/main" val="456383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143000"/>
            <a:ext cx="1905000"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143000"/>
            <a:ext cx="62484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BF6F1F24-74A3-FD7F-1498-F8157903117C}"/>
              </a:ext>
            </a:extLst>
          </p:cNvPr>
          <p:cNvSpPr>
            <a:spLocks noGrp="1"/>
          </p:cNvSpPr>
          <p:nvPr>
            <p:ph type="dt" sz="half" idx="10"/>
          </p:nvPr>
        </p:nvSpPr>
        <p:spPr>
          <a:xfrm>
            <a:off x="6586538" y="612775"/>
            <a:ext cx="957262" cy="457200"/>
          </a:xfrm>
          <a:prstGeom prst="rect">
            <a:avLst/>
          </a:prstGeom>
        </p:spPr>
        <p:txBody>
          <a:bodyPr/>
          <a:lstStyle>
            <a:lvl1pPr eaLnBrk="1" hangingPunct="1">
              <a:defRPr/>
            </a:lvl1pPr>
          </a:lstStyle>
          <a:p>
            <a:pPr>
              <a:defRPr/>
            </a:pPr>
            <a:endParaRPr lang="en-US" altLang="zh-CN"/>
          </a:p>
        </p:txBody>
      </p:sp>
      <p:sp>
        <p:nvSpPr>
          <p:cNvPr id="5" name="页脚占位符 4">
            <a:extLst>
              <a:ext uri="{FF2B5EF4-FFF2-40B4-BE49-F238E27FC236}">
                <a16:creationId xmlns:a16="http://schemas.microsoft.com/office/drawing/2014/main" id="{B90A5ECD-3FC9-6005-EABD-663A3A3C22CE}"/>
              </a:ext>
            </a:extLst>
          </p:cNvPr>
          <p:cNvSpPr>
            <a:spLocks noGrp="1"/>
          </p:cNvSpPr>
          <p:nvPr>
            <p:ph type="ftr" sz="quarter" idx="11"/>
          </p:nvPr>
        </p:nvSpPr>
        <p:spPr>
          <a:xfrm>
            <a:off x="5257800" y="612775"/>
            <a:ext cx="1325563" cy="457200"/>
          </a:xfrm>
          <a:prstGeom prst="rect">
            <a:avLst/>
          </a:prstGeom>
        </p:spPr>
        <p:txBody>
          <a:bodyPr/>
          <a:lstStyle>
            <a:lvl1pPr eaLnBrk="1" hangingPunct="1">
              <a:defRPr/>
            </a:lvl1pPr>
          </a:lstStyle>
          <a:p>
            <a:pPr>
              <a:defRPr/>
            </a:pPr>
            <a:endParaRPr lang="en-US" altLang="zh-CN"/>
          </a:p>
        </p:txBody>
      </p:sp>
      <p:sp>
        <p:nvSpPr>
          <p:cNvPr id="6" name="灯片编号占位符 5">
            <a:extLst>
              <a:ext uri="{FF2B5EF4-FFF2-40B4-BE49-F238E27FC236}">
                <a16:creationId xmlns:a16="http://schemas.microsoft.com/office/drawing/2014/main" id="{279D5B94-8B79-447F-21E2-D6B101246411}"/>
              </a:ext>
            </a:extLst>
          </p:cNvPr>
          <p:cNvSpPr>
            <a:spLocks noGrp="1"/>
          </p:cNvSpPr>
          <p:nvPr>
            <p:ph type="sldNum" sz="quarter" idx="12"/>
          </p:nvPr>
        </p:nvSpPr>
        <p:spPr/>
        <p:txBody>
          <a:bodyPr/>
          <a:lstStyle>
            <a:lvl1pPr>
              <a:defRPr/>
            </a:lvl1pPr>
          </a:lstStyle>
          <a:p>
            <a:pPr>
              <a:defRPr/>
            </a:pPr>
            <a:fld id="{786287AA-2E23-4990-AD8D-710CABE6599F}" type="slidenum">
              <a:rPr lang="en-US" altLang="zh-CN"/>
              <a:pPr>
                <a:defRPr/>
              </a:pPr>
              <a:t>‹#›</a:t>
            </a:fld>
            <a:endParaRPr lang="en-US" altLang="zh-CN"/>
          </a:p>
        </p:txBody>
      </p:sp>
    </p:spTree>
    <p:extLst>
      <p:ext uri="{BB962C8B-B14F-4D97-AF65-F5344CB8AC3E}">
        <p14:creationId xmlns:p14="http://schemas.microsoft.com/office/powerpoint/2010/main" val="1078325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91FD266B-C968-79ED-D9FA-2877C9D8DF8F}"/>
              </a:ext>
            </a:extLst>
          </p:cNvPr>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29" name="矩形 28">
            <a:extLst>
              <a:ext uri="{FF2B5EF4-FFF2-40B4-BE49-F238E27FC236}">
                <a16:creationId xmlns:a16="http://schemas.microsoft.com/office/drawing/2014/main" id="{0CEB01B2-00D2-289B-8F82-AD2728577F14}"/>
              </a:ext>
            </a:extLst>
          </p:cNvPr>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0" name="矩形 29">
            <a:extLst>
              <a:ext uri="{FF2B5EF4-FFF2-40B4-BE49-F238E27FC236}">
                <a16:creationId xmlns:a16="http://schemas.microsoft.com/office/drawing/2014/main" id="{7296FC76-A7E8-B089-2BD2-79CAFB9AEA08}"/>
              </a:ext>
            </a:extLst>
          </p:cNvPr>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1" name="矩形 30">
            <a:extLst>
              <a:ext uri="{FF2B5EF4-FFF2-40B4-BE49-F238E27FC236}">
                <a16:creationId xmlns:a16="http://schemas.microsoft.com/office/drawing/2014/main" id="{FC6A758D-0AD4-AE77-DB74-DD775408D30A}"/>
              </a:ext>
            </a:extLst>
          </p:cNvPr>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2" name="矩形 31">
            <a:extLst>
              <a:ext uri="{FF2B5EF4-FFF2-40B4-BE49-F238E27FC236}">
                <a16:creationId xmlns:a16="http://schemas.microsoft.com/office/drawing/2014/main" id="{561BF517-560A-B961-62CF-FA8AE99CBA20}"/>
              </a:ext>
            </a:extLst>
          </p:cNvPr>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3" name="圆角矩形 32">
            <a:extLst>
              <a:ext uri="{FF2B5EF4-FFF2-40B4-BE49-F238E27FC236}">
                <a16:creationId xmlns:a16="http://schemas.microsoft.com/office/drawing/2014/main" id="{9CDA8C36-83CA-3BDC-2658-718A7CE1C66B}"/>
              </a:ext>
            </a:extLst>
          </p:cNvPr>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4" name="圆角矩形 33">
            <a:extLst>
              <a:ext uri="{FF2B5EF4-FFF2-40B4-BE49-F238E27FC236}">
                <a16:creationId xmlns:a16="http://schemas.microsoft.com/office/drawing/2014/main" id="{99EC1CBB-0244-38A1-E157-B1BB64EB243B}"/>
              </a:ext>
            </a:extLst>
          </p:cNvPr>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5" name="矩形 34">
            <a:extLst>
              <a:ext uri="{FF2B5EF4-FFF2-40B4-BE49-F238E27FC236}">
                <a16:creationId xmlns:a16="http://schemas.microsoft.com/office/drawing/2014/main" id="{138E9A75-0497-CE5F-78C1-F4D8BA717964}"/>
              </a:ext>
            </a:extLst>
          </p:cNvPr>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6" name="矩形 35">
            <a:extLst>
              <a:ext uri="{FF2B5EF4-FFF2-40B4-BE49-F238E27FC236}">
                <a16:creationId xmlns:a16="http://schemas.microsoft.com/office/drawing/2014/main" id="{045D5DDF-C776-AB43-D6A3-736447678367}"/>
              </a:ext>
            </a:extLst>
          </p:cNvPr>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7" name="矩形 36">
            <a:extLst>
              <a:ext uri="{FF2B5EF4-FFF2-40B4-BE49-F238E27FC236}">
                <a16:creationId xmlns:a16="http://schemas.microsoft.com/office/drawing/2014/main" id="{DEDA8925-C308-707A-8EB5-C9FB8B50F55F}"/>
              </a:ext>
            </a:extLst>
          </p:cNvPr>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8" name="矩形 37">
            <a:extLst>
              <a:ext uri="{FF2B5EF4-FFF2-40B4-BE49-F238E27FC236}">
                <a16:creationId xmlns:a16="http://schemas.microsoft.com/office/drawing/2014/main" id="{8528117F-E718-C246-3CAC-356CC748B401}"/>
              </a:ext>
            </a:extLst>
          </p:cNvPr>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9" name="矩形 38">
            <a:extLst>
              <a:ext uri="{FF2B5EF4-FFF2-40B4-BE49-F238E27FC236}">
                <a16:creationId xmlns:a16="http://schemas.microsoft.com/office/drawing/2014/main" id="{46F2838A-EDD9-D956-2A9B-3E1FF1427A21}"/>
              </a:ext>
            </a:extLst>
          </p:cNvPr>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0" name="矩形 39">
            <a:extLst>
              <a:ext uri="{FF2B5EF4-FFF2-40B4-BE49-F238E27FC236}">
                <a16:creationId xmlns:a16="http://schemas.microsoft.com/office/drawing/2014/main" id="{723A8785-CC9C-28D4-8894-B0DD5EA0E929}"/>
              </a:ext>
            </a:extLst>
          </p:cNvPr>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1039" name="标题占位符 21">
            <a:extLst>
              <a:ext uri="{FF2B5EF4-FFF2-40B4-BE49-F238E27FC236}">
                <a16:creationId xmlns:a16="http://schemas.microsoft.com/office/drawing/2014/main" id="{58CC2AEA-1D93-FEDB-8943-7822B49A70EE}"/>
              </a:ext>
            </a:extLst>
          </p:cNvPr>
          <p:cNvSpPr>
            <a:spLocks noGrp="1"/>
          </p:cNvSpPr>
          <p:nvPr>
            <p:ph type="title"/>
          </p:nvPr>
        </p:nvSpPr>
        <p:spPr bwMode="auto">
          <a:xfrm>
            <a:off x="457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文本占位符 12">
            <a:extLst>
              <a:ext uri="{FF2B5EF4-FFF2-40B4-BE49-F238E27FC236}">
                <a16:creationId xmlns:a16="http://schemas.microsoft.com/office/drawing/2014/main" id="{98852506-AA09-4CDF-D20C-083452BE7F2E}"/>
              </a:ext>
            </a:extLst>
          </p:cNvPr>
          <p:cNvSpPr>
            <a:spLocks noGrp="1"/>
          </p:cNvSpPr>
          <p:nvPr>
            <p:ph type="body" idx="1"/>
          </p:nvPr>
        </p:nvSpPr>
        <p:spPr bwMode="auto">
          <a:xfrm>
            <a:off x="457200" y="1785938"/>
            <a:ext cx="8229600"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23" name="灯片编号占位符 22">
            <a:extLst>
              <a:ext uri="{FF2B5EF4-FFF2-40B4-BE49-F238E27FC236}">
                <a16:creationId xmlns:a16="http://schemas.microsoft.com/office/drawing/2014/main" id="{6DA4CDD9-6988-964E-6DF6-5CC530765C13}"/>
              </a:ext>
            </a:extLst>
          </p:cNvPr>
          <p:cNvSpPr>
            <a:spLocks noGrp="1"/>
          </p:cNvSpPr>
          <p:nvPr>
            <p:ph type="sldNum" sz="quarter" idx="4"/>
          </p:nvPr>
        </p:nvSpPr>
        <p:spPr>
          <a:xfrm>
            <a:off x="8174038" y="12700"/>
            <a:ext cx="762000" cy="366713"/>
          </a:xfrm>
          <a:prstGeom prst="rect">
            <a:avLst/>
          </a:prstGeom>
        </p:spPr>
        <p:txBody>
          <a:bodyPr vert="horz" wrap="square" lIns="91440" tIns="45720" rIns="91440" bIns="45720" numCol="1" anchor="b" anchorCtr="0" compatLnSpc="1">
            <a:prstTxWarp prst="textNoShape">
              <a:avLst/>
            </a:prstTxWarp>
          </a:bodyPr>
          <a:lstStyle>
            <a:lvl1pPr algn="r" eaLnBrk="1" hangingPunct="1">
              <a:defRPr kumimoji="0" sz="1800">
                <a:solidFill>
                  <a:srgbClr val="FFFFFF"/>
                </a:solidFill>
              </a:defRPr>
            </a:lvl1pPr>
          </a:lstStyle>
          <a:p>
            <a:pPr>
              <a:defRPr/>
            </a:pPr>
            <a:fld id="{194FAA35-22B7-4B53-8A09-EDAB011A030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824" r:id="rId1"/>
    <p:sldLayoutId id="2147484825" r:id="rId2"/>
    <p:sldLayoutId id="2147484826" r:id="rId3"/>
    <p:sldLayoutId id="2147484827" r:id="rId4"/>
    <p:sldLayoutId id="2147484823" r:id="rId5"/>
    <p:sldLayoutId id="2147484828" r:id="rId6"/>
    <p:sldLayoutId id="2147484829" r:id="rId7"/>
    <p:sldLayoutId id="2147484830" r:id="rId8"/>
    <p:sldLayoutId id="2147484831" r:id="rId9"/>
    <p:sldLayoutId id="2147484832" r:id="rId10"/>
    <p:sldLayoutId id="2147484833"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ea typeface="方正姚体" pitchFamily="2" charset="-122"/>
        </a:defRPr>
      </a:lvl2pPr>
      <a:lvl3pPr algn="l" rtl="0" eaLnBrk="0" fontAlgn="base" hangingPunct="0">
        <a:spcBef>
          <a:spcPct val="0"/>
        </a:spcBef>
        <a:spcAft>
          <a:spcPct val="0"/>
        </a:spcAft>
        <a:defRPr sz="4000">
          <a:solidFill>
            <a:schemeClr val="tx2"/>
          </a:solidFill>
          <a:latin typeface="Trebuchet MS" pitchFamily="34" charset="0"/>
          <a:ea typeface="方正姚体" pitchFamily="2" charset="-122"/>
        </a:defRPr>
      </a:lvl3pPr>
      <a:lvl4pPr algn="l" rtl="0" eaLnBrk="0" fontAlgn="base" hangingPunct="0">
        <a:spcBef>
          <a:spcPct val="0"/>
        </a:spcBef>
        <a:spcAft>
          <a:spcPct val="0"/>
        </a:spcAft>
        <a:defRPr sz="4000">
          <a:solidFill>
            <a:schemeClr val="tx2"/>
          </a:solidFill>
          <a:latin typeface="Trebuchet MS" pitchFamily="34" charset="0"/>
          <a:ea typeface="方正姚体" pitchFamily="2" charset="-122"/>
        </a:defRPr>
      </a:lvl4pPr>
      <a:lvl5pPr algn="l" rtl="0" eaLnBrk="0" fontAlgn="base" hangingPunct="0">
        <a:spcBef>
          <a:spcPct val="0"/>
        </a:spcBef>
        <a:spcAft>
          <a:spcPct val="0"/>
        </a:spcAft>
        <a:defRPr sz="4000">
          <a:solidFill>
            <a:schemeClr val="tx2"/>
          </a:solidFill>
          <a:latin typeface="Trebuchet MS" pitchFamily="34" charset="0"/>
          <a:ea typeface="方正姚体" pitchFamily="2"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7FBDE1F-5804-6801-19C4-7E82CC5A750A}"/>
              </a:ext>
            </a:extLst>
          </p:cNvPr>
          <p:cNvSpPr>
            <a:spLocks noGrp="1"/>
          </p:cNvSpPr>
          <p:nvPr>
            <p:ph type="ctrTitle"/>
          </p:nvPr>
        </p:nvSpPr>
        <p:spPr>
          <a:xfrm>
            <a:off x="457200" y="2401888"/>
            <a:ext cx="8458200" cy="1470025"/>
          </a:xfrm>
        </p:spPr>
        <p:txBody>
          <a:bodyPr/>
          <a:lstStyle/>
          <a:p>
            <a:pPr eaLnBrk="1" hangingPunct="1"/>
            <a:r>
              <a:rPr lang="zh-CN" altLang="zh-CN">
                <a:solidFill>
                  <a:srgbClr val="FFFF00"/>
                </a:solidFill>
              </a:rPr>
              <a:t>第</a:t>
            </a:r>
            <a:r>
              <a:rPr lang="zh-CN" altLang="en-US">
                <a:solidFill>
                  <a:srgbClr val="FFFF00"/>
                </a:solidFill>
              </a:rPr>
              <a:t>二</a:t>
            </a:r>
            <a:r>
              <a:rPr lang="zh-CN" altLang="zh-CN">
                <a:solidFill>
                  <a:srgbClr val="FFFF00"/>
                </a:solidFill>
              </a:rPr>
              <a:t>章</a:t>
            </a:r>
            <a:r>
              <a:rPr lang="en-US" altLang="zh-CN">
                <a:solidFill>
                  <a:srgbClr val="FFFF00"/>
                </a:solidFill>
              </a:rPr>
              <a:t> C++</a:t>
            </a:r>
            <a:r>
              <a:rPr lang="zh-CN" altLang="en-US">
                <a:solidFill>
                  <a:srgbClr val="FFFF00"/>
                </a:solidFill>
              </a:rPr>
              <a:t>简单程序设计</a:t>
            </a:r>
          </a:p>
        </p:txBody>
      </p:sp>
      <p:sp>
        <p:nvSpPr>
          <p:cNvPr id="14339" name="副标题 2">
            <a:extLst>
              <a:ext uri="{FF2B5EF4-FFF2-40B4-BE49-F238E27FC236}">
                <a16:creationId xmlns:a16="http://schemas.microsoft.com/office/drawing/2014/main" id="{F635D082-1F7A-A50E-F70A-26C1C94745A9}"/>
              </a:ext>
            </a:extLst>
          </p:cNvPr>
          <p:cNvSpPr>
            <a:spLocks noGrp="1"/>
          </p:cNvSpPr>
          <p:nvPr>
            <p:ph type="subTitle" idx="1"/>
          </p:nvPr>
        </p:nvSpPr>
        <p:spPr>
          <a:xfrm>
            <a:off x="457200" y="3900488"/>
            <a:ext cx="4953000" cy="1752600"/>
          </a:xfrm>
        </p:spPr>
        <p:txBody>
          <a:bodyPr/>
          <a:lstStyle/>
          <a:p>
            <a:pPr marL="63500"/>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56708398-B29F-4625-40D4-3CBD50686634}"/>
              </a:ext>
            </a:extLst>
          </p:cNvPr>
          <p:cNvSpPr>
            <a:spLocks noGrp="1"/>
          </p:cNvSpPr>
          <p:nvPr>
            <p:ph type="title"/>
          </p:nvPr>
        </p:nvSpPr>
        <p:spPr/>
        <p:txBody>
          <a:bodyPr/>
          <a:lstStyle/>
          <a:p>
            <a:pPr eaLnBrk="1" hangingPunct="1"/>
            <a:r>
              <a:rPr lang="zh-CN" altLang="en-US"/>
              <a:t>目录</a:t>
            </a:r>
          </a:p>
        </p:txBody>
      </p:sp>
      <p:sp>
        <p:nvSpPr>
          <p:cNvPr id="4100" name="Rectangle 5">
            <a:extLst>
              <a:ext uri="{FF2B5EF4-FFF2-40B4-BE49-F238E27FC236}">
                <a16:creationId xmlns:a16="http://schemas.microsoft.com/office/drawing/2014/main" id="{18D32D88-B9D7-F838-B019-E6417CE8489C}"/>
              </a:ext>
            </a:extLst>
          </p:cNvPr>
          <p:cNvSpPr>
            <a:spLocks noGrp="1" noChangeArrowheads="1"/>
          </p:cNvSpPr>
          <p:nvPr>
            <p:ph idx="1"/>
          </p:nvPr>
        </p:nvSpPr>
        <p:spPr>
          <a:xfrm>
            <a:off x="674688" y="1412875"/>
            <a:ext cx="7794625" cy="5314950"/>
          </a:xfrm>
        </p:spPr>
        <p:txBody>
          <a:bodyPr>
            <a:normAutofit lnSpcReduction="10000"/>
          </a:bodyPr>
          <a:lstStyle/>
          <a:p>
            <a:pPr marL="811213" indent="-256032" eaLnBrk="1" fontAlgn="auto" hangingPunct="1">
              <a:lnSpc>
                <a:spcPct val="130000"/>
              </a:lnSpc>
              <a:spcAft>
                <a:spcPts val="0"/>
              </a:spcAft>
              <a:buClr>
                <a:schemeClr val="accent3"/>
              </a:buClr>
              <a:buFont typeface="Georgia"/>
              <a:buNone/>
              <a:defRPr/>
            </a:pPr>
            <a:r>
              <a:rPr lang="en-US" altLang="zh-CN" sz="2400" dirty="0"/>
              <a:t>C++</a:t>
            </a:r>
            <a:r>
              <a:rPr lang="zh-CN" altLang="en-US" sz="2400" dirty="0"/>
              <a:t>语言概述</a:t>
            </a:r>
          </a:p>
          <a:p>
            <a:pPr marL="811213" indent="-256032" eaLnBrk="1" fontAlgn="auto" hangingPunct="1">
              <a:lnSpc>
                <a:spcPct val="130000"/>
              </a:lnSpc>
              <a:spcAft>
                <a:spcPts val="0"/>
              </a:spcAft>
              <a:buClr>
                <a:schemeClr val="accent3"/>
              </a:buClr>
              <a:buFont typeface="Georgia"/>
              <a:buNone/>
              <a:defRPr/>
            </a:pPr>
            <a:r>
              <a:rPr lang="zh-CN" altLang="en-US" sz="2400" dirty="0"/>
              <a:t>标准</a:t>
            </a:r>
            <a:r>
              <a:rPr lang="en-US" altLang="zh-CN" sz="2400" dirty="0"/>
              <a:t>I/O</a:t>
            </a:r>
            <a:r>
              <a:rPr lang="zh-CN" altLang="en-US" sz="2400" dirty="0"/>
              <a:t>流</a:t>
            </a:r>
          </a:p>
          <a:p>
            <a:pPr marL="811213" indent="-256032" eaLnBrk="1" fontAlgn="auto" hangingPunct="1">
              <a:lnSpc>
                <a:spcPct val="130000"/>
              </a:lnSpc>
              <a:spcAft>
                <a:spcPts val="0"/>
              </a:spcAft>
              <a:buClr>
                <a:schemeClr val="accent3"/>
              </a:buClr>
              <a:buFont typeface="Georgia"/>
              <a:buNone/>
              <a:defRPr/>
            </a:pPr>
            <a:r>
              <a:rPr lang="zh-CN" altLang="en-US" sz="2400" dirty="0"/>
              <a:t>基本数据类型和表达式</a:t>
            </a:r>
          </a:p>
          <a:p>
            <a:pPr marL="811213" indent="-256032" eaLnBrk="1" fontAlgn="auto" hangingPunct="1">
              <a:lnSpc>
                <a:spcPct val="130000"/>
              </a:lnSpc>
              <a:spcAft>
                <a:spcPts val="0"/>
              </a:spcAft>
              <a:buClr>
                <a:schemeClr val="accent3"/>
              </a:buClr>
              <a:buFont typeface="Georgia"/>
              <a:buNone/>
              <a:defRPr/>
            </a:pPr>
            <a:r>
              <a:rPr lang="zh-CN" altLang="en-US" sz="2400" dirty="0"/>
              <a:t>流程控制</a:t>
            </a:r>
          </a:p>
          <a:p>
            <a:pPr marL="1103313" lvl="1" indent="-256032" eaLnBrk="1" fontAlgn="auto" hangingPunct="1">
              <a:lnSpc>
                <a:spcPct val="130000"/>
              </a:lnSpc>
              <a:spcAft>
                <a:spcPts val="0"/>
              </a:spcAft>
              <a:buClr>
                <a:schemeClr val="accent3"/>
              </a:buClr>
              <a:buFont typeface="Georgia" panose="02040502050405020303" pitchFamily="18" charset="0"/>
              <a:buNone/>
              <a:defRPr/>
            </a:pPr>
            <a:r>
              <a:rPr lang="zh-CN" altLang="en-US" sz="2200" dirty="0"/>
              <a:t>顺序</a:t>
            </a:r>
          </a:p>
          <a:p>
            <a:pPr marL="1103313" lvl="1" indent="-256032" eaLnBrk="1" fontAlgn="auto" hangingPunct="1">
              <a:lnSpc>
                <a:spcPct val="130000"/>
              </a:lnSpc>
              <a:spcAft>
                <a:spcPts val="0"/>
              </a:spcAft>
              <a:buClr>
                <a:schemeClr val="accent3"/>
              </a:buClr>
              <a:buFont typeface="Georgia" panose="02040502050405020303" pitchFamily="18" charset="0"/>
              <a:buNone/>
              <a:defRPr/>
            </a:pPr>
            <a:r>
              <a:rPr lang="zh-CN" altLang="en-US" sz="2200" dirty="0"/>
              <a:t>选择</a:t>
            </a:r>
          </a:p>
          <a:p>
            <a:pPr marL="1103313" lvl="1" indent="-256032" eaLnBrk="1" fontAlgn="auto" hangingPunct="1">
              <a:lnSpc>
                <a:spcPct val="130000"/>
              </a:lnSpc>
              <a:spcAft>
                <a:spcPts val="0"/>
              </a:spcAft>
              <a:buClr>
                <a:schemeClr val="accent3"/>
              </a:buClr>
              <a:buFont typeface="Georgia" panose="02040502050405020303" pitchFamily="18" charset="0"/>
              <a:buNone/>
              <a:defRPr/>
            </a:pPr>
            <a:r>
              <a:rPr lang="zh-CN" altLang="en-US" sz="2200" dirty="0"/>
              <a:t>循环</a:t>
            </a:r>
          </a:p>
          <a:p>
            <a:pPr marL="811213" indent="-256032" eaLnBrk="1" fontAlgn="auto" hangingPunct="1">
              <a:lnSpc>
                <a:spcPct val="130000"/>
              </a:lnSpc>
              <a:spcAft>
                <a:spcPts val="0"/>
              </a:spcAft>
              <a:buClr>
                <a:schemeClr val="accent3"/>
              </a:buClr>
              <a:buFont typeface="Georgia"/>
              <a:buNone/>
              <a:defRPr/>
            </a:pPr>
            <a:r>
              <a:rPr lang="zh-CN" altLang="en-US" sz="2400" dirty="0"/>
              <a:t>其他控制语句</a:t>
            </a:r>
          </a:p>
          <a:p>
            <a:pPr marL="811213" indent="-256032" eaLnBrk="1" fontAlgn="auto" hangingPunct="1">
              <a:lnSpc>
                <a:spcPct val="130000"/>
              </a:lnSpc>
              <a:spcAft>
                <a:spcPts val="0"/>
              </a:spcAft>
              <a:buClr>
                <a:schemeClr val="accent3"/>
              </a:buClr>
              <a:buFont typeface="Georgia"/>
              <a:buNone/>
              <a:defRPr/>
            </a:pPr>
            <a:r>
              <a:rPr lang="zh-CN" altLang="en-US" sz="2400" dirty="0"/>
              <a:t>枚举类型</a:t>
            </a:r>
            <a:endParaRPr lang="en-US" altLang="zh-CN" sz="2400" dirty="0"/>
          </a:p>
          <a:p>
            <a:pPr marL="811213" indent="-256032" eaLnBrk="1" fontAlgn="auto" hangingPunct="1">
              <a:lnSpc>
                <a:spcPct val="130000"/>
              </a:lnSpc>
              <a:spcAft>
                <a:spcPts val="0"/>
              </a:spcAft>
              <a:buClr>
                <a:schemeClr val="accent3"/>
              </a:buClr>
              <a:buFont typeface="Georgia"/>
              <a:buNone/>
              <a:defRPr/>
            </a:pPr>
            <a:r>
              <a:rPr lang="zh-CN" altLang="en-US" sz="2400" dirty="0"/>
              <a:t>深度探索</a:t>
            </a:r>
            <a:endParaRPr lang="en-US" altLang="zh-CN" sz="2400" dirty="0"/>
          </a:p>
          <a:p>
            <a:pPr marL="811213" indent="-256032" eaLnBrk="1" fontAlgn="auto" hangingPunct="1">
              <a:lnSpc>
                <a:spcPct val="130000"/>
              </a:lnSpc>
              <a:spcAft>
                <a:spcPts val="0"/>
              </a:spcAft>
              <a:buClr>
                <a:schemeClr val="accent3"/>
              </a:buClr>
              <a:buFont typeface="Georgia"/>
              <a:buNone/>
              <a:defRPr/>
            </a:pPr>
            <a:r>
              <a:rPr lang="zh-CN" altLang="en-US" sz="2400" dirty="0"/>
              <a:t>小结</a:t>
            </a:r>
          </a:p>
        </p:txBody>
      </p:sp>
      <p:sp>
        <p:nvSpPr>
          <p:cNvPr id="16388" name="灯片编号占位符 5">
            <a:extLst>
              <a:ext uri="{FF2B5EF4-FFF2-40B4-BE49-F238E27FC236}">
                <a16:creationId xmlns:a16="http://schemas.microsoft.com/office/drawing/2014/main" id="{2050DF66-150E-882F-A507-D042C80260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A29CB39-10EC-4DC2-B665-E096C45E037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5FDC66C5-00CF-E433-5D89-B29195D370FD}"/>
              </a:ext>
            </a:extLst>
          </p:cNvPr>
          <p:cNvSpPr>
            <a:spLocks noGrp="1"/>
          </p:cNvSpPr>
          <p:nvPr>
            <p:ph type="title"/>
          </p:nvPr>
        </p:nvSpPr>
        <p:spPr>
          <a:xfrm>
            <a:off x="349250" y="500063"/>
            <a:ext cx="8229600" cy="1066800"/>
          </a:xfrm>
        </p:spPr>
        <p:txBody>
          <a:bodyPr/>
          <a:lstStyle/>
          <a:p>
            <a:pPr eaLnBrk="1" hangingPunct="1"/>
            <a:r>
              <a:rPr lang="en-US" altLang="zh-CN"/>
              <a:t>2.1.1 C++</a:t>
            </a:r>
            <a:r>
              <a:rPr lang="zh-CN" altLang="en-US"/>
              <a:t>的产生</a:t>
            </a:r>
          </a:p>
        </p:txBody>
      </p:sp>
      <p:sp>
        <p:nvSpPr>
          <p:cNvPr id="18435" name="Rectangle 3">
            <a:extLst>
              <a:ext uri="{FF2B5EF4-FFF2-40B4-BE49-F238E27FC236}">
                <a16:creationId xmlns:a16="http://schemas.microsoft.com/office/drawing/2014/main" id="{8EC1365F-F3D0-C9B0-6796-EA8A7DF343F4}"/>
              </a:ext>
            </a:extLst>
          </p:cNvPr>
          <p:cNvSpPr>
            <a:spLocks noGrp="1"/>
          </p:cNvSpPr>
          <p:nvPr>
            <p:ph idx="1"/>
          </p:nvPr>
        </p:nvSpPr>
        <p:spPr>
          <a:xfrm>
            <a:off x="198438" y="1412875"/>
            <a:ext cx="8893175" cy="4787900"/>
          </a:xfrm>
        </p:spPr>
        <p:txBody>
          <a:bodyPr/>
          <a:lstStyle/>
          <a:p>
            <a:pPr eaLnBrk="1" hangingPunct="1">
              <a:spcBef>
                <a:spcPct val="0"/>
              </a:spcBef>
              <a:spcAft>
                <a:spcPts val="600"/>
              </a:spcAft>
            </a:pP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从</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语言发展演变而来，最初的</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被称为“带类的</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eaLnBrk="1" hangingPunct="1">
              <a:spcBef>
                <a:spcPct val="0"/>
              </a:spcBef>
              <a:spcAft>
                <a:spcPts val="600"/>
              </a:spcAft>
            </a:pPr>
            <a:r>
              <a:rPr lang="en-US" altLang="zh-CN" sz="2400">
                <a:latin typeface="微软雅黑" panose="020B0503020204020204" pitchFamily="34" charset="-122"/>
                <a:ea typeface="微软雅黑" panose="020B0503020204020204" pitchFamily="34" charset="-122"/>
              </a:rPr>
              <a:t>1983</a:t>
            </a:r>
            <a:r>
              <a:rPr lang="zh-CN" altLang="en-US" sz="2400">
                <a:latin typeface="微软雅黑" panose="020B0503020204020204" pitchFamily="34" charset="-122"/>
                <a:ea typeface="微软雅黑" panose="020B0503020204020204" pitchFamily="34" charset="-122"/>
              </a:rPr>
              <a:t>年正式取名为</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eaLnBrk="1" hangingPunct="1">
              <a:spcBef>
                <a:spcPct val="0"/>
              </a:spcBef>
              <a:spcAft>
                <a:spcPts val="600"/>
              </a:spcAft>
            </a:pPr>
            <a:r>
              <a:rPr lang="zh-CN" altLang="en-US" sz="2400">
                <a:latin typeface="微软雅黑" panose="020B0503020204020204" pitchFamily="34" charset="-122"/>
                <a:ea typeface="微软雅黑" panose="020B0503020204020204" pitchFamily="34" charset="-122"/>
              </a:rPr>
              <a:t>于</a:t>
            </a:r>
            <a:r>
              <a:rPr lang="en-US" altLang="zh-CN" sz="2400">
                <a:latin typeface="微软雅黑" panose="020B0503020204020204" pitchFamily="34" charset="-122"/>
                <a:ea typeface="微软雅黑" panose="020B0503020204020204" pitchFamily="34" charset="-122"/>
              </a:rPr>
              <a:t>1998</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11</a:t>
            </a:r>
            <a:r>
              <a:rPr lang="zh-CN" altLang="en-US" sz="2400">
                <a:latin typeface="微软雅黑" panose="020B0503020204020204" pitchFamily="34" charset="-122"/>
                <a:ea typeface="微软雅黑" panose="020B0503020204020204" pitchFamily="34" charset="-122"/>
              </a:rPr>
              <a:t>月被国际标准化组织（</a:t>
            </a:r>
            <a:r>
              <a:rPr lang="en-US" altLang="zh-CN" sz="2400">
                <a:latin typeface="微软雅黑" panose="020B0503020204020204" pitchFamily="34" charset="-122"/>
                <a:ea typeface="微软雅黑" panose="020B0503020204020204" pitchFamily="34" charset="-122"/>
              </a:rPr>
              <a:t>ISO</a:t>
            </a:r>
            <a:r>
              <a:rPr lang="zh-CN" altLang="en-US" sz="2400">
                <a:latin typeface="微软雅黑" panose="020B0503020204020204" pitchFamily="34" charset="-122"/>
                <a:ea typeface="微软雅黑" panose="020B0503020204020204" pitchFamily="34" charset="-122"/>
              </a:rPr>
              <a:t>）批准为国际标准；</a:t>
            </a:r>
          </a:p>
          <a:p>
            <a:pPr eaLnBrk="1" hangingPunct="1">
              <a:spcBef>
                <a:spcPct val="0"/>
              </a:spcBef>
              <a:spcAft>
                <a:spcPts val="600"/>
              </a:spcAft>
            </a:pPr>
            <a:r>
              <a:rPr lang="en-US" altLang="zh-CN" sz="2400">
                <a:latin typeface="微软雅黑" panose="020B0503020204020204" pitchFamily="34" charset="-122"/>
                <a:ea typeface="微软雅黑" panose="020B0503020204020204" pitchFamily="34" charset="-122"/>
              </a:rPr>
              <a:t>2003</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10</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15</a:t>
            </a:r>
            <a:r>
              <a:rPr lang="zh-CN" altLang="en-US" sz="2400">
                <a:latin typeface="微软雅黑" panose="020B0503020204020204" pitchFamily="34" charset="-122"/>
                <a:ea typeface="微软雅黑" panose="020B0503020204020204" pitchFamily="34" charset="-122"/>
              </a:rPr>
              <a:t>日发布第</a:t>
            </a: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版</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标准</a:t>
            </a:r>
            <a:r>
              <a:rPr lang="en-US" altLang="zh-CN" sz="2400">
                <a:latin typeface="微软雅黑" panose="020B0503020204020204" pitchFamily="34" charset="-122"/>
                <a:ea typeface="微软雅黑" panose="020B0503020204020204" pitchFamily="34" charset="-122"/>
              </a:rPr>
              <a:t>ISO/IEC 14882:2003</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eaLnBrk="1" hangingPunct="1">
              <a:spcBef>
                <a:spcPct val="0"/>
              </a:spcBef>
              <a:spcAft>
                <a:spcPts val="600"/>
              </a:spcAft>
            </a:pPr>
            <a:r>
              <a:rPr lang="en-US" altLang="zh-CN" sz="2400">
                <a:latin typeface="微软雅黑" panose="020B0503020204020204" pitchFamily="34" charset="-122"/>
                <a:ea typeface="微软雅黑" panose="020B0503020204020204" pitchFamily="34" charset="-122"/>
              </a:rPr>
              <a:t>2011</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8</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12</a:t>
            </a:r>
            <a:r>
              <a:rPr lang="zh-CN" altLang="en-US" sz="2400">
                <a:latin typeface="微软雅黑" panose="020B0503020204020204" pitchFamily="34" charset="-122"/>
                <a:ea typeface="微软雅黑" panose="020B0503020204020204" pitchFamily="34" charset="-122"/>
              </a:rPr>
              <a:t>日</a:t>
            </a:r>
            <a:r>
              <a:rPr lang="en-US" altLang="zh-CN" sz="2400">
                <a:latin typeface="微软雅黑" panose="020B0503020204020204" pitchFamily="34" charset="-122"/>
                <a:ea typeface="微软雅黑" panose="020B0503020204020204" pitchFamily="34" charset="-122"/>
              </a:rPr>
              <a:t>ISO</a:t>
            </a:r>
            <a:r>
              <a:rPr lang="zh-CN" altLang="en-US" sz="2400">
                <a:latin typeface="微软雅黑" panose="020B0503020204020204" pitchFamily="34" charset="-122"/>
                <a:ea typeface="微软雅黑" panose="020B0503020204020204" pitchFamily="34" charset="-122"/>
              </a:rPr>
              <a:t>公布了第三版</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标准</a:t>
            </a:r>
            <a:r>
              <a:rPr lang="en-US" altLang="zh-CN" sz="2400">
                <a:latin typeface="微软雅黑" panose="020B0503020204020204" pitchFamily="34" charset="-122"/>
                <a:ea typeface="微软雅黑" panose="020B0503020204020204" pitchFamily="34" charset="-122"/>
              </a:rPr>
              <a:t>C++11</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C++11</a:t>
            </a:r>
            <a:r>
              <a:rPr lang="zh-CN" altLang="en-US" sz="2400">
                <a:latin typeface="微软雅黑" panose="020B0503020204020204" pitchFamily="34" charset="-122"/>
                <a:ea typeface="微软雅黑" panose="020B0503020204020204" pitchFamily="34" charset="-122"/>
              </a:rPr>
              <a:t>标准包含核心语言的新机能，而且扩展</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标准程序库；</a:t>
            </a:r>
            <a:endParaRPr lang="en-US" altLang="zh-CN" sz="2400">
              <a:latin typeface="微软雅黑" panose="020B0503020204020204" pitchFamily="34" charset="-122"/>
              <a:ea typeface="微软雅黑" panose="020B0503020204020204" pitchFamily="34" charset="-122"/>
            </a:endParaRPr>
          </a:p>
          <a:p>
            <a:pPr eaLnBrk="1" hangingPunct="1">
              <a:spcBef>
                <a:spcPct val="0"/>
              </a:spcBef>
              <a:spcAft>
                <a:spcPts val="600"/>
              </a:spcAft>
            </a:pPr>
            <a:r>
              <a:rPr lang="en-US" altLang="zh-CN" sz="2400">
                <a:latin typeface="微软雅黑" panose="020B0503020204020204" pitchFamily="34" charset="-122"/>
                <a:ea typeface="微软雅黑" panose="020B0503020204020204" pitchFamily="34" charset="-122"/>
              </a:rPr>
              <a:t>2014</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8</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18</a:t>
            </a:r>
            <a:r>
              <a:rPr lang="zh-CN" altLang="en-US" sz="2400">
                <a:latin typeface="微软雅黑" panose="020B0503020204020204" pitchFamily="34" charset="-122"/>
                <a:ea typeface="微软雅黑" panose="020B0503020204020204" pitchFamily="34" charset="-122"/>
              </a:rPr>
              <a:t>日</a:t>
            </a:r>
            <a:r>
              <a:rPr lang="en-US" altLang="zh-CN" sz="2400">
                <a:latin typeface="微软雅黑" panose="020B0503020204020204" pitchFamily="34" charset="-122"/>
                <a:ea typeface="微软雅黑" panose="020B0503020204020204" pitchFamily="34" charset="-122"/>
              </a:rPr>
              <a:t>ISO</a:t>
            </a:r>
            <a:r>
              <a:rPr lang="zh-CN" altLang="en-US" sz="2400">
                <a:latin typeface="微软雅黑" panose="020B0503020204020204" pitchFamily="34" charset="-122"/>
                <a:ea typeface="微软雅黑" panose="020B0503020204020204" pitchFamily="34" charset="-122"/>
              </a:rPr>
              <a:t>公布了</a:t>
            </a:r>
            <a:r>
              <a:rPr lang="en-US" altLang="zh-CN" sz="2400">
                <a:latin typeface="微软雅黑" panose="020B0503020204020204" pitchFamily="34" charset="-122"/>
                <a:ea typeface="微软雅黑" panose="020B0503020204020204" pitchFamily="34" charset="-122"/>
              </a:rPr>
              <a:t>C++14</a:t>
            </a:r>
            <a:r>
              <a:rPr lang="zh-CN" altLang="en-US" sz="2400">
                <a:latin typeface="微软雅黑" panose="020B0503020204020204" pitchFamily="34" charset="-122"/>
                <a:ea typeface="微软雅黑" panose="020B0503020204020204" pitchFamily="34" charset="-122"/>
              </a:rPr>
              <a:t>，其正式名称为</a:t>
            </a:r>
            <a:r>
              <a:rPr lang="en-US" altLang="zh-CN" sz="2400">
                <a:latin typeface="微软雅黑" panose="020B0503020204020204" pitchFamily="34" charset="-122"/>
                <a:ea typeface="微软雅黑" panose="020B0503020204020204" pitchFamily="34" charset="-122"/>
              </a:rPr>
              <a:t>”International Standard ISO/IEC 14882:2014(E) Programming Language C++”</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C++14</a:t>
            </a:r>
            <a:r>
              <a:rPr lang="zh-CN" altLang="en-US" sz="2400">
                <a:latin typeface="微软雅黑" panose="020B0503020204020204" pitchFamily="34" charset="-122"/>
                <a:ea typeface="微软雅黑" panose="020B0503020204020204" pitchFamily="34" charset="-122"/>
              </a:rPr>
              <a:t>旨在作为</a:t>
            </a:r>
            <a:r>
              <a:rPr lang="en-US" altLang="zh-CN" sz="2400">
                <a:latin typeface="微软雅黑" panose="020B0503020204020204" pitchFamily="34" charset="-122"/>
                <a:ea typeface="微软雅黑" panose="020B0503020204020204" pitchFamily="34" charset="-122"/>
              </a:rPr>
              <a:t>C++11</a:t>
            </a:r>
            <a:r>
              <a:rPr lang="zh-CN" altLang="en-US" sz="2400">
                <a:latin typeface="微软雅黑" panose="020B0503020204020204" pitchFamily="34" charset="-122"/>
                <a:ea typeface="微软雅黑" panose="020B0503020204020204" pitchFamily="34" charset="-122"/>
              </a:rPr>
              <a:t>的一个小扩展，主要提供漏洞修复和小的改进；</a:t>
            </a:r>
            <a:endParaRPr lang="en-US" altLang="zh-CN" sz="2400">
              <a:latin typeface="微软雅黑" panose="020B0503020204020204" pitchFamily="34" charset="-122"/>
              <a:ea typeface="微软雅黑" panose="020B0503020204020204" pitchFamily="34" charset="-122"/>
            </a:endParaRPr>
          </a:p>
          <a:p>
            <a:pPr eaLnBrk="1" hangingPunct="1">
              <a:spcBef>
                <a:spcPct val="0"/>
              </a:spcBef>
              <a:spcAft>
                <a:spcPts val="600"/>
              </a:spcAft>
            </a:pPr>
            <a:r>
              <a:rPr lang="en-US" altLang="zh-CN" sz="2400">
                <a:latin typeface="微软雅黑" panose="020B0503020204020204" pitchFamily="34" charset="-122"/>
                <a:ea typeface="微软雅黑" panose="020B0503020204020204" pitchFamily="34" charset="-122"/>
              </a:rPr>
              <a:t>2017</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12</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ISO</a:t>
            </a:r>
            <a:r>
              <a:rPr lang="zh-CN" altLang="en-US" sz="2400">
                <a:latin typeface="微软雅黑" panose="020B0503020204020204" pitchFamily="34" charset="-122"/>
                <a:ea typeface="微软雅黑" panose="020B0503020204020204" pitchFamily="34" charset="-122"/>
              </a:rPr>
              <a:t>公布了</a:t>
            </a:r>
            <a:r>
              <a:rPr lang="en-US" altLang="zh-CN" sz="2400">
                <a:latin typeface="微软雅黑" panose="020B0503020204020204" pitchFamily="34" charset="-122"/>
                <a:ea typeface="微软雅黑" panose="020B0503020204020204" pitchFamily="34" charset="-122"/>
              </a:rPr>
              <a:t>C++17</a:t>
            </a:r>
            <a:r>
              <a:rPr lang="zh-CN" altLang="en-US" sz="2400">
                <a:latin typeface="微软雅黑" panose="020B0503020204020204" pitchFamily="34" charset="-122"/>
                <a:ea typeface="微软雅黑" panose="020B0503020204020204" pitchFamily="34" charset="-122"/>
              </a:rPr>
              <a:t>，它相较于</a:t>
            </a:r>
            <a:r>
              <a:rPr lang="en-US" altLang="zh-CN" sz="2400">
                <a:latin typeface="微软雅黑" panose="020B0503020204020204" pitchFamily="34" charset="-122"/>
                <a:ea typeface="微软雅黑" panose="020B0503020204020204" pitchFamily="34" charset="-122"/>
              </a:rPr>
              <a:t>C++14</a:t>
            </a:r>
            <a:r>
              <a:rPr lang="zh-CN" altLang="en-US" sz="2400">
                <a:latin typeface="微软雅黑" panose="020B0503020204020204" pitchFamily="34" charset="-122"/>
                <a:ea typeface="微软雅黑" panose="020B0503020204020204" pitchFamily="34" charset="-122"/>
              </a:rPr>
              <a:t>引入了如文件系统库等很多新特性，移除了如</a:t>
            </a:r>
            <a:r>
              <a:rPr lang="en-US" altLang="zh-CN" sz="2400">
                <a:latin typeface="微软雅黑" panose="020B0503020204020204" pitchFamily="34" charset="-122"/>
                <a:ea typeface="微软雅黑" panose="020B0503020204020204" pitchFamily="34" charset="-122"/>
              </a:rPr>
              <a:t>register</a:t>
            </a:r>
            <a:r>
              <a:rPr lang="zh-CN" altLang="en-US" sz="2400">
                <a:latin typeface="微软雅黑" panose="020B0503020204020204" pitchFamily="34" charset="-122"/>
                <a:ea typeface="微软雅黑" panose="020B0503020204020204" pitchFamily="34" charset="-122"/>
              </a:rPr>
              <a:t>存储类说明符等弃用特性；</a:t>
            </a:r>
            <a:endParaRPr lang="en-US" altLang="zh-CN" sz="2400">
              <a:latin typeface="微软雅黑" panose="020B0503020204020204" pitchFamily="34" charset="-122"/>
              <a:ea typeface="微软雅黑" panose="020B0503020204020204" pitchFamily="34" charset="-122"/>
            </a:endParaRPr>
          </a:p>
        </p:txBody>
      </p:sp>
      <p:sp>
        <p:nvSpPr>
          <p:cNvPr id="18436" name="灯片编号占位符 5">
            <a:extLst>
              <a:ext uri="{FF2B5EF4-FFF2-40B4-BE49-F238E27FC236}">
                <a16:creationId xmlns:a16="http://schemas.microsoft.com/office/drawing/2014/main" id="{ED589DEC-4650-41C9-F7EF-C7E7791EA1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5821C00-F2F8-4D8A-93B3-C513AB9E919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10" name="标题 4">
            <a:extLst>
              <a:ext uri="{FF2B5EF4-FFF2-40B4-BE49-F238E27FC236}">
                <a16:creationId xmlns:a16="http://schemas.microsoft.com/office/drawing/2014/main" id="{F5BA8499-023E-057E-73E1-819861BA103C}"/>
              </a:ext>
            </a:extLst>
          </p:cNvPr>
          <p:cNvSpPr txBox="1">
            <a:spLocks/>
          </p:cNvSpPr>
          <p:nvPr/>
        </p:nvSpPr>
        <p:spPr>
          <a:xfrm>
            <a:off x="0" y="0"/>
            <a:ext cx="5429250" cy="500063"/>
          </a:xfrm>
          <a:prstGeom prst="rect">
            <a:avLst/>
          </a:prstGeom>
        </p:spPr>
        <p:txBody>
          <a:bodyPr anchor="ctr">
            <a:normAutofit lnSpcReduction="10000"/>
          </a:bodyPr>
          <a:lstStyle/>
          <a:p>
            <a:pPr eaLnBrk="1" fontAlgn="auto" hangingPunct="1">
              <a:spcAft>
                <a:spcPts val="0"/>
              </a:spcAft>
              <a:defRPr/>
            </a:pPr>
            <a:endParaRPr kumimoji="0" lang="zh-CN" altLang="en-US" sz="2800" dirty="0">
              <a:solidFill>
                <a:schemeClr val="bg1"/>
              </a:solidFill>
              <a:latin typeface="+mj-lt"/>
              <a:ea typeface="+mj-ea"/>
              <a:cs typeface="+mj-cs"/>
            </a:endParaRPr>
          </a:p>
        </p:txBody>
      </p:sp>
      <p:sp>
        <p:nvSpPr>
          <p:cNvPr id="6" name="标题 4">
            <a:extLst>
              <a:ext uri="{FF2B5EF4-FFF2-40B4-BE49-F238E27FC236}">
                <a16:creationId xmlns:a16="http://schemas.microsoft.com/office/drawing/2014/main" id="{CCDCFEFE-E5B6-6EAC-BE1E-05879ECC021C}"/>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2.1</a:t>
            </a:r>
            <a:r>
              <a:rPr kumimoji="0" lang="zh-CN" altLang="en-US" sz="2800" dirty="0">
                <a:solidFill>
                  <a:schemeClr val="bg1"/>
                </a:solidFill>
                <a:latin typeface="+mj-lt"/>
                <a:ea typeface="+mj-ea"/>
                <a:cs typeface="+mj-cs"/>
              </a:rPr>
              <a:t> </a:t>
            </a:r>
            <a:r>
              <a:rPr kumimoji="0" lang="en-US" altLang="zh-CN" sz="2800" dirty="0">
                <a:solidFill>
                  <a:schemeClr val="bg1"/>
                </a:solidFill>
                <a:latin typeface="+mj-lt"/>
                <a:ea typeface="+mj-ea"/>
                <a:cs typeface="+mj-cs"/>
              </a:rPr>
              <a:t>C++</a:t>
            </a:r>
            <a:r>
              <a:rPr kumimoji="0" lang="zh-CN" altLang="en-US" sz="2800" dirty="0">
                <a:solidFill>
                  <a:schemeClr val="bg1"/>
                </a:solidFill>
                <a:latin typeface="+mj-lt"/>
                <a:ea typeface="+mj-ea"/>
                <a:cs typeface="+mj-cs"/>
              </a:rPr>
              <a:t>语言概述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20227275-D140-0CAA-F9D2-9B4851627157}"/>
              </a:ext>
            </a:extLst>
          </p:cNvPr>
          <p:cNvSpPr>
            <a:spLocks noGrp="1"/>
          </p:cNvSpPr>
          <p:nvPr>
            <p:ph type="title"/>
          </p:nvPr>
        </p:nvSpPr>
        <p:spPr/>
        <p:txBody>
          <a:bodyPr/>
          <a:lstStyle/>
          <a:p>
            <a:pPr eaLnBrk="1" hangingPunct="1"/>
            <a:r>
              <a:rPr lang="en-US" altLang="zh-CN"/>
              <a:t>2.1.2 C++</a:t>
            </a:r>
            <a:r>
              <a:rPr lang="zh-CN" altLang="en-US"/>
              <a:t>的特点</a:t>
            </a:r>
          </a:p>
        </p:txBody>
      </p:sp>
      <p:sp>
        <p:nvSpPr>
          <p:cNvPr id="20483" name="内容占位符 2">
            <a:extLst>
              <a:ext uri="{FF2B5EF4-FFF2-40B4-BE49-F238E27FC236}">
                <a16:creationId xmlns:a16="http://schemas.microsoft.com/office/drawing/2014/main" id="{FFE99CE5-1157-A129-A0B6-B770863C1153}"/>
              </a:ext>
            </a:extLst>
          </p:cNvPr>
          <p:cNvSpPr>
            <a:spLocks noGrp="1"/>
          </p:cNvSpPr>
          <p:nvPr>
            <p:ph idx="1"/>
          </p:nvPr>
        </p:nvSpPr>
        <p:spPr/>
        <p:txBody>
          <a:bodyPr/>
          <a:lstStyle/>
          <a:p>
            <a:pPr eaLnBrk="1" hangingPunct="1">
              <a:lnSpc>
                <a:spcPct val="150000"/>
              </a:lnSpc>
              <a:spcBef>
                <a:spcPts val="600"/>
              </a:spcBef>
            </a:pPr>
            <a:r>
              <a:rPr lang="zh-CN" altLang="en-US" sz="2400">
                <a:latin typeface="微软雅黑" panose="020B0503020204020204" pitchFamily="34" charset="-122"/>
                <a:ea typeface="微软雅黑" panose="020B0503020204020204" pitchFamily="34" charset="-122"/>
              </a:rPr>
              <a:t>兼容</a:t>
            </a:r>
            <a:r>
              <a:rPr lang="en-US" altLang="zh-CN" sz="2400">
                <a:latin typeface="微软雅黑" panose="020B0503020204020204" pitchFamily="34" charset="-122"/>
                <a:ea typeface="微软雅黑" panose="020B0503020204020204" pitchFamily="34" charset="-122"/>
              </a:rPr>
              <a:t>C</a:t>
            </a:r>
          </a:p>
          <a:p>
            <a:pPr lvl="1" eaLnBrk="1" hangingPunct="1">
              <a:lnSpc>
                <a:spcPct val="150000"/>
              </a:lnSpc>
              <a:spcBef>
                <a:spcPts val="600"/>
              </a:spcBef>
            </a:pPr>
            <a:r>
              <a:rPr lang="zh-CN" altLang="en-US" sz="2400">
                <a:latin typeface="微软雅黑" panose="020B0503020204020204" pitchFamily="34" charset="-122"/>
                <a:ea typeface="微软雅黑" panose="020B0503020204020204" pitchFamily="34" charset="-122"/>
              </a:rPr>
              <a:t>它保持了</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的简洁、高效和接近汇编语言等特点</a:t>
            </a:r>
          </a:p>
          <a:p>
            <a:pPr lvl="1" eaLnBrk="1" hangingPunct="1">
              <a:lnSpc>
                <a:spcPct val="150000"/>
              </a:lnSpc>
              <a:spcBef>
                <a:spcPts val="600"/>
              </a:spcBef>
            </a:pPr>
            <a:r>
              <a:rPr lang="zh-CN" altLang="en-US" sz="2400">
                <a:latin typeface="微软雅黑" panose="020B0503020204020204" pitchFamily="34" charset="-122"/>
                <a:ea typeface="微软雅黑" panose="020B0503020204020204" pitchFamily="34" charset="-122"/>
              </a:rPr>
              <a:t>对</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的类型系统进行了改革和扩充</a:t>
            </a:r>
          </a:p>
          <a:p>
            <a:pPr lvl="1" eaLnBrk="1" hangingPunct="1">
              <a:lnSpc>
                <a:spcPct val="150000"/>
              </a:lnSpc>
              <a:spcBef>
                <a:spcPts val="600"/>
              </a:spcBef>
            </a:pP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也支持面向过程的程序设计，不是一个纯正的面向对象的语言</a:t>
            </a:r>
          </a:p>
          <a:p>
            <a:pPr eaLnBrk="1" hangingPunct="1">
              <a:lnSpc>
                <a:spcPct val="150000"/>
              </a:lnSpc>
              <a:spcBef>
                <a:spcPts val="600"/>
              </a:spcBef>
            </a:pPr>
            <a:r>
              <a:rPr lang="zh-CN" altLang="en-US" sz="2400">
                <a:latin typeface="微软雅黑" panose="020B0503020204020204" pitchFamily="34" charset="-122"/>
                <a:ea typeface="微软雅黑" panose="020B0503020204020204" pitchFamily="34" charset="-122"/>
              </a:rPr>
              <a:t>支持面向对象的方法</a:t>
            </a:r>
            <a:endParaRPr lang="en-US" altLang="zh-CN" sz="2400">
              <a:latin typeface="微软雅黑" panose="020B0503020204020204" pitchFamily="34" charset="-122"/>
              <a:ea typeface="微软雅黑" panose="020B0503020204020204" pitchFamily="34" charset="-122"/>
            </a:endParaRPr>
          </a:p>
          <a:p>
            <a:pPr eaLnBrk="1" hangingPunct="1">
              <a:lnSpc>
                <a:spcPct val="150000"/>
              </a:lnSpc>
              <a:spcBef>
                <a:spcPts val="600"/>
              </a:spcBef>
            </a:pPr>
            <a:r>
              <a:rPr lang="zh-CN" altLang="en-US" sz="2400">
                <a:latin typeface="微软雅黑" panose="020B0503020204020204" pitchFamily="34" charset="-122"/>
                <a:ea typeface="微软雅黑" panose="020B0503020204020204" pitchFamily="34" charset="-122"/>
              </a:rPr>
              <a:t>支持泛型程序设计方法</a:t>
            </a:r>
          </a:p>
        </p:txBody>
      </p:sp>
      <p:sp>
        <p:nvSpPr>
          <p:cNvPr id="20484" name="灯片编号占位符 3">
            <a:extLst>
              <a:ext uri="{FF2B5EF4-FFF2-40B4-BE49-F238E27FC236}">
                <a16:creationId xmlns:a16="http://schemas.microsoft.com/office/drawing/2014/main" id="{3D52760D-0FD2-A090-EF72-219B178DFB1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87779E3-86BF-48AB-9859-22A3FB1FE43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标题 4">
            <a:extLst>
              <a:ext uri="{FF2B5EF4-FFF2-40B4-BE49-F238E27FC236}">
                <a16:creationId xmlns:a16="http://schemas.microsoft.com/office/drawing/2014/main" id="{876D0738-15AA-F28E-A5B9-129A5CA41542}"/>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2.1</a:t>
            </a:r>
            <a:r>
              <a:rPr kumimoji="0" lang="zh-CN" altLang="en-US" sz="2800" dirty="0">
                <a:solidFill>
                  <a:schemeClr val="bg1"/>
                </a:solidFill>
                <a:latin typeface="+mj-lt"/>
                <a:ea typeface="+mj-ea"/>
                <a:cs typeface="+mj-cs"/>
              </a:rPr>
              <a:t> </a:t>
            </a:r>
            <a:r>
              <a:rPr kumimoji="0" lang="en-US" altLang="zh-CN" sz="2800" dirty="0">
                <a:solidFill>
                  <a:schemeClr val="bg1"/>
                </a:solidFill>
                <a:latin typeface="+mj-lt"/>
                <a:ea typeface="+mj-ea"/>
                <a:cs typeface="+mj-cs"/>
              </a:rPr>
              <a:t>C++</a:t>
            </a:r>
            <a:r>
              <a:rPr kumimoji="0" lang="zh-CN" altLang="en-US" sz="2800" dirty="0">
                <a:solidFill>
                  <a:schemeClr val="bg1"/>
                </a:solidFill>
                <a:latin typeface="+mj-lt"/>
                <a:ea typeface="+mj-ea"/>
                <a:cs typeface="+mj-cs"/>
              </a:rPr>
              <a:t>语言概述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5CE570C8-BE1E-9DDE-F3DB-11490FB4768E}"/>
              </a:ext>
            </a:extLst>
          </p:cNvPr>
          <p:cNvSpPr>
            <a:spLocks noGrp="1"/>
          </p:cNvSpPr>
          <p:nvPr>
            <p:ph type="title"/>
          </p:nvPr>
        </p:nvSpPr>
        <p:spPr/>
        <p:txBody>
          <a:bodyPr/>
          <a:lstStyle/>
          <a:p>
            <a:pPr eaLnBrk="1" hangingPunct="1"/>
            <a:r>
              <a:rPr lang="en-US" altLang="zh-CN"/>
              <a:t>2.1.3 C++</a:t>
            </a:r>
            <a:r>
              <a:rPr lang="zh-CN" altLang="en-US"/>
              <a:t>程序实例</a:t>
            </a:r>
            <a:r>
              <a:rPr lang="en-US" altLang="zh-CN" sz="2800"/>
              <a:t>—</a:t>
            </a:r>
            <a:r>
              <a:rPr lang="zh-CN" altLang="en-US" sz="2800"/>
              <a:t>例</a:t>
            </a:r>
            <a:r>
              <a:rPr lang="en-US" altLang="zh-CN" sz="2800"/>
              <a:t>2-1</a:t>
            </a:r>
            <a:endParaRPr lang="zh-CN" altLang="en-US"/>
          </a:p>
        </p:txBody>
      </p:sp>
      <p:sp>
        <p:nvSpPr>
          <p:cNvPr id="21507" name="灯片编号占位符 3">
            <a:extLst>
              <a:ext uri="{FF2B5EF4-FFF2-40B4-BE49-F238E27FC236}">
                <a16:creationId xmlns:a16="http://schemas.microsoft.com/office/drawing/2014/main" id="{17A306BB-C7D1-4952-CB22-2EF20108FFA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D46ADA5-540E-4ED1-A3E2-2441F4B3A03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7336F175-218E-CF96-2C9E-FA7DD42C3EA8}"/>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2.1</a:t>
            </a:r>
            <a:r>
              <a:rPr kumimoji="0" lang="zh-CN" altLang="en-US" sz="2800" dirty="0">
                <a:solidFill>
                  <a:schemeClr val="bg1"/>
                </a:solidFill>
                <a:latin typeface="+mj-lt"/>
                <a:ea typeface="+mj-ea"/>
                <a:cs typeface="+mj-cs"/>
              </a:rPr>
              <a:t> </a:t>
            </a:r>
            <a:r>
              <a:rPr kumimoji="0" lang="en-US" altLang="zh-CN" sz="2800" dirty="0">
                <a:solidFill>
                  <a:schemeClr val="bg1"/>
                </a:solidFill>
                <a:latin typeface="+mj-lt"/>
                <a:ea typeface="+mj-ea"/>
                <a:cs typeface="+mj-cs"/>
              </a:rPr>
              <a:t>C++</a:t>
            </a:r>
            <a:r>
              <a:rPr kumimoji="0" lang="zh-CN" altLang="en-US" sz="2800" dirty="0">
                <a:solidFill>
                  <a:schemeClr val="bg1"/>
                </a:solidFill>
                <a:latin typeface="+mj-lt"/>
                <a:ea typeface="+mj-ea"/>
                <a:cs typeface="+mj-cs"/>
              </a:rPr>
              <a:t>语言概述</a:t>
            </a:r>
          </a:p>
        </p:txBody>
      </p:sp>
      <p:sp>
        <p:nvSpPr>
          <p:cNvPr id="7" name="内容占位符 11">
            <a:extLst>
              <a:ext uri="{FF2B5EF4-FFF2-40B4-BE49-F238E27FC236}">
                <a16:creationId xmlns:a16="http://schemas.microsoft.com/office/drawing/2014/main" id="{1A44DCFC-DF9E-97EA-0507-2E4399050C28}"/>
              </a:ext>
            </a:extLst>
          </p:cNvPr>
          <p:cNvSpPr txBox="1">
            <a:spLocks/>
          </p:cNvSpPr>
          <p:nvPr/>
        </p:nvSpPr>
        <p:spPr>
          <a:xfrm>
            <a:off x="428625" y="1643063"/>
            <a:ext cx="8229600" cy="4787900"/>
          </a:xfrm>
          <a:prstGeom prst="rect">
            <a:avLst/>
          </a:prstGeom>
          <a:solidFill>
            <a:srgbClr val="85FFFF"/>
          </a:solidFill>
        </p:spPr>
        <p:txBody>
          <a:bodyPr>
            <a:normAutofit/>
          </a:bodyPr>
          <a:lstStyle/>
          <a:p>
            <a:pPr eaLnBrk="1" hangingPunct="1">
              <a:lnSpc>
                <a:spcPct val="90000"/>
              </a:lnSpc>
              <a:defRPr/>
            </a:pPr>
            <a:r>
              <a:rPr lang="en-US" altLang="zh-CN" sz="2800" dirty="0">
                <a:latin typeface="Consolas" pitchFamily="49" charset="0"/>
              </a:rPr>
              <a:t>//2_1.cpp</a:t>
            </a:r>
          </a:p>
          <a:p>
            <a:pPr eaLnBrk="1" hangingPunct="1">
              <a:lnSpc>
                <a:spcPct val="90000"/>
              </a:lnSpc>
              <a:defRPr/>
            </a:pPr>
            <a:r>
              <a:rPr lang="en-US" altLang="zh-CN" sz="2800" dirty="0">
                <a:latin typeface="Consolas" pitchFamily="49" charset="0"/>
              </a:rPr>
              <a:t>#include &lt;iostream&gt;</a:t>
            </a:r>
          </a:p>
          <a:p>
            <a:pPr eaLnBrk="1" hangingPunct="1">
              <a:lnSpc>
                <a:spcPct val="90000"/>
              </a:lnSpc>
              <a:defRPr/>
            </a:pPr>
            <a:r>
              <a:rPr lang="en-US" altLang="zh-CN" sz="2800" dirty="0">
                <a:latin typeface="Consolas" pitchFamily="49" charset="0"/>
              </a:rPr>
              <a:t>using namespace std;</a:t>
            </a:r>
          </a:p>
          <a:p>
            <a:pPr eaLnBrk="1" hangingPunct="1">
              <a:lnSpc>
                <a:spcPct val="90000"/>
              </a:lnSpc>
              <a:defRPr/>
            </a:pPr>
            <a:r>
              <a:rPr lang="en-US" altLang="zh-CN" sz="2800" dirty="0" err="1">
                <a:latin typeface="Consolas" pitchFamily="49" charset="0"/>
              </a:rPr>
              <a:t>int</a:t>
            </a:r>
            <a:r>
              <a:rPr lang="en-US" altLang="zh-CN" sz="2800" dirty="0">
                <a:latin typeface="Consolas" pitchFamily="49" charset="0"/>
              </a:rPr>
              <a:t> main() {</a:t>
            </a:r>
          </a:p>
          <a:p>
            <a:pPr eaLnBrk="1" hangingPunct="1">
              <a:lnSpc>
                <a:spcPct val="90000"/>
              </a:lnSpc>
              <a:defRPr/>
            </a:pPr>
            <a:r>
              <a:rPr lang="en-US" altLang="zh-CN" sz="2800" dirty="0">
                <a:latin typeface="Consolas" pitchFamily="49" charset="0"/>
              </a:rPr>
              <a:t>	cout &lt;&lt; "Hello!" &lt;&lt; </a:t>
            </a:r>
            <a:r>
              <a:rPr lang="en-US" altLang="zh-CN" sz="2800" dirty="0" err="1">
                <a:latin typeface="Consolas" pitchFamily="49" charset="0"/>
              </a:rPr>
              <a:t>endl</a:t>
            </a:r>
            <a:r>
              <a:rPr lang="en-US" altLang="zh-CN" sz="2800" dirty="0">
                <a:latin typeface="Consolas" pitchFamily="49" charset="0"/>
              </a:rPr>
              <a:t>;</a:t>
            </a:r>
          </a:p>
          <a:p>
            <a:pPr eaLnBrk="1" hangingPunct="1">
              <a:lnSpc>
                <a:spcPct val="90000"/>
              </a:lnSpc>
              <a:defRPr/>
            </a:pPr>
            <a:r>
              <a:rPr lang="en-US" altLang="zh-CN" sz="2800" dirty="0">
                <a:latin typeface="Consolas" pitchFamily="49" charset="0"/>
              </a:rPr>
              <a:t>	cout &lt;&lt; "Welcome to </a:t>
            </a:r>
            <a:r>
              <a:rPr lang="en-US" altLang="zh-CN" sz="2800" dirty="0" err="1">
                <a:latin typeface="Consolas" pitchFamily="49" charset="0"/>
              </a:rPr>
              <a:t>c++</a:t>
            </a:r>
            <a:r>
              <a:rPr lang="en-US" altLang="zh-CN" sz="2800" dirty="0">
                <a:latin typeface="Consolas" pitchFamily="49" charset="0"/>
              </a:rPr>
              <a:t>!" &lt;&lt; </a:t>
            </a:r>
            <a:r>
              <a:rPr lang="en-US" altLang="zh-CN" sz="2800" dirty="0" err="1">
                <a:latin typeface="Consolas" pitchFamily="49" charset="0"/>
              </a:rPr>
              <a:t>endl</a:t>
            </a:r>
            <a:r>
              <a:rPr lang="en-US" altLang="zh-CN" sz="2800" dirty="0">
                <a:latin typeface="Consolas" pitchFamily="49" charset="0"/>
              </a:rPr>
              <a:t>;</a:t>
            </a:r>
          </a:p>
          <a:p>
            <a:pPr eaLnBrk="1" hangingPunct="1">
              <a:lnSpc>
                <a:spcPct val="90000"/>
              </a:lnSpc>
              <a:defRPr/>
            </a:pPr>
            <a:r>
              <a:rPr lang="en-US" altLang="zh-CN" sz="2800" dirty="0">
                <a:latin typeface="Consolas" pitchFamily="49" charset="0"/>
              </a:rPr>
              <a:t>	return 0;</a:t>
            </a:r>
          </a:p>
          <a:p>
            <a:pPr eaLnBrk="1" hangingPunct="1">
              <a:lnSpc>
                <a:spcPct val="90000"/>
              </a:lnSpc>
              <a:defRPr/>
            </a:pPr>
            <a:r>
              <a:rPr lang="en-US" altLang="zh-CN" sz="2800" dirty="0">
                <a:latin typeface="Consolas" pitchFamily="49" charset="0"/>
              </a:rPr>
              <a:t>}</a:t>
            </a:r>
          </a:p>
          <a:p>
            <a:pPr eaLnBrk="1" hangingPunct="1">
              <a:lnSpc>
                <a:spcPct val="90000"/>
              </a:lnSpc>
              <a:spcBef>
                <a:spcPct val="50000"/>
              </a:spcBef>
              <a:buFont typeface="Wingdings" pitchFamily="2" charset="2"/>
              <a:buNone/>
              <a:defRPr/>
            </a:pPr>
            <a:r>
              <a:rPr lang="zh-CN" altLang="en-US" dirty="0">
                <a:solidFill>
                  <a:srgbClr val="C00000"/>
                </a:solidFill>
                <a:latin typeface="Consolas" pitchFamily="49" charset="0"/>
              </a:rPr>
              <a:t>运行结果：</a:t>
            </a:r>
          </a:p>
          <a:p>
            <a:pPr eaLnBrk="1" hangingPunct="1">
              <a:lnSpc>
                <a:spcPct val="90000"/>
              </a:lnSpc>
              <a:defRPr/>
            </a:pPr>
            <a:r>
              <a:rPr lang="en-US" altLang="zh-CN" dirty="0">
                <a:solidFill>
                  <a:srgbClr val="C00000"/>
                </a:solidFill>
                <a:latin typeface="Consolas" pitchFamily="49" charset="0"/>
              </a:rPr>
              <a:t>Hello!</a:t>
            </a:r>
          </a:p>
          <a:p>
            <a:pPr eaLnBrk="1" hangingPunct="1">
              <a:lnSpc>
                <a:spcPct val="90000"/>
              </a:lnSpc>
              <a:defRPr/>
            </a:pPr>
            <a:r>
              <a:rPr lang="en-US" altLang="zh-CN" dirty="0">
                <a:solidFill>
                  <a:srgbClr val="C00000"/>
                </a:solidFill>
                <a:latin typeface="Consolas" pitchFamily="49" charset="0"/>
              </a:rPr>
              <a:t>Welcome to </a:t>
            </a:r>
            <a:r>
              <a:rPr lang="en-US" altLang="zh-CN" dirty="0" err="1">
                <a:solidFill>
                  <a:srgbClr val="C00000"/>
                </a:solidFill>
                <a:latin typeface="Consolas" pitchFamily="49" charset="0"/>
              </a:rPr>
              <a:t>c++</a:t>
            </a:r>
            <a:r>
              <a:rPr lang="zh-CN" altLang="en-US" dirty="0">
                <a:solidFill>
                  <a:srgbClr val="C00000"/>
                </a:solidFill>
                <a:latin typeface="Consolas" pitchFamily="49" charset="0"/>
              </a:rPr>
              <a:t>！</a:t>
            </a:r>
            <a:endParaRPr kumimoji="0" lang="zh-CN" altLang="en-US" sz="3200" dirty="0">
              <a:solidFill>
                <a:srgbClr val="C00000"/>
              </a:solidFill>
              <a:latin typeface="Consolas" pitchFamily="49" charset="0"/>
              <a:ea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a:extLst>
              <a:ext uri="{FF2B5EF4-FFF2-40B4-BE49-F238E27FC236}">
                <a16:creationId xmlns:a16="http://schemas.microsoft.com/office/drawing/2014/main" id="{BD2D9E3D-0C04-54D5-841A-516DA30FBAC9}"/>
              </a:ext>
            </a:extLst>
          </p:cNvPr>
          <p:cNvSpPr>
            <a:spLocks noGrp="1"/>
          </p:cNvSpPr>
          <p:nvPr>
            <p:ph type="title"/>
          </p:nvPr>
        </p:nvSpPr>
        <p:spPr>
          <a:xfrm>
            <a:off x="457200" y="765175"/>
            <a:ext cx="8229600" cy="800100"/>
          </a:xfrm>
        </p:spPr>
        <p:txBody>
          <a:bodyPr/>
          <a:lstStyle/>
          <a:p>
            <a:pPr eaLnBrk="1" hangingPunct="1">
              <a:defRPr/>
            </a:pPr>
            <a:r>
              <a:rPr lang="en-US" altLang="zh-CN" sz="3600" dirty="0">
                <a:solidFill>
                  <a:schemeClr val="accent5"/>
                </a:solidFill>
                <a:latin typeface="微软雅黑" pitchFamily="34" charset="-122"/>
                <a:ea typeface="微软雅黑" pitchFamily="34" charset="-122"/>
              </a:rPr>
              <a:t>I/O</a:t>
            </a:r>
            <a:r>
              <a:rPr lang="zh-CN" altLang="en-US" sz="3600" dirty="0">
                <a:solidFill>
                  <a:schemeClr val="accent5"/>
                </a:solidFill>
                <a:latin typeface="微软雅黑" pitchFamily="34" charset="-122"/>
                <a:ea typeface="微软雅黑" pitchFamily="34" charset="-122"/>
              </a:rPr>
              <a:t>流</a:t>
            </a:r>
          </a:p>
        </p:txBody>
      </p:sp>
      <p:sp>
        <p:nvSpPr>
          <p:cNvPr id="112643" name="内容占位符 2">
            <a:extLst>
              <a:ext uri="{FF2B5EF4-FFF2-40B4-BE49-F238E27FC236}">
                <a16:creationId xmlns:a16="http://schemas.microsoft.com/office/drawing/2014/main" id="{F612D336-C77B-81BE-6792-C0230B97E437}"/>
              </a:ext>
            </a:extLst>
          </p:cNvPr>
          <p:cNvSpPr>
            <a:spLocks noGrp="1"/>
          </p:cNvSpPr>
          <p:nvPr>
            <p:ph idx="1"/>
          </p:nvPr>
        </p:nvSpPr>
        <p:spPr>
          <a:xfrm>
            <a:off x="457200" y="1974850"/>
            <a:ext cx="8002588" cy="2908300"/>
          </a:xfrm>
        </p:spPr>
        <p:txBody>
          <a:bodyPr/>
          <a:lstStyle/>
          <a:p>
            <a:pPr eaLnBrk="1" hangingPunct="1">
              <a:lnSpc>
                <a:spcPct val="120000"/>
              </a:lnSpc>
              <a:spcBef>
                <a:spcPts val="900"/>
              </a:spcBef>
            </a:pPr>
            <a:r>
              <a:rPr lang="zh-CN" altLang="en-US" sz="2400">
                <a:latin typeface="微软雅黑" panose="020B0503020204020204" pitchFamily="34" charset="-122"/>
                <a:ea typeface="微软雅黑" panose="020B0503020204020204" pitchFamily="34" charset="-122"/>
              </a:rPr>
              <a:t>在</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中，将数据从一个对象到另一个对象的流动抽象为“流”。流在使用前要被建立，使用后要被删除。</a:t>
            </a:r>
            <a:endParaRPr lang="en-US" altLang="zh-CN" sz="2400">
              <a:latin typeface="微软雅黑" panose="020B0503020204020204" pitchFamily="34" charset="-122"/>
              <a:ea typeface="微软雅黑" panose="020B0503020204020204" pitchFamily="34" charset="-122"/>
            </a:endParaRPr>
          </a:p>
          <a:p>
            <a:pPr eaLnBrk="1" hangingPunct="1">
              <a:lnSpc>
                <a:spcPct val="120000"/>
              </a:lnSpc>
              <a:spcBef>
                <a:spcPts val="900"/>
              </a:spcBef>
            </a:pPr>
            <a:r>
              <a:rPr lang="zh-CN" altLang="en-US" sz="2400">
                <a:latin typeface="微软雅黑" panose="020B0503020204020204" pitchFamily="34" charset="-122"/>
                <a:ea typeface="微软雅黑" panose="020B0503020204020204" pitchFamily="34" charset="-122"/>
              </a:rPr>
              <a:t>从流中获取数据的操作称为提取操作，向流中添加数据的操作称为插入操作。</a:t>
            </a:r>
            <a:endParaRPr lang="en-US" altLang="zh-CN" sz="2400">
              <a:latin typeface="微软雅黑" panose="020B0503020204020204" pitchFamily="34" charset="-122"/>
              <a:ea typeface="微软雅黑" panose="020B0503020204020204" pitchFamily="34" charset="-122"/>
            </a:endParaRPr>
          </a:p>
          <a:p>
            <a:pPr eaLnBrk="1" hangingPunct="1">
              <a:lnSpc>
                <a:spcPct val="120000"/>
              </a:lnSpc>
              <a:spcBef>
                <a:spcPts val="900"/>
              </a:spcBef>
            </a:pPr>
            <a:r>
              <a:rPr lang="zh-CN" altLang="en-US" sz="2400">
                <a:latin typeface="微软雅黑" panose="020B0503020204020204" pitchFamily="34" charset="-122"/>
                <a:ea typeface="微软雅黑" panose="020B0503020204020204" pitchFamily="34" charset="-122"/>
              </a:rPr>
              <a:t>数据的输入与输出是通过</a:t>
            </a:r>
            <a:r>
              <a:rPr lang="en-US" altLang="zh-CN" sz="2400">
                <a:latin typeface="微软雅黑" panose="020B0503020204020204" pitchFamily="34" charset="-122"/>
                <a:ea typeface="微软雅黑" panose="020B0503020204020204" pitchFamily="34" charset="-122"/>
              </a:rPr>
              <a:t>I/O</a:t>
            </a:r>
            <a:r>
              <a:rPr lang="zh-CN" altLang="en-US" sz="2400">
                <a:latin typeface="微软雅黑" panose="020B0503020204020204" pitchFamily="34" charset="-122"/>
                <a:ea typeface="微软雅黑" panose="020B0503020204020204" pitchFamily="34" charset="-122"/>
              </a:rPr>
              <a:t>流来实现的，</a:t>
            </a:r>
            <a:r>
              <a:rPr lang="en-US" altLang="zh-CN" sz="2400">
                <a:latin typeface="微软雅黑" panose="020B0503020204020204" pitchFamily="34" charset="-122"/>
                <a:ea typeface="微软雅黑" panose="020B0503020204020204" pitchFamily="34" charset="-122"/>
              </a:rPr>
              <a:t>cin</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cout</a:t>
            </a:r>
            <a:r>
              <a:rPr lang="zh-CN" altLang="en-US" sz="2400">
                <a:latin typeface="微软雅黑" panose="020B0503020204020204" pitchFamily="34" charset="-122"/>
                <a:ea typeface="微软雅黑" panose="020B0503020204020204" pitchFamily="34" charset="-122"/>
              </a:rPr>
              <a:t>是预定义的流类对象。</a:t>
            </a:r>
            <a:r>
              <a:rPr lang="en-US" altLang="zh-CN" sz="2400">
                <a:latin typeface="微软雅黑" panose="020B0503020204020204" pitchFamily="34" charset="-122"/>
                <a:ea typeface="微软雅黑" panose="020B0503020204020204" pitchFamily="34" charset="-122"/>
              </a:rPr>
              <a:t>cin</a:t>
            </a:r>
            <a:r>
              <a:rPr lang="zh-CN" altLang="en-US" sz="2400">
                <a:latin typeface="微软雅黑" panose="020B0503020204020204" pitchFamily="34" charset="-122"/>
                <a:ea typeface="微软雅黑" panose="020B0503020204020204" pitchFamily="34" charset="-122"/>
              </a:rPr>
              <a:t>用来处理标准输入，即键盘输入。</a:t>
            </a:r>
            <a:r>
              <a:rPr lang="en-US" altLang="zh-CN" sz="2400">
                <a:latin typeface="微软雅黑" panose="020B0503020204020204" pitchFamily="34" charset="-122"/>
                <a:ea typeface="微软雅黑" panose="020B0503020204020204" pitchFamily="34" charset="-122"/>
              </a:rPr>
              <a:t>cout</a:t>
            </a:r>
            <a:r>
              <a:rPr lang="zh-CN" altLang="en-US" sz="2400">
                <a:latin typeface="微软雅黑" panose="020B0503020204020204" pitchFamily="34" charset="-122"/>
                <a:ea typeface="微软雅黑" panose="020B0503020204020204" pitchFamily="34" charset="-122"/>
              </a:rPr>
              <a:t>用来处理标准输出，即屏幕输出。</a:t>
            </a:r>
          </a:p>
          <a:p>
            <a:pPr eaLnBrk="1" hangingPunct="1"/>
            <a:endParaRPr lang="zh-CN" altLang="en-US" sz="1800">
              <a:latin typeface="微软雅黑" panose="020B0503020204020204" pitchFamily="34" charset="-122"/>
              <a:ea typeface="微软雅黑" panose="020B0503020204020204" pitchFamily="34" charset="-122"/>
            </a:endParaRPr>
          </a:p>
        </p:txBody>
      </p:sp>
      <p:sp>
        <p:nvSpPr>
          <p:cNvPr id="23556" name="灯片编号占位符 1">
            <a:extLst>
              <a:ext uri="{FF2B5EF4-FFF2-40B4-BE49-F238E27FC236}">
                <a16:creationId xmlns:a16="http://schemas.microsoft.com/office/drawing/2014/main" id="{9FBF700E-4D0B-21EC-7092-92140DFD0402}"/>
              </a:ext>
            </a:extLst>
          </p:cNvPr>
          <p:cNvSpPr>
            <a:spLocks noGrp="1" noChangeArrowheads="1"/>
          </p:cNvSpPr>
          <p:nvPr>
            <p:ph type="sldNum" sz="quarter" idx="12"/>
          </p:nvPr>
        </p:nvSpPr>
        <p:spPr bwMode="auto">
          <a:xfrm>
            <a:off x="9401175" y="39688"/>
            <a:ext cx="274478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657225" indent="-246063">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922338" indent="-219075">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179513" indent="-200025">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1389063" indent="-182563">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18462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3034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27606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2178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0" hangingPunct="0">
              <a:spcBef>
                <a:spcPct val="0"/>
              </a:spcBef>
              <a:buClrTx/>
              <a:buFontTx/>
              <a:buNone/>
            </a:pPr>
            <a:fld id="{DBC4DC87-EF2C-4C1D-9D7F-95E0D93A678C}" type="slidenum">
              <a:rPr kumimoji="1" lang="zh-CN" altLang="en-US" sz="1800" smtClean="0">
                <a:solidFill>
                  <a:schemeClr val="bg1"/>
                </a:solidFill>
                <a:latin typeface="Times New Roman" panose="02020603050405020304" pitchFamily="18" charset="0"/>
                <a:ea typeface="隶书" panose="02010509060101010101" pitchFamily="49" charset="-122"/>
              </a:rPr>
              <a:pPr eaLnBrk="0" hangingPunct="0">
                <a:spcBef>
                  <a:spcPct val="0"/>
                </a:spcBef>
                <a:buClrTx/>
                <a:buFontTx/>
                <a:buNone/>
              </a:pPr>
              <a:t>6</a:t>
            </a:fld>
            <a:endParaRPr kumimoji="1" lang="zh-CN" altLang="en-US" sz="1800">
              <a:solidFill>
                <a:schemeClr val="bg1"/>
              </a:solidFill>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 calcmode="lin" valueType="num">
                                      <p:cBhvr additive="base">
                                        <p:cTn id="7" dur="1000" fill="hold"/>
                                        <p:tgtEl>
                                          <p:spTgt spid="11264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12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12643">
                                            <p:txEl>
                                              <p:pRg st="1" end="1"/>
                                            </p:txEl>
                                          </p:spTgt>
                                        </p:tgtEl>
                                        <p:attrNameLst>
                                          <p:attrName>style.visibility</p:attrName>
                                        </p:attrNameLst>
                                      </p:cBhvr>
                                      <p:to>
                                        <p:strVal val="visible"/>
                                      </p:to>
                                    </p:set>
                                    <p:anim calcmode="lin" valueType="num">
                                      <p:cBhvr additive="base">
                                        <p:cTn id="13" dur="1000" fill="hold"/>
                                        <p:tgtEl>
                                          <p:spTgt spid="11264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1126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12643">
                                            <p:txEl>
                                              <p:pRg st="2" end="2"/>
                                            </p:txEl>
                                          </p:spTgt>
                                        </p:tgtEl>
                                        <p:attrNameLst>
                                          <p:attrName>style.visibility</p:attrName>
                                        </p:attrNameLst>
                                      </p:cBhvr>
                                      <p:to>
                                        <p:strVal val="visible"/>
                                      </p:to>
                                    </p:set>
                                    <p:anim calcmode="lin" valueType="num">
                                      <p:cBhvr additive="base">
                                        <p:cTn id="19" dur="1000" fill="hold"/>
                                        <p:tgtEl>
                                          <p:spTgt spid="11264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1126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a:extLst>
              <a:ext uri="{FF2B5EF4-FFF2-40B4-BE49-F238E27FC236}">
                <a16:creationId xmlns:a16="http://schemas.microsoft.com/office/drawing/2014/main" id="{C3CBC0AD-3D95-076D-E06F-6158A799E6AC}"/>
              </a:ext>
            </a:extLst>
          </p:cNvPr>
          <p:cNvSpPr>
            <a:spLocks noGrp="1"/>
          </p:cNvSpPr>
          <p:nvPr>
            <p:ph type="title"/>
          </p:nvPr>
        </p:nvSpPr>
        <p:spPr>
          <a:xfrm>
            <a:off x="455613" y="765175"/>
            <a:ext cx="8229600" cy="800100"/>
          </a:xfrm>
        </p:spPr>
        <p:txBody>
          <a:bodyPr/>
          <a:lstStyle/>
          <a:p>
            <a:pPr eaLnBrk="1" hangingPunct="1">
              <a:defRPr/>
            </a:pPr>
            <a:r>
              <a:rPr lang="zh-CN" altLang="en-US" sz="3600" dirty="0">
                <a:solidFill>
                  <a:schemeClr val="accent5"/>
                </a:solidFill>
                <a:latin typeface="微软雅黑" pitchFamily="34" charset="-122"/>
                <a:ea typeface="微软雅黑" pitchFamily="34" charset="-122"/>
              </a:rPr>
              <a:t>预定义的插入符和提取符</a:t>
            </a:r>
          </a:p>
        </p:txBody>
      </p:sp>
      <p:sp>
        <p:nvSpPr>
          <p:cNvPr id="113667" name="内容占位符 2">
            <a:extLst>
              <a:ext uri="{FF2B5EF4-FFF2-40B4-BE49-F238E27FC236}">
                <a16:creationId xmlns:a16="http://schemas.microsoft.com/office/drawing/2014/main" id="{BBA8B701-79E5-086C-D202-BD4A406FC872}"/>
              </a:ext>
            </a:extLst>
          </p:cNvPr>
          <p:cNvSpPr>
            <a:spLocks noGrp="1"/>
          </p:cNvSpPr>
          <p:nvPr>
            <p:ph idx="1"/>
          </p:nvPr>
        </p:nvSpPr>
        <p:spPr>
          <a:xfrm>
            <a:off x="455613" y="1982788"/>
            <a:ext cx="8002587" cy="2892425"/>
          </a:xfrm>
        </p:spPr>
        <p:txBody>
          <a:bodyPr/>
          <a:lstStyle/>
          <a:p>
            <a:pPr eaLnBrk="1" hangingPunct="1">
              <a:lnSpc>
                <a:spcPct val="120000"/>
              </a:lnSpc>
            </a:pP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&lt;&lt;</a:t>
            </a:r>
            <a:r>
              <a:rPr lang="zh-CN" altLang="en-US" sz="2400">
                <a:latin typeface="微软雅黑" panose="020B0503020204020204" pitchFamily="34" charset="-122"/>
                <a:ea typeface="微软雅黑" panose="020B0503020204020204" pitchFamily="34" charset="-122"/>
              </a:rPr>
              <a:t>”是预定义的插入符，作用在流类对象</a:t>
            </a:r>
            <a:r>
              <a:rPr lang="en-US" altLang="zh-CN" sz="2400">
                <a:latin typeface="微软雅黑" panose="020B0503020204020204" pitchFamily="34" charset="-122"/>
                <a:ea typeface="微软雅黑" panose="020B0503020204020204" pitchFamily="34" charset="-122"/>
              </a:rPr>
              <a:t>cout</a:t>
            </a:r>
            <a:r>
              <a:rPr lang="zh-CN" altLang="en-US" sz="2400">
                <a:latin typeface="微软雅黑" panose="020B0503020204020204" pitchFamily="34" charset="-122"/>
                <a:ea typeface="微软雅黑" panose="020B0503020204020204" pitchFamily="34" charset="-122"/>
              </a:rPr>
              <a:t>上便可以实现向标准输出设备输出。</a:t>
            </a:r>
          </a:p>
          <a:p>
            <a:pPr lvl="1" eaLnBrk="1" hangingPunct="1">
              <a:lnSpc>
                <a:spcPct val="120000"/>
              </a:lnSpc>
            </a:pPr>
            <a:r>
              <a:rPr lang="en-US" altLang="zh-CN" sz="2400">
                <a:latin typeface="微软雅黑" panose="020B0503020204020204" pitchFamily="34" charset="-122"/>
                <a:ea typeface="微软雅黑" panose="020B0503020204020204" pitchFamily="34" charset="-122"/>
              </a:rPr>
              <a:t>cout &lt;&lt; </a:t>
            </a:r>
            <a:r>
              <a:rPr lang="zh-CN" altLang="en-US" sz="2400">
                <a:latin typeface="微软雅黑" panose="020B0503020204020204" pitchFamily="34" charset="-122"/>
                <a:ea typeface="微软雅黑" panose="020B0503020204020204" pitchFamily="34" charset="-122"/>
              </a:rPr>
              <a:t>表达式 </a:t>
            </a:r>
            <a:r>
              <a:rPr lang="en-US" altLang="zh-CN" sz="2400">
                <a:latin typeface="微软雅黑" panose="020B0503020204020204" pitchFamily="34" charset="-122"/>
                <a:ea typeface="微软雅黑" panose="020B0503020204020204" pitchFamily="34" charset="-122"/>
              </a:rPr>
              <a:t>&lt;&lt; </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a:p>
            <a:pPr eaLnBrk="1" hangingPunct="1">
              <a:lnSpc>
                <a:spcPct val="120000"/>
              </a:lnSpc>
            </a:pPr>
            <a:r>
              <a:rPr lang="zh-CN" altLang="en-US" sz="2400">
                <a:latin typeface="微软雅黑" panose="020B0503020204020204" pitchFamily="34" charset="-122"/>
                <a:ea typeface="微软雅黑" panose="020B0503020204020204" pitchFamily="34" charset="-122"/>
              </a:rPr>
              <a:t>标准输入是将提取符作用在流类对象</a:t>
            </a:r>
            <a:r>
              <a:rPr lang="en-US" altLang="zh-CN" sz="2400">
                <a:latin typeface="微软雅黑" panose="020B0503020204020204" pitchFamily="34" charset="-122"/>
                <a:ea typeface="微软雅黑" panose="020B0503020204020204" pitchFamily="34" charset="-122"/>
              </a:rPr>
              <a:t>cin</a:t>
            </a:r>
            <a:r>
              <a:rPr lang="zh-CN" altLang="en-US" sz="2400">
                <a:latin typeface="微软雅黑" panose="020B0503020204020204" pitchFamily="34" charset="-122"/>
                <a:ea typeface="微软雅黑" panose="020B0503020204020204" pitchFamily="34" charset="-122"/>
              </a:rPr>
              <a:t>上。</a:t>
            </a:r>
          </a:p>
          <a:p>
            <a:pPr lvl="1" eaLnBrk="1" hangingPunct="1">
              <a:lnSpc>
                <a:spcPct val="120000"/>
              </a:lnSpc>
            </a:pPr>
            <a:r>
              <a:rPr lang="en-US" altLang="zh-CN" sz="2400">
                <a:latin typeface="微软雅黑" panose="020B0503020204020204" pitchFamily="34" charset="-122"/>
                <a:ea typeface="微软雅黑" panose="020B0503020204020204" pitchFamily="34" charset="-122"/>
              </a:rPr>
              <a:t>cin &gt;&gt; </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 &gt;&gt; </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a:p>
            <a:pPr eaLnBrk="1" hangingPunct="1">
              <a:lnSpc>
                <a:spcPct val="120000"/>
              </a:lnSpc>
            </a:pPr>
            <a:r>
              <a:rPr lang="zh-CN" altLang="en-US" sz="2400">
                <a:latin typeface="微软雅黑" panose="020B0503020204020204" pitchFamily="34" charset="-122"/>
                <a:ea typeface="微软雅黑" panose="020B0503020204020204" pitchFamily="34" charset="-122"/>
              </a:rPr>
              <a:t>提取符可以连续写多个，每个后面跟一个表达式，该表达式通常是用于存放输入值的变量。例如：</a:t>
            </a:r>
          </a:p>
          <a:p>
            <a:pPr lvl="1" eaLnBrk="1" hangingPunct="1">
              <a:lnSpc>
                <a:spcPct val="120000"/>
              </a:lnSpc>
            </a:pPr>
            <a:r>
              <a:rPr lang="en-US" altLang="zh-CN" sz="2400">
                <a:latin typeface="微软雅黑" panose="020B0503020204020204" pitchFamily="34" charset="-122"/>
                <a:ea typeface="微软雅黑" panose="020B0503020204020204" pitchFamily="34" charset="-122"/>
              </a:rPr>
              <a:t>int a, b;</a:t>
            </a:r>
            <a:endParaRPr lang="zh-CN" altLang="en-US" sz="2400">
              <a:latin typeface="微软雅黑" panose="020B0503020204020204" pitchFamily="34" charset="-122"/>
              <a:ea typeface="微软雅黑" panose="020B0503020204020204" pitchFamily="34" charset="-122"/>
            </a:endParaRPr>
          </a:p>
          <a:p>
            <a:pPr lvl="1" eaLnBrk="1" hangingPunct="1">
              <a:lnSpc>
                <a:spcPct val="120000"/>
              </a:lnSpc>
            </a:pPr>
            <a:r>
              <a:rPr lang="en-US" altLang="zh-CN" sz="2400">
                <a:latin typeface="微软雅黑" panose="020B0503020204020204" pitchFamily="34" charset="-122"/>
                <a:ea typeface="微软雅黑" panose="020B0503020204020204" pitchFamily="34" charset="-122"/>
              </a:rPr>
              <a:t>cin &gt;&gt; a &gt;&gt; b;</a:t>
            </a:r>
            <a:endParaRPr lang="zh-CN" altLang="en-US" sz="2400">
              <a:latin typeface="微软雅黑" panose="020B0503020204020204" pitchFamily="34" charset="-122"/>
              <a:ea typeface="微软雅黑" panose="020B0503020204020204" pitchFamily="34" charset="-122"/>
            </a:endParaRPr>
          </a:p>
          <a:p>
            <a:pPr eaLnBrk="1" hangingPunct="1"/>
            <a:endParaRPr lang="zh-CN" altLang="en-US" sz="1800">
              <a:latin typeface="微软雅黑" panose="020B0503020204020204" pitchFamily="34" charset="-122"/>
              <a:ea typeface="微软雅黑" panose="020B0503020204020204" pitchFamily="34" charset="-122"/>
            </a:endParaRPr>
          </a:p>
        </p:txBody>
      </p:sp>
      <p:sp>
        <p:nvSpPr>
          <p:cNvPr id="24580" name="灯片编号占位符 1">
            <a:extLst>
              <a:ext uri="{FF2B5EF4-FFF2-40B4-BE49-F238E27FC236}">
                <a16:creationId xmlns:a16="http://schemas.microsoft.com/office/drawing/2014/main" id="{4EA9E83A-814F-730F-7EA7-1D1BC88D22D3}"/>
              </a:ext>
            </a:extLst>
          </p:cNvPr>
          <p:cNvSpPr>
            <a:spLocks noGrp="1" noChangeArrowheads="1"/>
          </p:cNvSpPr>
          <p:nvPr>
            <p:ph type="sldNum" sz="quarter" idx="12"/>
          </p:nvPr>
        </p:nvSpPr>
        <p:spPr bwMode="auto">
          <a:xfrm>
            <a:off x="9401175" y="39688"/>
            <a:ext cx="274478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657225" indent="-246063">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922338" indent="-219075">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179513" indent="-200025">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1389063" indent="-182563">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18462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3034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27606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2178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0" hangingPunct="0">
              <a:spcBef>
                <a:spcPct val="0"/>
              </a:spcBef>
              <a:buClrTx/>
              <a:buFontTx/>
              <a:buNone/>
            </a:pPr>
            <a:fld id="{B0BF9A91-FA42-430B-B0C6-D288792F6060}" type="slidenum">
              <a:rPr kumimoji="1" lang="zh-CN" altLang="en-US" sz="1800" smtClean="0">
                <a:solidFill>
                  <a:schemeClr val="bg1"/>
                </a:solidFill>
                <a:latin typeface="Times New Roman" panose="02020603050405020304" pitchFamily="18" charset="0"/>
                <a:ea typeface="隶书" panose="02010509060101010101" pitchFamily="49" charset="-122"/>
              </a:rPr>
              <a:pPr eaLnBrk="0" hangingPunct="0">
                <a:spcBef>
                  <a:spcPct val="0"/>
                </a:spcBef>
                <a:buClrTx/>
                <a:buFontTx/>
                <a:buNone/>
              </a:pPr>
              <a:t>7</a:t>
            </a:fld>
            <a:endParaRPr kumimoji="1" lang="zh-CN" altLang="en-US" sz="1800">
              <a:solidFill>
                <a:schemeClr val="bg1"/>
              </a:solidFill>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 calcmode="lin" valueType="num">
                                      <p:cBhvr additive="base">
                                        <p:cTn id="7" dur="1000" fill="hold"/>
                                        <p:tgtEl>
                                          <p:spTgt spid="113667">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136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13667">
                                            <p:txEl>
                                              <p:pRg st="1" end="1"/>
                                            </p:txEl>
                                          </p:spTgt>
                                        </p:tgtEl>
                                        <p:attrNameLst>
                                          <p:attrName>style.visibility</p:attrName>
                                        </p:attrNameLst>
                                      </p:cBhvr>
                                      <p:to>
                                        <p:strVal val="visible"/>
                                      </p:to>
                                    </p:set>
                                    <p:anim calcmode="lin" valueType="num">
                                      <p:cBhvr additive="base">
                                        <p:cTn id="13" dur="1000" fill="hold"/>
                                        <p:tgtEl>
                                          <p:spTgt spid="113667">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1136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13667">
                                            <p:txEl>
                                              <p:pRg st="2" end="2"/>
                                            </p:txEl>
                                          </p:spTgt>
                                        </p:tgtEl>
                                        <p:attrNameLst>
                                          <p:attrName>style.visibility</p:attrName>
                                        </p:attrNameLst>
                                      </p:cBhvr>
                                      <p:to>
                                        <p:strVal val="visible"/>
                                      </p:to>
                                    </p:set>
                                    <p:anim calcmode="lin" valueType="num">
                                      <p:cBhvr additive="base">
                                        <p:cTn id="19" dur="1000" fill="hold"/>
                                        <p:tgtEl>
                                          <p:spTgt spid="113667">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1136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13667">
                                            <p:txEl>
                                              <p:pRg st="3" end="3"/>
                                            </p:txEl>
                                          </p:spTgt>
                                        </p:tgtEl>
                                        <p:attrNameLst>
                                          <p:attrName>style.visibility</p:attrName>
                                        </p:attrNameLst>
                                      </p:cBhvr>
                                      <p:to>
                                        <p:strVal val="visible"/>
                                      </p:to>
                                    </p:set>
                                    <p:anim calcmode="lin" valueType="num">
                                      <p:cBhvr additive="base">
                                        <p:cTn id="25" dur="1000" fill="hold"/>
                                        <p:tgtEl>
                                          <p:spTgt spid="113667">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1136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13667">
                                            <p:txEl>
                                              <p:pRg st="4" end="4"/>
                                            </p:txEl>
                                          </p:spTgt>
                                        </p:tgtEl>
                                        <p:attrNameLst>
                                          <p:attrName>style.visibility</p:attrName>
                                        </p:attrNameLst>
                                      </p:cBhvr>
                                      <p:to>
                                        <p:strVal val="visible"/>
                                      </p:to>
                                    </p:set>
                                    <p:anim calcmode="lin" valueType="num">
                                      <p:cBhvr additive="base">
                                        <p:cTn id="31" dur="1000" fill="hold"/>
                                        <p:tgtEl>
                                          <p:spTgt spid="113667">
                                            <p:txEl>
                                              <p:pRg st="4" end="4"/>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1136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13667">
                                            <p:txEl>
                                              <p:pRg st="5" end="5"/>
                                            </p:txEl>
                                          </p:spTgt>
                                        </p:tgtEl>
                                        <p:attrNameLst>
                                          <p:attrName>style.visibility</p:attrName>
                                        </p:attrNameLst>
                                      </p:cBhvr>
                                      <p:to>
                                        <p:strVal val="visible"/>
                                      </p:to>
                                    </p:set>
                                    <p:anim calcmode="lin" valueType="num">
                                      <p:cBhvr additive="base">
                                        <p:cTn id="37" dur="1000" fill="hold"/>
                                        <p:tgtEl>
                                          <p:spTgt spid="113667">
                                            <p:txEl>
                                              <p:pRg st="5" end="5"/>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1136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13667">
                                            <p:txEl>
                                              <p:pRg st="6" end="6"/>
                                            </p:txEl>
                                          </p:spTgt>
                                        </p:tgtEl>
                                        <p:attrNameLst>
                                          <p:attrName>style.visibility</p:attrName>
                                        </p:attrNameLst>
                                      </p:cBhvr>
                                      <p:to>
                                        <p:strVal val="visible"/>
                                      </p:to>
                                    </p:set>
                                    <p:anim calcmode="lin" valueType="num">
                                      <p:cBhvr additive="base">
                                        <p:cTn id="43" dur="1000" fill="hold"/>
                                        <p:tgtEl>
                                          <p:spTgt spid="113667">
                                            <p:txEl>
                                              <p:pRg st="6" end="6"/>
                                            </p:txEl>
                                          </p:spTgt>
                                        </p:tgtEl>
                                        <p:attrNameLst>
                                          <p:attrName>ppt_x</p:attrName>
                                        </p:attrNameLst>
                                      </p:cBhvr>
                                      <p:tavLst>
                                        <p:tav tm="0">
                                          <p:val>
                                            <p:strVal val="0-#ppt_w/2"/>
                                          </p:val>
                                        </p:tav>
                                        <p:tav tm="100000">
                                          <p:val>
                                            <p:strVal val="#ppt_x"/>
                                          </p:val>
                                        </p:tav>
                                      </p:tavLst>
                                    </p:anim>
                                    <p:anim calcmode="lin" valueType="num">
                                      <p:cBhvr additive="base">
                                        <p:cTn id="44" dur="1000" fill="hold"/>
                                        <p:tgtEl>
                                          <p:spTgt spid="11366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94A34005-B76B-A3FD-0B85-1363268B2823}"/>
              </a:ext>
            </a:extLst>
          </p:cNvPr>
          <p:cNvSpPr>
            <a:spLocks noGrp="1"/>
          </p:cNvSpPr>
          <p:nvPr>
            <p:ph type="title"/>
          </p:nvPr>
        </p:nvSpPr>
        <p:spPr/>
        <p:txBody>
          <a:bodyPr/>
          <a:lstStyle/>
          <a:p>
            <a:pPr eaLnBrk="1" hangingPunct="1"/>
            <a:r>
              <a:rPr lang="en-US" altLang="zh-CN"/>
              <a:t>2.1.4 C++</a:t>
            </a:r>
            <a:r>
              <a:rPr lang="zh-CN" altLang="en-US"/>
              <a:t>字符集</a:t>
            </a:r>
          </a:p>
        </p:txBody>
      </p:sp>
      <p:sp>
        <p:nvSpPr>
          <p:cNvPr id="25603" name="内容占位符 2">
            <a:extLst>
              <a:ext uri="{FF2B5EF4-FFF2-40B4-BE49-F238E27FC236}">
                <a16:creationId xmlns:a16="http://schemas.microsoft.com/office/drawing/2014/main" id="{07E0A938-9D96-B87E-F011-060643CAD5E4}"/>
              </a:ext>
            </a:extLst>
          </p:cNvPr>
          <p:cNvSpPr>
            <a:spLocks noGrp="1"/>
          </p:cNvSpPr>
          <p:nvPr>
            <p:ph idx="1"/>
          </p:nvPr>
        </p:nvSpPr>
        <p:spPr/>
        <p:txBody>
          <a:bodyPr/>
          <a:lstStyle/>
          <a:p>
            <a:pPr eaLnBrk="1" hangingPunct="1"/>
            <a:r>
              <a:rPr lang="zh-CN" altLang="en-US"/>
              <a:t>大小写的英文字母：</a:t>
            </a:r>
            <a:r>
              <a:rPr lang="en-US" altLang="zh-CN"/>
              <a:t>A</a:t>
            </a:r>
            <a:r>
              <a:rPr lang="zh-CN" altLang="en-US"/>
              <a:t>～</a:t>
            </a:r>
            <a:r>
              <a:rPr lang="en-US" altLang="zh-CN"/>
              <a:t>Z</a:t>
            </a:r>
            <a:r>
              <a:rPr lang="zh-CN" altLang="en-US"/>
              <a:t>，</a:t>
            </a:r>
            <a:r>
              <a:rPr lang="en-US" altLang="zh-CN"/>
              <a:t>a</a:t>
            </a:r>
            <a:r>
              <a:rPr lang="zh-CN" altLang="en-US"/>
              <a:t>～</a:t>
            </a:r>
            <a:r>
              <a:rPr lang="en-US" altLang="zh-CN"/>
              <a:t>z</a:t>
            </a:r>
          </a:p>
          <a:p>
            <a:pPr eaLnBrk="1" hangingPunct="1"/>
            <a:r>
              <a:rPr lang="zh-CN" altLang="en-US"/>
              <a:t>数字字符：</a:t>
            </a:r>
            <a:r>
              <a:rPr lang="en-US" altLang="zh-CN"/>
              <a:t>0</a:t>
            </a:r>
            <a:r>
              <a:rPr lang="zh-CN" altLang="en-US"/>
              <a:t>～</a:t>
            </a:r>
            <a:r>
              <a:rPr lang="en-US" altLang="zh-CN"/>
              <a:t>9</a:t>
            </a:r>
          </a:p>
          <a:p>
            <a:pPr eaLnBrk="1" hangingPunct="1"/>
            <a:r>
              <a:rPr lang="zh-CN" altLang="en-US"/>
              <a:t>特殊字符：</a:t>
            </a:r>
          </a:p>
          <a:p>
            <a:pPr marL="666750" lvl="1" indent="0" eaLnBrk="1" hangingPunct="1">
              <a:buFont typeface="Georgia" panose="02040502050405020303" pitchFamily="18" charset="0"/>
              <a:buNone/>
            </a:pPr>
            <a:r>
              <a:rPr lang="zh-CN" altLang="en-US" b="1"/>
              <a:t>	</a:t>
            </a:r>
            <a:r>
              <a:rPr lang="zh-CN" altLang="zh-CN" b="1"/>
              <a:t>!	#	%	^	&amp;	*	_	+	=	-	~	&lt;	&gt;	/	\	‘	“	;	.	,	:	?	(	)	[	]	{	}</a:t>
            </a:r>
          </a:p>
          <a:p>
            <a:pPr eaLnBrk="1" hangingPunct="1"/>
            <a:endParaRPr lang="zh-CN" altLang="en-US"/>
          </a:p>
        </p:txBody>
      </p:sp>
      <p:sp>
        <p:nvSpPr>
          <p:cNvPr id="25604" name="灯片编号占位符 3">
            <a:extLst>
              <a:ext uri="{FF2B5EF4-FFF2-40B4-BE49-F238E27FC236}">
                <a16:creationId xmlns:a16="http://schemas.microsoft.com/office/drawing/2014/main" id="{0B27FFF1-4EA8-90A9-3B53-E48A86826BD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96D046A-B577-42BA-9B64-F0BA5DC6615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B1FBB1F-AB36-494A-A19B-86CBEF7C8B65}"/>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2.1</a:t>
            </a:r>
            <a:r>
              <a:rPr kumimoji="0" lang="zh-CN" altLang="en-US" sz="2800" dirty="0">
                <a:solidFill>
                  <a:schemeClr val="bg1"/>
                </a:solidFill>
                <a:latin typeface="+mj-lt"/>
                <a:ea typeface="+mj-ea"/>
                <a:cs typeface="+mj-cs"/>
              </a:rPr>
              <a:t> </a:t>
            </a:r>
            <a:r>
              <a:rPr kumimoji="0" lang="en-US" altLang="zh-CN" sz="2800" dirty="0">
                <a:solidFill>
                  <a:schemeClr val="bg1"/>
                </a:solidFill>
                <a:latin typeface="+mj-lt"/>
                <a:ea typeface="+mj-ea"/>
                <a:cs typeface="+mj-cs"/>
              </a:rPr>
              <a:t>C++</a:t>
            </a:r>
            <a:r>
              <a:rPr kumimoji="0" lang="zh-CN" altLang="en-US" sz="2800" dirty="0">
                <a:solidFill>
                  <a:schemeClr val="bg1"/>
                </a:solidFill>
                <a:latin typeface="+mj-lt"/>
                <a:ea typeface="+mj-ea"/>
                <a:cs typeface="+mj-cs"/>
              </a:rPr>
              <a:t>语言概述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6C445627-0E0B-5328-8301-ECC6BC557AFD}"/>
              </a:ext>
            </a:extLst>
          </p:cNvPr>
          <p:cNvSpPr>
            <a:spLocks noGrp="1"/>
          </p:cNvSpPr>
          <p:nvPr>
            <p:ph type="title"/>
          </p:nvPr>
        </p:nvSpPr>
        <p:spPr/>
        <p:txBody>
          <a:bodyPr/>
          <a:lstStyle/>
          <a:p>
            <a:pPr eaLnBrk="1" hangingPunct="1"/>
            <a:r>
              <a:rPr lang="en-US" altLang="zh-CN"/>
              <a:t>2.1.5</a:t>
            </a:r>
            <a:r>
              <a:rPr lang="zh-CN" altLang="en-US"/>
              <a:t>词法记号</a:t>
            </a:r>
          </a:p>
        </p:txBody>
      </p:sp>
      <p:sp>
        <p:nvSpPr>
          <p:cNvPr id="3" name="内容占位符 2">
            <a:extLst>
              <a:ext uri="{FF2B5EF4-FFF2-40B4-BE49-F238E27FC236}">
                <a16:creationId xmlns:a16="http://schemas.microsoft.com/office/drawing/2014/main" id="{CB3AB2FB-1729-DF6F-74AF-EBEF65B8F27C}"/>
              </a:ext>
            </a:extLst>
          </p:cNvPr>
          <p:cNvSpPr>
            <a:spLocks noGrp="1"/>
          </p:cNvSpPr>
          <p:nvPr>
            <p:ph idx="1"/>
          </p:nvPr>
        </p:nvSpPr>
        <p:spPr/>
        <p:txBody>
          <a:bodyPr>
            <a:normAutofit fontScale="92500" lnSpcReduction="10000"/>
          </a:bodyPr>
          <a:lstStyle/>
          <a:p>
            <a:pPr marL="365760" indent="-256032" eaLnBrk="1" fontAlgn="auto" hangingPunct="1">
              <a:lnSpc>
                <a:spcPct val="150000"/>
              </a:lnSpc>
              <a:spcAft>
                <a:spcPts val="0"/>
              </a:spcAft>
              <a:buClr>
                <a:schemeClr val="accent3"/>
              </a:buClr>
              <a:buFont typeface="Georgia"/>
              <a:buChar char="•"/>
              <a:defRPr/>
            </a:pPr>
            <a:r>
              <a:rPr lang="zh-CN" altLang="en-US" b="1" dirty="0">
                <a:solidFill>
                  <a:schemeClr val="accent2">
                    <a:lumMod val="75000"/>
                  </a:schemeClr>
                </a:solidFill>
                <a:latin typeface="宋体" pitchFamily="2" charset="-122"/>
              </a:rPr>
              <a:t>关键字	</a:t>
            </a:r>
            <a:r>
              <a:rPr lang="en-US" altLang="zh-CN" sz="2400" b="1" dirty="0">
                <a:latin typeface="宋体" pitchFamily="2" charset="-122"/>
              </a:rPr>
              <a:t>C++</a:t>
            </a:r>
            <a:r>
              <a:rPr lang="zh-CN" altLang="en-US" sz="2400" b="1" dirty="0">
                <a:latin typeface="宋体" pitchFamily="2" charset="-122"/>
              </a:rPr>
              <a:t>预定义的单词</a:t>
            </a:r>
          </a:p>
          <a:p>
            <a:pPr marL="365760" indent="-256032" eaLnBrk="1" fontAlgn="auto" hangingPunct="1">
              <a:lnSpc>
                <a:spcPct val="150000"/>
              </a:lnSpc>
              <a:spcAft>
                <a:spcPts val="0"/>
              </a:spcAft>
              <a:buClr>
                <a:schemeClr val="accent3"/>
              </a:buClr>
              <a:buFont typeface="Georgia"/>
              <a:buChar char="•"/>
              <a:defRPr/>
            </a:pPr>
            <a:r>
              <a:rPr lang="zh-CN" altLang="en-US" b="1" dirty="0">
                <a:solidFill>
                  <a:schemeClr val="accent2">
                    <a:lumMod val="75000"/>
                  </a:schemeClr>
                </a:solidFill>
                <a:latin typeface="宋体" pitchFamily="2" charset="-122"/>
              </a:rPr>
              <a:t>标识符</a:t>
            </a:r>
            <a:r>
              <a:rPr lang="zh-CN" altLang="en-US" b="1" dirty="0">
                <a:latin typeface="宋体" pitchFamily="2" charset="-122"/>
              </a:rPr>
              <a:t>	</a:t>
            </a:r>
            <a:r>
              <a:rPr lang="zh-CN" altLang="en-US" sz="2400" b="1" dirty="0">
                <a:latin typeface="宋体" pitchFamily="2" charset="-122"/>
              </a:rPr>
              <a:t>程序员声明的单词，它命名程序正文中的一些实体</a:t>
            </a:r>
          </a:p>
          <a:p>
            <a:pPr marL="365760" indent="-256032" eaLnBrk="1" fontAlgn="auto" hangingPunct="1">
              <a:lnSpc>
                <a:spcPct val="150000"/>
              </a:lnSpc>
              <a:spcAft>
                <a:spcPts val="0"/>
              </a:spcAft>
              <a:buClr>
                <a:schemeClr val="accent3"/>
              </a:buClr>
              <a:buFont typeface="Georgia"/>
              <a:buChar char="•"/>
              <a:defRPr/>
            </a:pPr>
            <a:r>
              <a:rPr lang="zh-CN" altLang="en-US" b="1" dirty="0">
                <a:solidFill>
                  <a:schemeClr val="accent2">
                    <a:lumMod val="75000"/>
                  </a:schemeClr>
                </a:solidFill>
                <a:latin typeface="宋体" pitchFamily="2" charset="-122"/>
              </a:rPr>
              <a:t>文字	</a:t>
            </a:r>
            <a:r>
              <a:rPr lang="zh-CN" altLang="en-US" sz="2400" b="1" dirty="0">
                <a:latin typeface="宋体" pitchFamily="2" charset="-122"/>
              </a:rPr>
              <a:t>在程序中直接使用符号表示的数据</a:t>
            </a:r>
          </a:p>
          <a:p>
            <a:pPr marL="365760" indent="-256032" eaLnBrk="1" fontAlgn="auto" hangingPunct="1">
              <a:lnSpc>
                <a:spcPct val="150000"/>
              </a:lnSpc>
              <a:spcAft>
                <a:spcPts val="0"/>
              </a:spcAft>
              <a:buClr>
                <a:schemeClr val="accent3"/>
              </a:buClr>
              <a:buFont typeface="Georgia"/>
              <a:buChar char="•"/>
              <a:defRPr/>
            </a:pPr>
            <a:r>
              <a:rPr lang="zh-CN" altLang="en-US" b="1" dirty="0">
                <a:solidFill>
                  <a:schemeClr val="accent2">
                    <a:lumMod val="75000"/>
                  </a:schemeClr>
                </a:solidFill>
                <a:latin typeface="宋体" pitchFamily="2" charset="-122"/>
              </a:rPr>
              <a:t>操作符	</a:t>
            </a:r>
            <a:r>
              <a:rPr lang="zh-CN" altLang="en-US" sz="2400" b="1" dirty="0">
                <a:latin typeface="宋体" pitchFamily="2" charset="-122"/>
              </a:rPr>
              <a:t>用于实现各种运算的符号</a:t>
            </a:r>
          </a:p>
          <a:p>
            <a:pPr marL="365760" indent="-256032" eaLnBrk="1" fontAlgn="auto" hangingPunct="1">
              <a:lnSpc>
                <a:spcPct val="150000"/>
              </a:lnSpc>
              <a:spcAft>
                <a:spcPts val="0"/>
              </a:spcAft>
              <a:buClr>
                <a:schemeClr val="accent3"/>
              </a:buClr>
              <a:buFont typeface="Georgia"/>
              <a:buChar char="•"/>
              <a:defRPr/>
            </a:pPr>
            <a:r>
              <a:rPr lang="zh-CN" altLang="en-US" b="1" dirty="0">
                <a:solidFill>
                  <a:schemeClr val="accent2">
                    <a:lumMod val="75000"/>
                  </a:schemeClr>
                </a:solidFill>
                <a:latin typeface="宋体" pitchFamily="2" charset="-122"/>
              </a:rPr>
              <a:t>分隔符 </a:t>
            </a:r>
            <a:r>
              <a:rPr lang="en-US" altLang="zh-CN" b="1" dirty="0">
                <a:solidFill>
                  <a:schemeClr val="accent2">
                    <a:lumMod val="75000"/>
                  </a:schemeClr>
                </a:solidFill>
                <a:latin typeface="宋体" pitchFamily="2" charset="-122"/>
              </a:rPr>
              <a:t>()   {}   ,    :    ;  </a:t>
            </a:r>
            <a:br>
              <a:rPr lang="en-US" altLang="zh-CN" b="1" dirty="0">
                <a:latin typeface="宋体" pitchFamily="2" charset="-122"/>
              </a:rPr>
            </a:br>
            <a:r>
              <a:rPr lang="en-US" altLang="zh-CN" b="1" dirty="0">
                <a:latin typeface="宋体" pitchFamily="2" charset="-122"/>
              </a:rPr>
              <a:t>		</a:t>
            </a:r>
            <a:r>
              <a:rPr lang="zh-CN" altLang="en-US" sz="2400" b="1" dirty="0">
                <a:latin typeface="宋体" pitchFamily="2" charset="-122"/>
              </a:rPr>
              <a:t>用于分隔各个词法记号或程序正文</a:t>
            </a:r>
          </a:p>
          <a:p>
            <a:pPr marL="365760" indent="-256032" eaLnBrk="1" fontAlgn="auto" hangingPunct="1">
              <a:lnSpc>
                <a:spcPct val="150000"/>
              </a:lnSpc>
              <a:spcAft>
                <a:spcPts val="0"/>
              </a:spcAft>
              <a:buClr>
                <a:schemeClr val="accent3"/>
              </a:buClr>
              <a:buFont typeface="Georgia"/>
              <a:buChar char="•"/>
              <a:defRPr/>
            </a:pPr>
            <a:r>
              <a:rPr lang="zh-CN" altLang="en-US" b="1" dirty="0">
                <a:solidFill>
                  <a:schemeClr val="accent2">
                    <a:lumMod val="75000"/>
                  </a:schemeClr>
                </a:solidFill>
                <a:latin typeface="宋体" pitchFamily="2" charset="-122"/>
              </a:rPr>
              <a:t>空白符	</a:t>
            </a:r>
            <a:r>
              <a:rPr lang="zh-CN" altLang="en-US" sz="2400" b="1" dirty="0">
                <a:latin typeface="宋体" pitchFamily="2" charset="-122"/>
              </a:rPr>
              <a:t>空格、制表符（</a:t>
            </a:r>
            <a:r>
              <a:rPr lang="en-US" altLang="zh-CN" sz="2400" b="1" dirty="0">
                <a:latin typeface="宋体" pitchFamily="2" charset="-122"/>
              </a:rPr>
              <a:t>TAB</a:t>
            </a:r>
            <a:r>
              <a:rPr lang="zh-CN" altLang="en-US" sz="2400" b="1" dirty="0">
                <a:latin typeface="宋体" pitchFamily="2" charset="-122"/>
              </a:rPr>
              <a:t>键产生的字符）、垂直制表符、换行符、回车符和注释的总称</a:t>
            </a:r>
          </a:p>
        </p:txBody>
      </p:sp>
      <p:sp>
        <p:nvSpPr>
          <p:cNvPr id="26628" name="灯片编号占位符 3">
            <a:extLst>
              <a:ext uri="{FF2B5EF4-FFF2-40B4-BE49-F238E27FC236}">
                <a16:creationId xmlns:a16="http://schemas.microsoft.com/office/drawing/2014/main" id="{0F2DEDC0-B518-020D-BB41-D2448B676C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69BB471-268E-4E50-B792-C6DFC34DC22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FC57CCF-D675-FAF8-447E-02CA3290CF07}"/>
              </a:ext>
            </a:extLst>
          </p:cNvPr>
          <p:cNvSpPr txBox="1">
            <a:spLocks/>
          </p:cNvSpPr>
          <p:nvPr/>
        </p:nvSpPr>
        <p:spPr>
          <a:xfrm>
            <a:off x="214313" y="0"/>
            <a:ext cx="52149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2.1</a:t>
            </a:r>
            <a:r>
              <a:rPr kumimoji="0" lang="zh-CN" altLang="en-US" sz="2800" dirty="0">
                <a:solidFill>
                  <a:schemeClr val="bg1"/>
                </a:solidFill>
                <a:latin typeface="+mj-lt"/>
                <a:ea typeface="+mj-ea"/>
                <a:cs typeface="+mj-cs"/>
              </a:rPr>
              <a:t> </a:t>
            </a:r>
            <a:r>
              <a:rPr kumimoji="0" lang="en-US" altLang="zh-CN" sz="2800" dirty="0">
                <a:solidFill>
                  <a:schemeClr val="bg1"/>
                </a:solidFill>
                <a:latin typeface="+mj-lt"/>
                <a:ea typeface="+mj-ea"/>
                <a:cs typeface="+mj-cs"/>
              </a:rPr>
              <a:t>C++</a:t>
            </a:r>
            <a:r>
              <a:rPr kumimoji="0" lang="zh-CN" altLang="en-US" sz="2800" dirty="0">
                <a:solidFill>
                  <a:schemeClr val="bg1"/>
                </a:solidFill>
                <a:latin typeface="+mj-lt"/>
                <a:ea typeface="+mj-ea"/>
                <a:cs typeface="+mj-cs"/>
              </a:rPr>
              <a:t>语言概述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94146C16-D17B-3043-0329-AB1FF8B5D8D4}"/>
              </a:ext>
            </a:extLst>
          </p:cNvPr>
          <p:cNvSpPr>
            <a:spLocks noGrp="1"/>
          </p:cNvSpPr>
          <p:nvPr>
            <p:ph type="title"/>
          </p:nvPr>
        </p:nvSpPr>
        <p:spPr>
          <a:xfrm>
            <a:off x="250825" y="541338"/>
            <a:ext cx="8231188" cy="800100"/>
          </a:xfrm>
        </p:spPr>
        <p:txBody>
          <a:bodyPr/>
          <a:lstStyle/>
          <a:p>
            <a:pPr eaLnBrk="1" hangingPunct="1"/>
            <a:r>
              <a:rPr lang="zh-CN" altLang="en-US"/>
              <a:t>关键字</a:t>
            </a:r>
          </a:p>
        </p:txBody>
      </p:sp>
      <p:sp>
        <p:nvSpPr>
          <p:cNvPr id="3" name="内容占位符 2">
            <a:extLst>
              <a:ext uri="{FF2B5EF4-FFF2-40B4-BE49-F238E27FC236}">
                <a16:creationId xmlns:a16="http://schemas.microsoft.com/office/drawing/2014/main" id="{01CF53F7-E21B-8B63-A04E-E78CAFB1033D}"/>
              </a:ext>
            </a:extLst>
          </p:cNvPr>
          <p:cNvSpPr>
            <a:spLocks noGrp="1"/>
          </p:cNvSpPr>
          <p:nvPr>
            <p:ph idx="1"/>
          </p:nvPr>
        </p:nvSpPr>
        <p:spPr>
          <a:xfrm>
            <a:off x="14288" y="1341438"/>
            <a:ext cx="9129712" cy="5480050"/>
          </a:xfrm>
        </p:spPr>
        <p:txBody>
          <a:bodyPr/>
          <a:lstStyle/>
          <a:p>
            <a:pPr marL="82131" indent="0">
              <a:buFont typeface="Georgia" panose="02040502050405020303" pitchFamily="18" charset="0"/>
              <a:buNone/>
              <a:defRPr/>
            </a:pPr>
            <a:r>
              <a:rPr lang="en-US" altLang="zh-CN" sz="2400" b="1" dirty="0">
                <a:latin typeface="+mn-ea"/>
              </a:rPr>
              <a:t>alignas  alignof  asm  auto	bool	break	  case  catch  char	char16_t  char32_t  class  const  constexpr</a:t>
            </a:r>
            <a:endParaRPr lang="zh-CN" altLang="zh-CN" sz="2400" b="1" dirty="0">
              <a:latin typeface="+mn-ea"/>
            </a:endParaRPr>
          </a:p>
          <a:p>
            <a:pPr marL="82131" indent="0">
              <a:buFont typeface="Georgia" panose="02040502050405020303" pitchFamily="18" charset="0"/>
              <a:buNone/>
              <a:defRPr/>
            </a:pPr>
            <a:r>
              <a:rPr lang="en-US" altLang="zh-CN" sz="2400" b="1" dirty="0">
                <a:latin typeface="+mn-ea"/>
              </a:rPr>
              <a:t>const_cast	continue  decltype  default  delete  do double  dynamic_cast  else  enum  explicit  export extern  false  float  for  friend   goto  if  inline  int  long	 mutable  namespace  new  noexcept  nullptr  operator  private  protected  public  reinterpret_cast	return</a:t>
            </a:r>
            <a:endParaRPr lang="zh-CN" altLang="zh-CN" sz="2400" b="1" dirty="0">
              <a:latin typeface="+mn-ea"/>
            </a:endParaRPr>
          </a:p>
          <a:p>
            <a:pPr marL="82131" indent="0">
              <a:buFont typeface="Georgia" panose="02040502050405020303" pitchFamily="18" charset="0"/>
              <a:buNone/>
              <a:defRPr/>
            </a:pPr>
            <a:r>
              <a:rPr lang="en-US" altLang="zh-CN" sz="2400" b="1" dirty="0">
                <a:latin typeface="+mn-ea"/>
              </a:rPr>
              <a:t>short	 signed  sizeof  static  static_cast  struct  switch</a:t>
            </a:r>
            <a:endParaRPr lang="zh-CN" altLang="zh-CN" sz="2400" b="1" dirty="0">
              <a:latin typeface="+mn-ea"/>
            </a:endParaRPr>
          </a:p>
          <a:p>
            <a:pPr marL="82131" indent="0">
              <a:buFont typeface="Georgia" panose="02040502050405020303" pitchFamily="18" charset="0"/>
              <a:buNone/>
              <a:defRPr/>
            </a:pPr>
            <a:r>
              <a:rPr lang="en-US" altLang="zh-CN" sz="2400" b="1" dirty="0">
                <a:latin typeface="+mn-ea"/>
              </a:rPr>
              <a:t>template  this  thread_local  throw	  true  try  typedef</a:t>
            </a:r>
            <a:endParaRPr lang="zh-CN" altLang="zh-CN" sz="2400" b="1" dirty="0">
              <a:latin typeface="+mn-ea"/>
            </a:endParaRPr>
          </a:p>
          <a:p>
            <a:pPr marL="82131" indent="0">
              <a:buFont typeface="Georgia" panose="02040502050405020303" pitchFamily="18" charset="0"/>
              <a:buNone/>
              <a:defRPr/>
            </a:pPr>
            <a:r>
              <a:rPr lang="en-US" altLang="zh-CN" sz="2400" b="1" dirty="0">
                <a:latin typeface="+mn-ea"/>
              </a:rPr>
              <a:t>typeid  typename	 union  unsigned	using	 virtual  void</a:t>
            </a:r>
            <a:endParaRPr lang="zh-CN" altLang="zh-CN" sz="2400" b="1" dirty="0">
              <a:latin typeface="+mn-ea"/>
            </a:endParaRPr>
          </a:p>
          <a:p>
            <a:pPr marL="82131" indent="0">
              <a:buFont typeface="Georgia" panose="02040502050405020303" pitchFamily="18" charset="0"/>
              <a:buNone/>
              <a:defRPr/>
            </a:pPr>
            <a:r>
              <a:rPr lang="en-US" altLang="zh-CN" sz="2400" b="1" dirty="0">
                <a:latin typeface="+mn-ea"/>
              </a:rPr>
              <a:t>volatile	wchar_t  while</a:t>
            </a:r>
            <a:endParaRPr lang="zh-CN" altLang="zh-CN" sz="2400" b="1" dirty="0">
              <a:latin typeface="+mn-ea"/>
            </a:endParaRPr>
          </a:p>
          <a:p>
            <a:pPr marL="82131" indent="0">
              <a:buFont typeface="Georgia" panose="02040502050405020303" pitchFamily="18" charset="0"/>
              <a:buNone/>
              <a:defRPr/>
            </a:pPr>
            <a:endParaRPr lang="zh-CN" altLang="en-US" sz="2400" dirty="0">
              <a:latin typeface="+mn-ea"/>
            </a:endParaRPr>
          </a:p>
        </p:txBody>
      </p:sp>
      <p:sp>
        <p:nvSpPr>
          <p:cNvPr id="27652" name="灯片编号占位符 3">
            <a:extLst>
              <a:ext uri="{FF2B5EF4-FFF2-40B4-BE49-F238E27FC236}">
                <a16:creationId xmlns:a16="http://schemas.microsoft.com/office/drawing/2014/main" id="{245E99B4-260E-73A1-C96F-9B11E028BD7B}"/>
              </a:ext>
            </a:extLst>
          </p:cNvPr>
          <p:cNvSpPr>
            <a:spLocks noGrp="1" noChangeArrowheads="1"/>
          </p:cNvSpPr>
          <p:nvPr>
            <p:ph type="sldNum" sz="quarter" idx="12"/>
          </p:nvPr>
        </p:nvSpPr>
        <p:spPr bwMode="auto">
          <a:xfrm>
            <a:off x="9401175" y="39688"/>
            <a:ext cx="274478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657225" indent="-246063">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922338" indent="-219075">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179513" indent="-200025">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1389063" indent="-182563">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18462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3034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27606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2178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0" hangingPunct="0">
              <a:spcBef>
                <a:spcPct val="0"/>
              </a:spcBef>
              <a:buClrTx/>
              <a:buFontTx/>
              <a:buNone/>
            </a:pPr>
            <a:fld id="{0CF182D0-930B-4FF5-A7C1-4DA3EB8BA476}" type="slidenum">
              <a:rPr kumimoji="1" lang="zh-CN" altLang="en-US" sz="1800" smtClean="0">
                <a:solidFill>
                  <a:schemeClr val="bg1"/>
                </a:solidFill>
                <a:latin typeface="Times New Roman" panose="02020603050405020304" pitchFamily="18" charset="0"/>
                <a:ea typeface="隶书" panose="02010509060101010101" pitchFamily="49" charset="-122"/>
              </a:rPr>
              <a:pPr eaLnBrk="0" hangingPunct="0">
                <a:spcBef>
                  <a:spcPct val="0"/>
                </a:spcBef>
                <a:buClrTx/>
                <a:buFontTx/>
                <a:buNone/>
              </a:pPr>
              <a:t>10</a:t>
            </a:fld>
            <a:endParaRPr kumimoji="1" lang="zh-CN" altLang="en-US" sz="1800">
              <a:solidFill>
                <a:schemeClr val="bg1"/>
              </a:solidFill>
              <a:latin typeface="Times New Roman" panose="02020603050405020304" pitchFamily="18" charset="0"/>
              <a:ea typeface="隶书" panose="020105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F617BFEC-D0B9-C3E0-9ED1-0B94FF7BBE3F}"/>
              </a:ext>
            </a:extLst>
          </p:cNvPr>
          <p:cNvSpPr>
            <a:spLocks noGrp="1"/>
          </p:cNvSpPr>
          <p:nvPr>
            <p:ph type="title"/>
          </p:nvPr>
        </p:nvSpPr>
        <p:spPr/>
        <p:txBody>
          <a:bodyPr/>
          <a:lstStyle/>
          <a:p>
            <a:pPr eaLnBrk="1" hangingPunct="1"/>
            <a:r>
              <a:rPr lang="zh-CN" altLang="en-US"/>
              <a:t>标识符的构成规则</a:t>
            </a:r>
          </a:p>
        </p:txBody>
      </p:sp>
      <p:sp>
        <p:nvSpPr>
          <p:cNvPr id="29699" name="内容占位符 2">
            <a:extLst>
              <a:ext uri="{FF2B5EF4-FFF2-40B4-BE49-F238E27FC236}">
                <a16:creationId xmlns:a16="http://schemas.microsoft.com/office/drawing/2014/main" id="{2061A4D3-6D37-E151-C769-BEAD69A5C003}"/>
              </a:ext>
            </a:extLst>
          </p:cNvPr>
          <p:cNvSpPr>
            <a:spLocks noGrp="1"/>
          </p:cNvSpPr>
          <p:nvPr>
            <p:ph idx="1"/>
          </p:nvPr>
        </p:nvSpPr>
        <p:spPr/>
        <p:txBody>
          <a:bodyPr/>
          <a:lstStyle/>
          <a:p>
            <a:pPr eaLnBrk="1" hangingPunct="1">
              <a:lnSpc>
                <a:spcPct val="120000"/>
              </a:lnSpc>
              <a:spcBef>
                <a:spcPts val="1200"/>
              </a:spcBef>
              <a:spcAft>
                <a:spcPts val="1200"/>
              </a:spcAft>
            </a:pPr>
            <a:r>
              <a:rPr lang="zh-CN" altLang="en-US"/>
              <a:t>以大写字母、小写字母或下划线</a:t>
            </a:r>
            <a:r>
              <a:rPr lang="en-US" altLang="zh-CN"/>
              <a:t>(_)</a:t>
            </a:r>
            <a:r>
              <a:rPr lang="zh-CN" altLang="en-US"/>
              <a:t>开始。</a:t>
            </a:r>
          </a:p>
          <a:p>
            <a:pPr eaLnBrk="1" hangingPunct="1">
              <a:lnSpc>
                <a:spcPct val="120000"/>
              </a:lnSpc>
              <a:spcBef>
                <a:spcPts val="1200"/>
              </a:spcBef>
              <a:spcAft>
                <a:spcPts val="1200"/>
              </a:spcAft>
            </a:pPr>
            <a:r>
              <a:rPr lang="zh-CN" altLang="en-US"/>
              <a:t>可以由以大写字母、小写字母、下划线</a:t>
            </a:r>
            <a:r>
              <a:rPr lang="en-US" altLang="zh-CN"/>
              <a:t>(_)</a:t>
            </a:r>
            <a:r>
              <a:rPr lang="zh-CN" altLang="en-US"/>
              <a:t>或数字</a:t>
            </a:r>
            <a:r>
              <a:rPr lang="en-US" altLang="zh-CN"/>
              <a:t>0</a:t>
            </a:r>
            <a:r>
              <a:rPr lang="zh-CN" altLang="en-US"/>
              <a:t>～</a:t>
            </a:r>
            <a:r>
              <a:rPr lang="en-US" altLang="zh-CN"/>
              <a:t>9</a:t>
            </a:r>
            <a:r>
              <a:rPr lang="zh-CN" altLang="en-US"/>
              <a:t>组成。</a:t>
            </a:r>
          </a:p>
          <a:p>
            <a:pPr eaLnBrk="1" hangingPunct="1">
              <a:lnSpc>
                <a:spcPct val="120000"/>
              </a:lnSpc>
              <a:spcBef>
                <a:spcPts val="1200"/>
              </a:spcBef>
              <a:spcAft>
                <a:spcPts val="1200"/>
              </a:spcAft>
            </a:pPr>
            <a:r>
              <a:rPr lang="zh-CN" altLang="en-US"/>
              <a:t>大写字母和小写字母代表不同的标识符。</a:t>
            </a:r>
          </a:p>
          <a:p>
            <a:pPr eaLnBrk="1" hangingPunct="1"/>
            <a:endParaRPr lang="zh-CN" altLang="en-US"/>
          </a:p>
        </p:txBody>
      </p:sp>
      <p:sp>
        <p:nvSpPr>
          <p:cNvPr id="29700" name="灯片编号占位符 3">
            <a:extLst>
              <a:ext uri="{FF2B5EF4-FFF2-40B4-BE49-F238E27FC236}">
                <a16:creationId xmlns:a16="http://schemas.microsoft.com/office/drawing/2014/main" id="{737F0778-2C8B-7578-4E4B-68273933169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AF958FE-1EA1-4FDE-BF49-DD03F626ABD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74FB24D-D5EA-35F3-F1AE-CB5DD3B62B8B}"/>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2.1</a:t>
            </a:r>
            <a:r>
              <a:rPr kumimoji="0" lang="zh-CN" altLang="en-US" sz="2800" dirty="0">
                <a:solidFill>
                  <a:schemeClr val="bg1"/>
                </a:solidFill>
                <a:latin typeface="+mj-lt"/>
                <a:ea typeface="+mj-ea"/>
                <a:cs typeface="+mj-cs"/>
              </a:rPr>
              <a:t> </a:t>
            </a:r>
            <a:r>
              <a:rPr kumimoji="0" lang="en-US" altLang="zh-CN" sz="2800" dirty="0">
                <a:solidFill>
                  <a:schemeClr val="bg1"/>
                </a:solidFill>
                <a:latin typeface="+mj-lt"/>
                <a:ea typeface="+mj-ea"/>
                <a:cs typeface="+mj-cs"/>
              </a:rPr>
              <a:t>C++</a:t>
            </a:r>
            <a:r>
              <a:rPr kumimoji="0" lang="zh-CN" altLang="en-US" sz="2800" dirty="0">
                <a:solidFill>
                  <a:schemeClr val="bg1"/>
                </a:solidFill>
                <a:latin typeface="+mj-lt"/>
                <a:ea typeface="+mj-ea"/>
                <a:cs typeface="+mj-cs"/>
              </a:rPr>
              <a:t>语言概述 </a:t>
            </a:r>
            <a:r>
              <a:rPr kumimoji="0" lang="en-US" altLang="zh-CN" sz="2800" dirty="0">
                <a:solidFill>
                  <a:schemeClr val="bg1"/>
                </a:solidFill>
                <a:latin typeface="+mj-lt"/>
                <a:ea typeface="+mj-ea"/>
                <a:cs typeface="+mj-cs"/>
              </a:rPr>
              <a:t>—— 2.1.5 </a:t>
            </a:r>
            <a:r>
              <a:rPr kumimoji="0" lang="zh-CN" altLang="en-US" sz="2800" dirty="0">
                <a:solidFill>
                  <a:schemeClr val="bg1"/>
                </a:solidFill>
                <a:latin typeface="+mj-lt"/>
                <a:ea typeface="+mj-ea"/>
                <a:cs typeface="+mj-cs"/>
              </a:rPr>
              <a:t>词法记号</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EBAF4499-2302-B8DA-D848-4F7B66CD700A}"/>
              </a:ext>
            </a:extLst>
          </p:cNvPr>
          <p:cNvSpPr>
            <a:spLocks noGrp="1"/>
          </p:cNvSpPr>
          <p:nvPr>
            <p:ph type="title"/>
          </p:nvPr>
        </p:nvSpPr>
        <p:spPr>
          <a:xfrm>
            <a:off x="457200" y="561975"/>
            <a:ext cx="8229600" cy="1066800"/>
          </a:xfrm>
        </p:spPr>
        <p:txBody>
          <a:bodyPr/>
          <a:lstStyle/>
          <a:p>
            <a:pPr eaLnBrk="1" hangingPunct="1"/>
            <a:r>
              <a:rPr lang="en-US" altLang="zh-CN"/>
              <a:t>2.2.1 </a:t>
            </a:r>
            <a:r>
              <a:rPr lang="zh-CN" altLang="en-US"/>
              <a:t>基本数据类型</a:t>
            </a:r>
          </a:p>
        </p:txBody>
      </p:sp>
      <p:sp>
        <p:nvSpPr>
          <p:cNvPr id="30723" name="内容占位符 5">
            <a:extLst>
              <a:ext uri="{FF2B5EF4-FFF2-40B4-BE49-F238E27FC236}">
                <a16:creationId xmlns:a16="http://schemas.microsoft.com/office/drawing/2014/main" id="{2D55A30C-9E72-494D-4ECE-17F95A5B6682}"/>
              </a:ext>
            </a:extLst>
          </p:cNvPr>
          <p:cNvSpPr>
            <a:spLocks noGrp="1"/>
          </p:cNvSpPr>
          <p:nvPr>
            <p:ph idx="1"/>
          </p:nvPr>
        </p:nvSpPr>
        <p:spPr>
          <a:xfrm>
            <a:off x="457200" y="1628775"/>
            <a:ext cx="8229600" cy="4945063"/>
          </a:xfrm>
        </p:spPr>
        <p:txBody>
          <a:bodyPr/>
          <a:lstStyle/>
          <a:p>
            <a:pPr eaLnBrk="1" hangingPunct="1"/>
            <a:r>
              <a:rPr lang="en-US" altLang="zh-CN"/>
              <a:t>C++</a:t>
            </a:r>
            <a:r>
              <a:rPr lang="zh-CN" altLang="en-US"/>
              <a:t>能够处理的基本数据类型</a:t>
            </a:r>
            <a:endParaRPr lang="en-US" altLang="zh-CN"/>
          </a:p>
          <a:p>
            <a:pPr lvl="1" eaLnBrk="1" hangingPunct="1"/>
            <a:r>
              <a:rPr lang="zh-CN" altLang="en-US"/>
              <a:t>整数类型</a:t>
            </a:r>
            <a:endParaRPr lang="en-US" altLang="zh-CN"/>
          </a:p>
          <a:p>
            <a:pPr lvl="1" eaLnBrk="1" hangingPunct="1"/>
            <a:r>
              <a:rPr lang="zh-CN" altLang="en-US"/>
              <a:t>浮点数类型</a:t>
            </a:r>
            <a:endParaRPr lang="en-US" altLang="zh-CN"/>
          </a:p>
          <a:p>
            <a:pPr lvl="1" eaLnBrk="1" hangingPunct="1"/>
            <a:r>
              <a:rPr lang="zh-CN" altLang="en-US"/>
              <a:t>字符类型</a:t>
            </a:r>
            <a:endParaRPr lang="en-US" altLang="zh-CN"/>
          </a:p>
          <a:p>
            <a:pPr lvl="1" eaLnBrk="1" hangingPunct="1"/>
            <a:r>
              <a:rPr lang="zh-CN" altLang="en-US"/>
              <a:t>布尔类型</a:t>
            </a:r>
          </a:p>
          <a:p>
            <a:pPr eaLnBrk="1" hangingPunct="1"/>
            <a:r>
              <a:rPr lang="zh-CN" altLang="en-US"/>
              <a:t>程序中的数据</a:t>
            </a:r>
          </a:p>
          <a:p>
            <a:pPr lvl="1" eaLnBrk="1" hangingPunct="1"/>
            <a:r>
              <a:rPr lang="zh-CN" altLang="en-US"/>
              <a:t>常量</a:t>
            </a:r>
            <a:endParaRPr lang="en-US" altLang="zh-CN"/>
          </a:p>
          <a:p>
            <a:pPr lvl="2" eaLnBrk="1" hangingPunct="1"/>
            <a:r>
              <a:rPr lang="zh-CN" altLang="en-US"/>
              <a:t>在源程序中直接写明的数据，其值在整个程序运行期间不可改变，这样的数据称为常量。</a:t>
            </a:r>
            <a:endParaRPr lang="en-US" altLang="zh-CN"/>
          </a:p>
          <a:p>
            <a:pPr lvl="1" eaLnBrk="1" hangingPunct="1"/>
            <a:r>
              <a:rPr lang="zh-CN" altLang="en-US"/>
              <a:t>变量</a:t>
            </a:r>
            <a:endParaRPr lang="en-US" altLang="zh-CN"/>
          </a:p>
          <a:p>
            <a:pPr lvl="2" eaLnBrk="1" hangingPunct="1"/>
            <a:r>
              <a:rPr lang="zh-CN" altLang="en-US"/>
              <a:t>在程序运行过程中允许改变的数据，称为变量。</a:t>
            </a:r>
          </a:p>
        </p:txBody>
      </p:sp>
      <p:sp>
        <p:nvSpPr>
          <p:cNvPr id="30724" name="灯片编号占位符 3">
            <a:extLst>
              <a:ext uri="{FF2B5EF4-FFF2-40B4-BE49-F238E27FC236}">
                <a16:creationId xmlns:a16="http://schemas.microsoft.com/office/drawing/2014/main" id="{8B28EC4E-1B7F-98FD-D2AD-E30E85A156B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821CA49-56B3-4309-8FDA-68BA182CAB6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D22C656-8DD7-8A39-2992-76AC65E7FC66}"/>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C0C253D1-A7D6-F39C-E577-F6102E89FE80}"/>
              </a:ext>
            </a:extLst>
          </p:cNvPr>
          <p:cNvSpPr>
            <a:spLocks noGrp="1"/>
          </p:cNvSpPr>
          <p:nvPr>
            <p:ph type="title"/>
          </p:nvPr>
        </p:nvSpPr>
        <p:spPr/>
        <p:txBody>
          <a:bodyPr/>
          <a:lstStyle/>
          <a:p>
            <a:r>
              <a:rPr lang="en-US" altLang="zh-CN"/>
              <a:t>2.2.1 </a:t>
            </a:r>
            <a:r>
              <a:rPr lang="zh-CN" altLang="en-US"/>
              <a:t>基本数据类型</a:t>
            </a:r>
          </a:p>
        </p:txBody>
      </p:sp>
      <p:sp>
        <p:nvSpPr>
          <p:cNvPr id="31747" name="内容占位符 2">
            <a:extLst>
              <a:ext uri="{FF2B5EF4-FFF2-40B4-BE49-F238E27FC236}">
                <a16:creationId xmlns:a16="http://schemas.microsoft.com/office/drawing/2014/main" id="{4D6049CB-BDC0-D689-FD1B-10204B3583AF}"/>
              </a:ext>
            </a:extLst>
          </p:cNvPr>
          <p:cNvSpPr>
            <a:spLocks noGrp="1"/>
          </p:cNvSpPr>
          <p:nvPr>
            <p:ph idx="1"/>
          </p:nvPr>
        </p:nvSpPr>
        <p:spPr>
          <a:xfrm>
            <a:off x="249238" y="1757363"/>
            <a:ext cx="8686800" cy="4787900"/>
          </a:xfrm>
        </p:spPr>
        <p:txBody>
          <a:bodyPr/>
          <a:lstStyle/>
          <a:p>
            <a:pPr eaLnBrk="1" hangingPunct="1"/>
            <a:r>
              <a:rPr lang="zh-CN" altLang="en-US"/>
              <a:t>整数类型</a:t>
            </a:r>
            <a:endParaRPr lang="en-US" altLang="zh-CN"/>
          </a:p>
          <a:p>
            <a:pPr lvl="1" eaLnBrk="1" hangingPunct="1"/>
            <a:r>
              <a:rPr lang="zh-CN" altLang="en-US"/>
              <a:t>基本的整数类型</a:t>
            </a:r>
            <a:r>
              <a:rPr lang="en-US" altLang="zh-CN"/>
              <a:t> </a:t>
            </a:r>
          </a:p>
          <a:p>
            <a:pPr lvl="2" eaLnBrk="1" hangingPunct="1"/>
            <a:r>
              <a:rPr lang="en-US" altLang="zh-CN"/>
              <a:t>int</a:t>
            </a:r>
          </a:p>
          <a:p>
            <a:pPr lvl="1" eaLnBrk="1" hangingPunct="1">
              <a:spcBef>
                <a:spcPts val="1200"/>
              </a:spcBef>
            </a:pPr>
            <a:r>
              <a:rPr lang="zh-CN" altLang="en-US"/>
              <a:t>按符号分</a:t>
            </a:r>
            <a:endParaRPr lang="en-US" altLang="zh-CN"/>
          </a:p>
          <a:p>
            <a:pPr lvl="2" eaLnBrk="1" hangingPunct="1"/>
            <a:r>
              <a:rPr lang="zh-CN" altLang="en-US" sz="2200"/>
              <a:t>符号的（</a:t>
            </a:r>
            <a:r>
              <a:rPr lang="en-US" altLang="zh-CN" sz="2200"/>
              <a:t>signed</a:t>
            </a:r>
            <a:r>
              <a:rPr lang="zh-CN" altLang="en-US" sz="2200"/>
              <a:t>）和无符号的（</a:t>
            </a:r>
            <a:r>
              <a:rPr lang="en-US" altLang="zh-CN" sz="2200"/>
              <a:t>unsigned</a:t>
            </a:r>
            <a:r>
              <a:rPr lang="zh-CN" altLang="en-US" sz="2200"/>
              <a:t>）</a:t>
            </a:r>
            <a:endParaRPr lang="en-US" altLang="zh-CN"/>
          </a:p>
          <a:p>
            <a:pPr lvl="1" eaLnBrk="1" hangingPunct="1">
              <a:spcBef>
                <a:spcPts val="1200"/>
              </a:spcBef>
            </a:pPr>
            <a:r>
              <a:rPr lang="zh-CN" altLang="en-US"/>
              <a:t>按照数据范围分</a:t>
            </a:r>
            <a:r>
              <a:rPr lang="zh-CN" altLang="en-US" sz="2200">
                <a:solidFill>
                  <a:srgbClr val="99FFCC"/>
                </a:solidFill>
              </a:rPr>
              <a:t>     </a:t>
            </a:r>
            <a:endParaRPr lang="en-US" altLang="zh-CN"/>
          </a:p>
          <a:p>
            <a:pPr lvl="2" eaLnBrk="1" hangingPunct="1"/>
            <a:r>
              <a:rPr lang="zh-CN" altLang="en-US" sz="2200"/>
              <a:t>短整数（</a:t>
            </a:r>
            <a:r>
              <a:rPr lang="en-US" altLang="zh-CN" sz="2200"/>
              <a:t>short</a:t>
            </a:r>
            <a:r>
              <a:rPr lang="zh-CN" altLang="en-US" sz="2200"/>
              <a:t>），长整数（</a:t>
            </a:r>
            <a:r>
              <a:rPr lang="en-US" altLang="zh-CN" sz="2200"/>
              <a:t>long</a:t>
            </a:r>
            <a:r>
              <a:rPr lang="zh-CN" altLang="en-US" sz="2200"/>
              <a:t>） 、长长整数（</a:t>
            </a:r>
            <a:r>
              <a:rPr lang="en-US" altLang="zh-CN" sz="2200"/>
              <a:t> long long </a:t>
            </a:r>
            <a:r>
              <a:rPr lang="zh-CN" altLang="en-US" sz="2200"/>
              <a:t>）</a:t>
            </a:r>
            <a:endParaRPr lang="en-US" altLang="zh-CN" sz="2200"/>
          </a:p>
          <a:p>
            <a:pPr lvl="1" eaLnBrk="1" hangingPunct="1">
              <a:spcBef>
                <a:spcPts val="1200"/>
              </a:spcBef>
            </a:pPr>
            <a:r>
              <a:rPr lang="en-US" altLang="zh-CN"/>
              <a:t>char</a:t>
            </a:r>
            <a:r>
              <a:rPr lang="zh-CN" altLang="en-US"/>
              <a:t>类型</a:t>
            </a:r>
            <a:endParaRPr lang="en-US" altLang="zh-CN"/>
          </a:p>
          <a:p>
            <a:pPr lvl="2" eaLnBrk="1" hangingPunct="1"/>
            <a:r>
              <a:rPr lang="zh-CN" altLang="en-US"/>
              <a:t>字符型，实质上存储的也是整数（详见字符类型）</a:t>
            </a:r>
          </a:p>
        </p:txBody>
      </p:sp>
      <p:sp>
        <p:nvSpPr>
          <p:cNvPr id="31748" name="灯片编号占位符 3">
            <a:extLst>
              <a:ext uri="{FF2B5EF4-FFF2-40B4-BE49-F238E27FC236}">
                <a16:creationId xmlns:a16="http://schemas.microsoft.com/office/drawing/2014/main" id="{895214CD-5BAD-72EF-FECE-D5FFA9083DA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9C43018-455F-4C12-93E1-998BA60CFE4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3D17FD7-C7D6-DA48-626A-EE15A44ADB93}"/>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D8907890-FF21-8270-F28A-450B30A067D2}"/>
              </a:ext>
            </a:extLst>
          </p:cNvPr>
          <p:cNvSpPr>
            <a:spLocks noGrp="1"/>
          </p:cNvSpPr>
          <p:nvPr>
            <p:ph type="title"/>
          </p:nvPr>
        </p:nvSpPr>
        <p:spPr/>
        <p:txBody>
          <a:bodyPr/>
          <a:lstStyle/>
          <a:p>
            <a:r>
              <a:rPr lang="en-US" altLang="zh-CN"/>
              <a:t>2.2.1 </a:t>
            </a:r>
            <a:r>
              <a:rPr lang="zh-CN" altLang="en-US"/>
              <a:t>基本数据类型</a:t>
            </a:r>
          </a:p>
        </p:txBody>
      </p:sp>
      <p:sp>
        <p:nvSpPr>
          <p:cNvPr id="33795" name="内容占位符 2">
            <a:extLst>
              <a:ext uri="{FF2B5EF4-FFF2-40B4-BE49-F238E27FC236}">
                <a16:creationId xmlns:a16="http://schemas.microsoft.com/office/drawing/2014/main" id="{CDAD231A-3A29-27A6-FADF-CD10948148C9}"/>
              </a:ext>
            </a:extLst>
          </p:cNvPr>
          <p:cNvSpPr>
            <a:spLocks noGrp="1"/>
          </p:cNvSpPr>
          <p:nvPr>
            <p:ph idx="1"/>
          </p:nvPr>
        </p:nvSpPr>
        <p:spPr/>
        <p:txBody>
          <a:bodyPr/>
          <a:lstStyle/>
          <a:p>
            <a:pPr>
              <a:lnSpc>
                <a:spcPct val="130000"/>
              </a:lnSpc>
            </a:pPr>
            <a:r>
              <a:rPr lang="zh-CN" altLang="en-US"/>
              <a:t>浮点数类型</a:t>
            </a:r>
            <a:endParaRPr lang="en-US" altLang="zh-CN"/>
          </a:p>
          <a:p>
            <a:pPr lvl="1" eaLnBrk="1" hangingPunct="1">
              <a:lnSpc>
                <a:spcPct val="130000"/>
              </a:lnSpc>
            </a:pPr>
            <a:r>
              <a:rPr lang="zh-CN" altLang="en-US"/>
              <a:t>单精度</a:t>
            </a:r>
            <a:endParaRPr lang="en-US" altLang="zh-CN"/>
          </a:p>
          <a:p>
            <a:pPr lvl="2" eaLnBrk="1" hangingPunct="1">
              <a:lnSpc>
                <a:spcPct val="130000"/>
              </a:lnSpc>
            </a:pPr>
            <a:r>
              <a:rPr lang="en-US" altLang="zh-CN" sz="2200"/>
              <a:t>float</a:t>
            </a:r>
          </a:p>
          <a:p>
            <a:pPr lvl="1" eaLnBrk="1" hangingPunct="1">
              <a:lnSpc>
                <a:spcPct val="130000"/>
              </a:lnSpc>
            </a:pPr>
            <a:r>
              <a:rPr lang="zh-CN" altLang="en-US"/>
              <a:t>双精度</a:t>
            </a:r>
            <a:endParaRPr lang="en-US" altLang="zh-CN"/>
          </a:p>
          <a:p>
            <a:pPr lvl="2" eaLnBrk="1" hangingPunct="1">
              <a:lnSpc>
                <a:spcPct val="130000"/>
              </a:lnSpc>
              <a:buSzPct val="80000"/>
            </a:pPr>
            <a:r>
              <a:rPr lang="en-US" altLang="zh-CN" sz="2200"/>
              <a:t>double</a:t>
            </a:r>
          </a:p>
          <a:p>
            <a:pPr lvl="1" eaLnBrk="1" hangingPunct="1">
              <a:lnSpc>
                <a:spcPct val="130000"/>
              </a:lnSpc>
            </a:pPr>
            <a:r>
              <a:rPr lang="zh-CN" altLang="en-US"/>
              <a:t>扩展精度</a:t>
            </a:r>
            <a:endParaRPr lang="en-US" altLang="zh-CN"/>
          </a:p>
          <a:p>
            <a:pPr lvl="2" eaLnBrk="1" hangingPunct="1">
              <a:lnSpc>
                <a:spcPct val="130000"/>
              </a:lnSpc>
            </a:pPr>
            <a:r>
              <a:rPr lang="en-US" altLang="zh-CN" sz="2200"/>
              <a:t>long  double</a:t>
            </a:r>
          </a:p>
        </p:txBody>
      </p:sp>
      <p:sp>
        <p:nvSpPr>
          <p:cNvPr id="33796" name="灯片编号占位符 3">
            <a:extLst>
              <a:ext uri="{FF2B5EF4-FFF2-40B4-BE49-F238E27FC236}">
                <a16:creationId xmlns:a16="http://schemas.microsoft.com/office/drawing/2014/main" id="{3DB47AE8-6535-8F47-22FF-D3E2B18C19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95E78FC-811E-46A6-9835-0C1C72F682D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7" name="标题 4">
            <a:extLst>
              <a:ext uri="{FF2B5EF4-FFF2-40B4-BE49-F238E27FC236}">
                <a16:creationId xmlns:a16="http://schemas.microsoft.com/office/drawing/2014/main" id="{085CC69C-6DC2-232D-EF5A-127A4DDFAC85}"/>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3E8B3237-484E-37EB-F318-422C298A7232}"/>
              </a:ext>
            </a:extLst>
          </p:cNvPr>
          <p:cNvSpPr>
            <a:spLocks noGrp="1"/>
          </p:cNvSpPr>
          <p:nvPr>
            <p:ph type="title"/>
          </p:nvPr>
        </p:nvSpPr>
        <p:spPr/>
        <p:txBody>
          <a:bodyPr/>
          <a:lstStyle/>
          <a:p>
            <a:r>
              <a:rPr lang="en-US" altLang="zh-CN"/>
              <a:t>2.2.1 </a:t>
            </a:r>
            <a:r>
              <a:rPr lang="zh-CN" altLang="en-US"/>
              <a:t>基本数据类型</a:t>
            </a:r>
          </a:p>
        </p:txBody>
      </p:sp>
      <p:sp>
        <p:nvSpPr>
          <p:cNvPr id="34819" name="内容占位符 2">
            <a:extLst>
              <a:ext uri="{FF2B5EF4-FFF2-40B4-BE49-F238E27FC236}">
                <a16:creationId xmlns:a16="http://schemas.microsoft.com/office/drawing/2014/main" id="{4002F86E-BCB0-6B32-5FA9-70BCE3694EB3}"/>
              </a:ext>
            </a:extLst>
          </p:cNvPr>
          <p:cNvSpPr>
            <a:spLocks noGrp="1"/>
          </p:cNvSpPr>
          <p:nvPr>
            <p:ph idx="1"/>
          </p:nvPr>
        </p:nvSpPr>
        <p:spPr>
          <a:xfrm>
            <a:off x="457200" y="1520825"/>
            <a:ext cx="8229600" cy="4787900"/>
          </a:xfrm>
        </p:spPr>
        <p:txBody>
          <a:bodyPr/>
          <a:lstStyle/>
          <a:p>
            <a:r>
              <a:rPr lang="zh-CN" altLang="en-US" dirty="0"/>
              <a:t>字符类型</a:t>
            </a:r>
            <a:endParaRPr lang="en-US" altLang="zh-CN" dirty="0"/>
          </a:p>
          <a:p>
            <a:pPr lvl="1" eaLnBrk="1" hangingPunct="1"/>
            <a:r>
              <a:rPr lang="en-US" altLang="zh-CN" dirty="0"/>
              <a:t>char</a:t>
            </a:r>
            <a:r>
              <a:rPr lang="zh-CN" altLang="en-US" dirty="0"/>
              <a:t>类型</a:t>
            </a:r>
            <a:endParaRPr lang="en-US" altLang="zh-CN" dirty="0"/>
          </a:p>
          <a:p>
            <a:pPr lvl="1" eaLnBrk="1" hangingPunct="1"/>
            <a:r>
              <a:rPr lang="zh-CN" altLang="en-US" dirty="0"/>
              <a:t>容纳单个字符的编码</a:t>
            </a:r>
            <a:endParaRPr lang="en-US" altLang="zh-CN" dirty="0"/>
          </a:p>
          <a:p>
            <a:pPr eaLnBrk="1" hangingPunct="1">
              <a:spcBef>
                <a:spcPts val="1200"/>
              </a:spcBef>
            </a:pPr>
            <a:r>
              <a:rPr lang="zh-CN" altLang="en-US" dirty="0"/>
              <a:t>字符串类型（详见第</a:t>
            </a:r>
            <a:r>
              <a:rPr lang="en-US" altLang="zh-CN" dirty="0"/>
              <a:t>6</a:t>
            </a:r>
            <a:r>
              <a:rPr lang="zh-CN" altLang="en-US" dirty="0"/>
              <a:t>章）</a:t>
            </a:r>
            <a:endParaRPr lang="en-US" altLang="zh-CN" dirty="0"/>
          </a:p>
          <a:p>
            <a:pPr lvl="1" eaLnBrk="1" hangingPunct="1"/>
            <a:r>
              <a:rPr lang="en-US" altLang="zh-CN" dirty="0"/>
              <a:t>C</a:t>
            </a:r>
            <a:r>
              <a:rPr lang="zh-CN" altLang="en-US" dirty="0"/>
              <a:t>风格的字符串</a:t>
            </a:r>
            <a:endParaRPr lang="en-US" altLang="zh-CN" dirty="0"/>
          </a:p>
          <a:p>
            <a:pPr lvl="2" eaLnBrk="1" hangingPunct="1"/>
            <a:r>
              <a:rPr lang="zh-CN" altLang="en-US" sz="2200" dirty="0"/>
              <a:t>采用字符数组</a:t>
            </a:r>
            <a:endParaRPr lang="en-US" altLang="zh-CN" sz="2200" dirty="0"/>
          </a:p>
          <a:p>
            <a:pPr lvl="1" eaLnBrk="1" hangingPunct="1"/>
            <a:r>
              <a:rPr lang="en-US" altLang="zh-CN" dirty="0"/>
              <a:t>C++</a:t>
            </a:r>
            <a:r>
              <a:rPr lang="zh-CN" altLang="en-US" dirty="0"/>
              <a:t>风格的字符串</a:t>
            </a:r>
            <a:endParaRPr lang="en-US" altLang="zh-CN" dirty="0"/>
          </a:p>
          <a:p>
            <a:pPr lvl="2" eaLnBrk="1" hangingPunct="1"/>
            <a:r>
              <a:rPr lang="zh-CN" altLang="en-US" sz="2200" dirty="0"/>
              <a:t>采用标准</a:t>
            </a:r>
            <a:r>
              <a:rPr lang="en-US" altLang="en-US" sz="2200" dirty="0">
                <a:ea typeface="宋体" panose="02010600030101010101" pitchFamily="2" charset="-122"/>
              </a:rPr>
              <a:t>C++</a:t>
            </a:r>
            <a:r>
              <a:rPr lang="zh-CN" altLang="en-US" sz="2200" dirty="0"/>
              <a:t>类库中的</a:t>
            </a:r>
            <a:r>
              <a:rPr lang="en-US" altLang="zh-CN" sz="2200" dirty="0"/>
              <a:t>s</a:t>
            </a:r>
            <a:r>
              <a:rPr lang="en-US" altLang="en-US" sz="2200" dirty="0">
                <a:ea typeface="宋体" panose="02010600030101010101" pitchFamily="2" charset="-122"/>
              </a:rPr>
              <a:t>tring</a:t>
            </a:r>
            <a:r>
              <a:rPr lang="zh-CN" altLang="en-US" sz="2200" dirty="0"/>
              <a:t>类</a:t>
            </a:r>
            <a:endParaRPr lang="en-US" altLang="zh-CN" sz="2200" dirty="0"/>
          </a:p>
          <a:p>
            <a:pPr eaLnBrk="1" hangingPunct="1">
              <a:spcBef>
                <a:spcPts val="1200"/>
              </a:spcBef>
            </a:pPr>
            <a:r>
              <a:rPr lang="zh-CN" altLang="en-US" dirty="0"/>
              <a:t>布尔类型</a:t>
            </a:r>
            <a:endParaRPr lang="en-US" altLang="zh-CN" dirty="0"/>
          </a:p>
          <a:p>
            <a:pPr lvl="1" eaLnBrk="1" hangingPunct="1"/>
            <a:r>
              <a:rPr lang="en-US" altLang="zh-CN" dirty="0"/>
              <a:t>bool</a:t>
            </a:r>
            <a:r>
              <a:rPr lang="zh-CN" altLang="en-US" dirty="0"/>
              <a:t>类型，只有两个值：</a:t>
            </a:r>
            <a:r>
              <a:rPr lang="en-US" altLang="zh-CN" dirty="0"/>
              <a:t>true</a:t>
            </a:r>
            <a:r>
              <a:rPr lang="zh-CN" altLang="en-US" dirty="0"/>
              <a:t>（真）</a:t>
            </a:r>
            <a:r>
              <a:rPr lang="en-US" altLang="zh-CN" dirty="0"/>
              <a:t> </a:t>
            </a:r>
            <a:r>
              <a:rPr lang="zh-CN" altLang="en-US" dirty="0"/>
              <a:t>、</a:t>
            </a:r>
            <a:r>
              <a:rPr lang="en-US" altLang="zh-CN" dirty="0"/>
              <a:t>false</a:t>
            </a:r>
            <a:r>
              <a:rPr lang="zh-CN" altLang="en-US" dirty="0"/>
              <a:t>（假）</a:t>
            </a:r>
            <a:endParaRPr lang="en-US" altLang="zh-CN" dirty="0"/>
          </a:p>
          <a:p>
            <a:pPr lvl="1" eaLnBrk="1" hangingPunct="1"/>
            <a:r>
              <a:rPr lang="zh-CN" altLang="en-US" dirty="0"/>
              <a:t>常用来表示关系比较、相等比较或逻辑运算的结果</a:t>
            </a:r>
          </a:p>
        </p:txBody>
      </p:sp>
      <p:sp>
        <p:nvSpPr>
          <p:cNvPr id="34820" name="灯片编号占位符 3">
            <a:extLst>
              <a:ext uri="{FF2B5EF4-FFF2-40B4-BE49-F238E27FC236}">
                <a16:creationId xmlns:a16="http://schemas.microsoft.com/office/drawing/2014/main" id="{B1FF997D-06C0-B8BB-D206-89A7B1260D2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08815BE-85C8-456E-8041-9488D43B6CD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CD32BA4-15A4-5045-5A43-43C8BDA8F851}"/>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3A939D-66C6-EC4A-593A-B06C42C4417F}"/>
              </a:ext>
            </a:extLst>
          </p:cNvPr>
          <p:cNvSpPr>
            <a:spLocks noGrp="1"/>
          </p:cNvSpPr>
          <p:nvPr>
            <p:ph type="title"/>
          </p:nvPr>
        </p:nvSpPr>
        <p:spPr/>
        <p:txBody>
          <a:bodyPr>
            <a:normAutofit fontScale="90000"/>
          </a:bodyPr>
          <a:lstStyle/>
          <a:p>
            <a:pPr eaLnBrk="1" fontAlgn="auto" hangingPunct="1">
              <a:spcAft>
                <a:spcPts val="0"/>
              </a:spcAft>
              <a:defRPr/>
            </a:pPr>
            <a:r>
              <a:rPr lang="en-US" altLang="zh-CN" dirty="0"/>
              <a:t>2.2.1 </a:t>
            </a:r>
            <a:r>
              <a:rPr lang="zh-CN" altLang="en-US" dirty="0"/>
              <a:t>基本数据类型</a:t>
            </a:r>
            <a:br>
              <a:rPr lang="en-US" altLang="zh-CN" dirty="0"/>
            </a:br>
            <a:endParaRPr lang="zh-CN" altLang="en-US" dirty="0"/>
          </a:p>
        </p:txBody>
      </p:sp>
      <p:sp>
        <p:nvSpPr>
          <p:cNvPr id="35843" name="灯片编号占位符 3">
            <a:extLst>
              <a:ext uri="{FF2B5EF4-FFF2-40B4-BE49-F238E27FC236}">
                <a16:creationId xmlns:a16="http://schemas.microsoft.com/office/drawing/2014/main" id="{5755022B-A0AD-1914-4252-F26FB3A643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572081D-4943-4680-A1D2-C336CF7B11B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E855CE3-A141-6462-0065-B515BC96D109}"/>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graphicFrame>
        <p:nvGraphicFramePr>
          <p:cNvPr id="22" name="表格 21">
            <a:extLst>
              <a:ext uri="{FF2B5EF4-FFF2-40B4-BE49-F238E27FC236}">
                <a16:creationId xmlns:a16="http://schemas.microsoft.com/office/drawing/2014/main" id="{EF48D619-322D-29F8-DB1C-7B52633BAE20}"/>
              </a:ext>
            </a:extLst>
          </p:cNvPr>
          <p:cNvGraphicFramePr>
            <a:graphicFrameLocks noGrp="1"/>
          </p:cNvGraphicFramePr>
          <p:nvPr>
            <p:extLst>
              <p:ext uri="{D42A27DB-BD31-4B8C-83A1-F6EECF244321}">
                <p14:modId xmlns:p14="http://schemas.microsoft.com/office/powerpoint/2010/main" val="2828747565"/>
              </p:ext>
            </p:extLst>
          </p:nvPr>
        </p:nvGraphicFramePr>
        <p:xfrm>
          <a:off x="1214438" y="1428750"/>
          <a:ext cx="7500937" cy="5096744"/>
        </p:xfrm>
        <a:graphic>
          <a:graphicData uri="http://schemas.openxmlformats.org/drawingml/2006/table">
            <a:tbl>
              <a:tblPr/>
              <a:tblGrid>
                <a:gridCol w="2567817">
                  <a:extLst>
                    <a:ext uri="{9D8B030D-6E8A-4147-A177-3AD203B41FA5}">
                      <a16:colId xmlns:a16="http://schemas.microsoft.com/office/drawing/2014/main" val="20000"/>
                    </a:ext>
                  </a:extLst>
                </a:gridCol>
                <a:gridCol w="1646995">
                  <a:extLst>
                    <a:ext uri="{9D8B030D-6E8A-4147-A177-3AD203B41FA5}">
                      <a16:colId xmlns:a16="http://schemas.microsoft.com/office/drawing/2014/main" val="20001"/>
                    </a:ext>
                  </a:extLst>
                </a:gridCol>
                <a:gridCol w="3286125">
                  <a:extLst>
                    <a:ext uri="{9D8B030D-6E8A-4147-A177-3AD203B41FA5}">
                      <a16:colId xmlns:a16="http://schemas.microsoft.com/office/drawing/2014/main" val="20002"/>
                    </a:ext>
                  </a:extLst>
                </a:gridCol>
              </a:tblGrid>
              <a:tr h="404920">
                <a:tc>
                  <a:txBody>
                    <a:bodyPr/>
                    <a:lstStyle/>
                    <a:p>
                      <a:pPr indent="266700" algn="ctr">
                        <a:lnSpc>
                          <a:spcPts val="1560"/>
                        </a:lnSpc>
                        <a:spcAft>
                          <a:spcPts val="0"/>
                        </a:spcAft>
                      </a:pPr>
                      <a:r>
                        <a:rPr lang="zh-CN" sz="1800" b="1" kern="100" dirty="0">
                          <a:latin typeface="Times New Roman"/>
                          <a:ea typeface="宋体"/>
                          <a:cs typeface="Times New Roman"/>
                        </a:rPr>
                        <a:t>类型名</a:t>
                      </a:r>
                      <a:endParaRPr lang="zh-CN" sz="2400" b="1" kern="100" dirty="0">
                        <a:latin typeface="Times New Roman"/>
                        <a:ea typeface="宋体"/>
                        <a:cs typeface="Times New Roman"/>
                      </a:endParaRPr>
                    </a:p>
                  </a:txBody>
                  <a:tcPr marL="68580" marR="68580" marT="71998" marB="35999">
                    <a:lnL>
                      <a:noFill/>
                    </a:lnL>
                    <a:lnR>
                      <a:noFill/>
                    </a:lnR>
                    <a:lnT w="1905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tcPr>
                </a:tc>
                <a:tc>
                  <a:txBody>
                    <a:bodyPr/>
                    <a:lstStyle/>
                    <a:p>
                      <a:pPr indent="266700" algn="ctr">
                        <a:lnSpc>
                          <a:spcPts val="1560"/>
                        </a:lnSpc>
                        <a:spcAft>
                          <a:spcPts val="0"/>
                        </a:spcAft>
                      </a:pPr>
                      <a:r>
                        <a:rPr lang="zh-CN" sz="1800" b="1" kern="100" dirty="0">
                          <a:latin typeface="Times New Roman"/>
                          <a:ea typeface="宋体"/>
                          <a:cs typeface="Times New Roman"/>
                        </a:rPr>
                        <a:t>长度（字节）</a:t>
                      </a:r>
                      <a:endParaRPr lang="zh-CN" sz="2400" b="1" kern="100" dirty="0">
                        <a:latin typeface="Times New Roman"/>
                        <a:ea typeface="宋体"/>
                        <a:cs typeface="Times New Roman"/>
                      </a:endParaRPr>
                    </a:p>
                  </a:txBody>
                  <a:tcPr marL="68580" marR="68580" marT="71998" marB="35999">
                    <a:lnL>
                      <a:noFill/>
                    </a:lnL>
                    <a:lnR>
                      <a:noFill/>
                    </a:lnR>
                    <a:lnT w="1905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tcPr>
                </a:tc>
                <a:tc>
                  <a:txBody>
                    <a:bodyPr/>
                    <a:lstStyle/>
                    <a:p>
                      <a:pPr indent="266700" algn="ctr">
                        <a:lnSpc>
                          <a:spcPts val="1560"/>
                        </a:lnSpc>
                        <a:spcAft>
                          <a:spcPts val="0"/>
                        </a:spcAft>
                      </a:pPr>
                      <a:r>
                        <a:rPr lang="zh-CN" sz="1800" b="1" kern="100" dirty="0">
                          <a:latin typeface="Times New Roman"/>
                          <a:ea typeface="宋体"/>
                          <a:cs typeface="Times New Roman"/>
                        </a:rPr>
                        <a:t>取值范围</a:t>
                      </a:r>
                      <a:endParaRPr lang="zh-CN" sz="2400" b="1" kern="100" dirty="0">
                        <a:latin typeface="Times New Roman"/>
                        <a:ea typeface="宋体"/>
                        <a:cs typeface="Times New Roman"/>
                      </a:endParaRPr>
                    </a:p>
                  </a:txBody>
                  <a:tcPr marL="68580" marR="68580" marT="71998" marB="35999">
                    <a:lnL>
                      <a:noFill/>
                    </a:lnL>
                    <a:lnR>
                      <a:noFill/>
                    </a:lnR>
                    <a:lnT w="1905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tcPr>
                </a:tc>
                <a:extLst>
                  <a:ext uri="{0D108BD9-81ED-4DB2-BD59-A6C34878D82A}">
                    <a16:rowId xmlns:a16="http://schemas.microsoft.com/office/drawing/2014/main" val="10000"/>
                  </a:ext>
                </a:extLst>
              </a:tr>
              <a:tr h="330237">
                <a:tc>
                  <a:txBody>
                    <a:bodyPr/>
                    <a:lstStyle/>
                    <a:p>
                      <a:pPr indent="266700" algn="ctr">
                        <a:lnSpc>
                          <a:spcPts val="1560"/>
                        </a:lnSpc>
                        <a:spcAft>
                          <a:spcPts val="0"/>
                        </a:spcAft>
                      </a:pPr>
                      <a:r>
                        <a:rPr lang="en-US" sz="2000" kern="100" dirty="0" err="1">
                          <a:latin typeface="Times New Roman"/>
                          <a:ea typeface="宋体"/>
                          <a:cs typeface="Times New Roman"/>
                        </a:rPr>
                        <a:t>bool</a:t>
                      </a:r>
                      <a:endParaRPr lang="zh-CN" sz="2000" kern="100" dirty="0">
                        <a:latin typeface="Times New Roman"/>
                        <a:ea typeface="宋体"/>
                        <a:cs typeface="Times New Roman"/>
                      </a:endParaRPr>
                    </a:p>
                  </a:txBody>
                  <a:tcPr marL="68580" marR="68580" marT="71998" marB="0">
                    <a:lnL>
                      <a:noFill/>
                    </a:lnL>
                    <a:lnR>
                      <a:noFill/>
                    </a:lnR>
                    <a:lnT w="12700" cap="flat" cmpd="sng" algn="ctr">
                      <a:solidFill>
                        <a:srgbClr val="008000"/>
                      </a:solidFill>
                      <a:prstDash val="solid"/>
                      <a:round/>
                      <a:headEnd type="none" w="med" len="med"/>
                      <a:tailEnd type="none" w="med" len="med"/>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1</a:t>
                      </a:r>
                      <a:endParaRPr lang="zh-CN" sz="2000" kern="100" dirty="0">
                        <a:latin typeface="Times New Roman"/>
                        <a:ea typeface="宋体"/>
                        <a:cs typeface="Times New Roman"/>
                      </a:endParaRPr>
                    </a:p>
                  </a:txBody>
                  <a:tcPr marL="68580" marR="68580" marT="71998" marB="0">
                    <a:lnL>
                      <a:noFill/>
                    </a:lnL>
                    <a:lnR>
                      <a:noFill/>
                    </a:lnR>
                    <a:lnT w="12700" cap="flat" cmpd="sng" algn="ctr">
                      <a:solidFill>
                        <a:srgbClr val="008000"/>
                      </a:solidFill>
                      <a:prstDash val="solid"/>
                      <a:round/>
                      <a:headEnd type="none" w="med" len="med"/>
                      <a:tailEnd type="none" w="med" len="med"/>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false</a:t>
                      </a:r>
                      <a:r>
                        <a:rPr lang="zh-CN" sz="2000" kern="100" dirty="0">
                          <a:latin typeface="Times New Roman"/>
                          <a:ea typeface="宋体"/>
                          <a:cs typeface="Times New Roman"/>
                        </a:rPr>
                        <a:t>，</a:t>
                      </a:r>
                      <a:r>
                        <a:rPr lang="en-US" sz="2000" kern="100" dirty="0">
                          <a:latin typeface="Times New Roman"/>
                          <a:ea typeface="宋体"/>
                          <a:cs typeface="Times New Roman"/>
                        </a:rPr>
                        <a:t>true</a:t>
                      </a:r>
                      <a:endParaRPr lang="zh-CN" sz="2000" kern="100" dirty="0">
                        <a:latin typeface="Times New Roman"/>
                        <a:ea typeface="宋体"/>
                        <a:cs typeface="Times New Roman"/>
                      </a:endParaRPr>
                    </a:p>
                  </a:txBody>
                  <a:tcPr marL="68580" marR="68580" marT="71998" marB="0">
                    <a:lnL>
                      <a:noFill/>
                    </a:lnL>
                    <a:lnR>
                      <a:noFill/>
                    </a:lnR>
                    <a:lnT w="12700" cap="flat" cmpd="sng" algn="ctr">
                      <a:solidFill>
                        <a:srgbClr val="008000"/>
                      </a:solidFill>
                      <a:prstDash val="solid"/>
                      <a:round/>
                      <a:headEnd type="none" w="med" len="med"/>
                      <a:tailEnd type="none" w="med" len="med"/>
                    </a:lnT>
                    <a:lnB>
                      <a:noFill/>
                    </a:lnB>
                  </a:tcPr>
                </a:tc>
                <a:extLst>
                  <a:ext uri="{0D108BD9-81ED-4DB2-BD59-A6C34878D82A}">
                    <a16:rowId xmlns:a16="http://schemas.microsoft.com/office/drawing/2014/main" val="10001"/>
                  </a:ext>
                </a:extLst>
              </a:tr>
              <a:tr h="330237">
                <a:tc>
                  <a:txBody>
                    <a:bodyPr/>
                    <a:lstStyle/>
                    <a:p>
                      <a:pPr indent="266700" algn="ctr">
                        <a:lnSpc>
                          <a:spcPts val="1560"/>
                        </a:lnSpc>
                        <a:spcAft>
                          <a:spcPts val="0"/>
                        </a:spcAft>
                      </a:pPr>
                      <a:r>
                        <a:rPr lang="en-US" sz="2000" kern="100" dirty="0">
                          <a:latin typeface="Times New Roman"/>
                          <a:ea typeface="宋体"/>
                          <a:cs typeface="Times New Roman"/>
                        </a:rPr>
                        <a:t>char</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1</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-128~127</a:t>
                      </a:r>
                      <a:endParaRPr lang="zh-CN" sz="2000" kern="100" dirty="0">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02"/>
                  </a:ext>
                </a:extLst>
              </a:tr>
              <a:tr h="330237">
                <a:tc>
                  <a:txBody>
                    <a:bodyPr/>
                    <a:lstStyle/>
                    <a:p>
                      <a:pPr indent="266700" algn="ctr">
                        <a:lnSpc>
                          <a:spcPts val="1560"/>
                        </a:lnSpc>
                        <a:spcAft>
                          <a:spcPts val="0"/>
                        </a:spcAft>
                      </a:pPr>
                      <a:r>
                        <a:rPr lang="en-US" sz="2000" kern="100" dirty="0">
                          <a:latin typeface="Times New Roman"/>
                          <a:ea typeface="宋体"/>
                          <a:cs typeface="Times New Roman"/>
                        </a:rPr>
                        <a:t>signed char</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1</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a:latin typeface="Times New Roman"/>
                          <a:ea typeface="宋体"/>
                          <a:cs typeface="Times New Roman"/>
                        </a:rPr>
                        <a:t>-128~127</a:t>
                      </a:r>
                      <a:endParaRPr lang="zh-CN" sz="2000" kern="100">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03"/>
                  </a:ext>
                </a:extLst>
              </a:tr>
              <a:tr h="388595">
                <a:tc>
                  <a:txBody>
                    <a:bodyPr/>
                    <a:lstStyle/>
                    <a:p>
                      <a:pPr indent="266700" algn="ctr">
                        <a:lnSpc>
                          <a:spcPts val="1560"/>
                        </a:lnSpc>
                        <a:spcAft>
                          <a:spcPts val="0"/>
                        </a:spcAft>
                      </a:pPr>
                      <a:r>
                        <a:rPr lang="en-US" sz="2000" kern="100" dirty="0">
                          <a:latin typeface="Times New Roman"/>
                          <a:ea typeface="宋体"/>
                          <a:cs typeface="Times New Roman"/>
                        </a:rPr>
                        <a:t>unsigned char</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1</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0~255</a:t>
                      </a:r>
                      <a:endParaRPr lang="zh-CN" sz="2000" kern="100" dirty="0">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04"/>
                  </a:ext>
                </a:extLst>
              </a:tr>
              <a:tr h="330237">
                <a:tc>
                  <a:txBody>
                    <a:bodyPr/>
                    <a:lstStyle/>
                    <a:p>
                      <a:pPr indent="266700" algn="ctr">
                        <a:lnSpc>
                          <a:spcPts val="1560"/>
                        </a:lnSpc>
                        <a:spcAft>
                          <a:spcPts val="0"/>
                        </a:spcAft>
                      </a:pPr>
                      <a:r>
                        <a:rPr lang="en-US" sz="2000" kern="100" dirty="0">
                          <a:latin typeface="Times New Roman"/>
                          <a:ea typeface="宋体"/>
                          <a:cs typeface="Times New Roman"/>
                        </a:rPr>
                        <a:t>short</a:t>
                      </a:r>
                      <a:r>
                        <a:rPr lang="zh-CN" sz="2000" kern="100" dirty="0">
                          <a:latin typeface="Times New Roman"/>
                          <a:ea typeface="宋体"/>
                          <a:cs typeface="Times New Roman"/>
                        </a:rPr>
                        <a:t>（</a:t>
                      </a:r>
                      <a:r>
                        <a:rPr lang="en-US" sz="2000" kern="100" dirty="0">
                          <a:latin typeface="Times New Roman"/>
                          <a:ea typeface="宋体"/>
                          <a:cs typeface="Times New Roman"/>
                        </a:rPr>
                        <a:t>signed short</a:t>
                      </a:r>
                      <a:r>
                        <a:rPr lang="zh-CN" sz="2000" kern="100" dirty="0">
                          <a:latin typeface="Times New Roman"/>
                          <a:ea typeface="宋体"/>
                          <a:cs typeface="Times New Roman"/>
                        </a:rPr>
                        <a:t>）</a:t>
                      </a: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2</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-32768~32767</a:t>
                      </a:r>
                      <a:endParaRPr lang="zh-CN" sz="2000" kern="100" dirty="0">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05"/>
                  </a:ext>
                </a:extLst>
              </a:tr>
              <a:tr h="448201">
                <a:tc>
                  <a:txBody>
                    <a:bodyPr/>
                    <a:lstStyle/>
                    <a:p>
                      <a:pPr indent="266700" algn="ctr">
                        <a:lnSpc>
                          <a:spcPts val="1560"/>
                        </a:lnSpc>
                        <a:spcAft>
                          <a:spcPts val="0"/>
                        </a:spcAft>
                      </a:pPr>
                      <a:r>
                        <a:rPr lang="en-US" sz="2000" kern="100">
                          <a:latin typeface="Times New Roman"/>
                          <a:ea typeface="宋体"/>
                          <a:cs typeface="Times New Roman"/>
                        </a:rPr>
                        <a:t>unsigned short</a:t>
                      </a:r>
                      <a:endParaRPr lang="zh-CN" sz="2000" kern="10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2</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0~65535</a:t>
                      </a:r>
                      <a:endParaRPr lang="zh-CN" sz="2000" kern="100" dirty="0">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06"/>
                  </a:ext>
                </a:extLst>
              </a:tr>
              <a:tr h="333988">
                <a:tc>
                  <a:txBody>
                    <a:bodyPr/>
                    <a:lstStyle/>
                    <a:p>
                      <a:pPr indent="266700" algn="ctr">
                        <a:lnSpc>
                          <a:spcPts val="1560"/>
                        </a:lnSpc>
                        <a:spcAft>
                          <a:spcPts val="0"/>
                        </a:spcAft>
                      </a:pPr>
                      <a:r>
                        <a:rPr lang="en-US" sz="2000" kern="100">
                          <a:latin typeface="Times New Roman"/>
                          <a:ea typeface="宋体"/>
                          <a:cs typeface="Times New Roman"/>
                        </a:rPr>
                        <a:t>int</a:t>
                      </a:r>
                      <a:r>
                        <a:rPr lang="zh-CN" sz="2000" kern="100">
                          <a:latin typeface="Times New Roman"/>
                          <a:ea typeface="宋体"/>
                          <a:cs typeface="Times New Roman"/>
                        </a:rPr>
                        <a:t>（</a:t>
                      </a:r>
                      <a:r>
                        <a:rPr lang="en-US" sz="2000" kern="100">
                          <a:latin typeface="Times New Roman"/>
                          <a:ea typeface="宋体"/>
                          <a:cs typeface="Times New Roman"/>
                        </a:rPr>
                        <a:t>signed int</a:t>
                      </a:r>
                      <a:r>
                        <a:rPr lang="zh-CN" sz="2000" kern="100">
                          <a:latin typeface="Times New Roman"/>
                          <a:ea typeface="宋体"/>
                          <a:cs typeface="Times New Roman"/>
                        </a:rPr>
                        <a:t>）</a:t>
                      </a: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4</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-2147483648~2147483647</a:t>
                      </a:r>
                      <a:endParaRPr lang="zh-CN" sz="2000" kern="100" dirty="0">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07"/>
                  </a:ext>
                </a:extLst>
              </a:tr>
              <a:tr h="432048">
                <a:tc>
                  <a:txBody>
                    <a:bodyPr/>
                    <a:lstStyle/>
                    <a:p>
                      <a:pPr indent="266700" algn="ctr">
                        <a:lnSpc>
                          <a:spcPts val="1560"/>
                        </a:lnSpc>
                        <a:spcAft>
                          <a:spcPts val="0"/>
                        </a:spcAft>
                      </a:pPr>
                      <a:r>
                        <a:rPr lang="en-US" sz="2000" kern="100">
                          <a:latin typeface="Times New Roman"/>
                          <a:ea typeface="宋体"/>
                          <a:cs typeface="Times New Roman"/>
                        </a:rPr>
                        <a:t>unsigned int</a:t>
                      </a:r>
                      <a:endParaRPr lang="zh-CN" sz="2000" kern="10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4</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0~4294967295</a:t>
                      </a:r>
                      <a:endParaRPr lang="zh-CN" sz="2000" kern="100" dirty="0">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08"/>
                  </a:ext>
                </a:extLst>
              </a:tr>
              <a:tr h="317835">
                <a:tc>
                  <a:txBody>
                    <a:bodyPr/>
                    <a:lstStyle/>
                    <a:p>
                      <a:pPr indent="266700" algn="ctr">
                        <a:lnSpc>
                          <a:spcPts val="1560"/>
                        </a:lnSpc>
                        <a:spcAft>
                          <a:spcPts val="0"/>
                        </a:spcAft>
                      </a:pPr>
                      <a:r>
                        <a:rPr lang="en-US" sz="2000" kern="100" dirty="0">
                          <a:solidFill>
                            <a:srgbClr val="FF0000"/>
                          </a:solidFill>
                          <a:latin typeface="Times New Roman"/>
                          <a:ea typeface="宋体"/>
                          <a:cs typeface="Times New Roman"/>
                        </a:rPr>
                        <a:t>long</a:t>
                      </a:r>
                      <a:r>
                        <a:rPr lang="zh-CN" sz="2000" kern="100" dirty="0">
                          <a:solidFill>
                            <a:srgbClr val="FF0000"/>
                          </a:solidFill>
                          <a:latin typeface="Times New Roman"/>
                          <a:ea typeface="宋体"/>
                          <a:cs typeface="Times New Roman"/>
                        </a:rPr>
                        <a:t>（</a:t>
                      </a:r>
                      <a:r>
                        <a:rPr lang="en-US" sz="2000" kern="100" dirty="0">
                          <a:solidFill>
                            <a:srgbClr val="FF0000"/>
                          </a:solidFill>
                          <a:latin typeface="Times New Roman"/>
                          <a:ea typeface="宋体"/>
                          <a:cs typeface="Times New Roman"/>
                        </a:rPr>
                        <a:t>signed long</a:t>
                      </a:r>
                      <a:r>
                        <a:rPr lang="zh-CN" sz="2000" kern="100" dirty="0">
                          <a:solidFill>
                            <a:srgbClr val="FF0000"/>
                          </a:solidFill>
                          <a:latin typeface="Times New Roman"/>
                          <a:ea typeface="宋体"/>
                          <a:cs typeface="Times New Roman"/>
                        </a:rPr>
                        <a:t>）</a:t>
                      </a: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solidFill>
                            <a:srgbClr val="FF0000"/>
                          </a:solidFill>
                          <a:latin typeface="Times New Roman"/>
                          <a:ea typeface="宋体"/>
                          <a:cs typeface="Times New Roman"/>
                        </a:rPr>
                        <a:t>4</a:t>
                      </a:r>
                      <a:endParaRPr lang="zh-CN" sz="2000" kern="100" dirty="0">
                        <a:solidFill>
                          <a:srgbClr val="FF0000"/>
                        </a:solidFill>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solidFill>
                            <a:srgbClr val="FF0000"/>
                          </a:solidFill>
                          <a:latin typeface="Times New Roman"/>
                          <a:ea typeface="宋体"/>
                          <a:cs typeface="Times New Roman"/>
                        </a:rPr>
                        <a:t>-2147483648~2147483647</a:t>
                      </a:r>
                      <a:endParaRPr lang="zh-CN" sz="2000" kern="100" dirty="0">
                        <a:solidFill>
                          <a:srgbClr val="FF0000"/>
                        </a:solidFill>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09"/>
                  </a:ext>
                </a:extLst>
              </a:tr>
              <a:tr h="441947">
                <a:tc>
                  <a:txBody>
                    <a:bodyPr/>
                    <a:lstStyle/>
                    <a:p>
                      <a:pPr indent="266700" algn="ctr">
                        <a:lnSpc>
                          <a:spcPts val="1560"/>
                        </a:lnSpc>
                        <a:spcAft>
                          <a:spcPts val="0"/>
                        </a:spcAft>
                      </a:pPr>
                      <a:r>
                        <a:rPr lang="en-US" sz="2000" kern="100">
                          <a:solidFill>
                            <a:srgbClr val="FF0000"/>
                          </a:solidFill>
                          <a:latin typeface="Times New Roman"/>
                          <a:ea typeface="宋体"/>
                          <a:cs typeface="Times New Roman"/>
                        </a:rPr>
                        <a:t>unsigned long</a:t>
                      </a:r>
                      <a:endParaRPr lang="zh-CN" sz="2000" kern="100">
                        <a:solidFill>
                          <a:srgbClr val="FF0000"/>
                        </a:solidFill>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solidFill>
                            <a:srgbClr val="FF0000"/>
                          </a:solidFill>
                          <a:latin typeface="Times New Roman"/>
                          <a:ea typeface="宋体"/>
                          <a:cs typeface="Times New Roman"/>
                        </a:rPr>
                        <a:t>4</a:t>
                      </a:r>
                      <a:endParaRPr lang="zh-CN" sz="2000" kern="100" dirty="0">
                        <a:solidFill>
                          <a:srgbClr val="FF0000"/>
                        </a:solidFill>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solidFill>
                            <a:srgbClr val="FF0000"/>
                          </a:solidFill>
                          <a:latin typeface="Times New Roman"/>
                          <a:ea typeface="宋体"/>
                          <a:cs typeface="Times New Roman"/>
                        </a:rPr>
                        <a:t>0~4294967295</a:t>
                      </a:r>
                      <a:endParaRPr lang="zh-CN" sz="2000" kern="100" dirty="0">
                        <a:solidFill>
                          <a:srgbClr val="FF0000"/>
                        </a:solidFill>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10"/>
                  </a:ext>
                </a:extLst>
              </a:tr>
              <a:tr h="347788">
                <a:tc>
                  <a:txBody>
                    <a:bodyPr/>
                    <a:lstStyle/>
                    <a:p>
                      <a:pPr indent="266700" algn="ctr">
                        <a:lnSpc>
                          <a:spcPts val="1560"/>
                        </a:lnSpc>
                        <a:spcAft>
                          <a:spcPts val="0"/>
                        </a:spcAft>
                      </a:pPr>
                      <a:r>
                        <a:rPr lang="en-US" sz="2000" kern="100">
                          <a:latin typeface="Times New Roman"/>
                          <a:ea typeface="宋体"/>
                          <a:cs typeface="Times New Roman"/>
                        </a:rPr>
                        <a:t>float</a:t>
                      </a:r>
                      <a:endParaRPr lang="zh-CN" sz="2000" kern="10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dirty="0">
                          <a:latin typeface="Times New Roman"/>
                          <a:ea typeface="宋体"/>
                          <a:cs typeface="Times New Roman"/>
                        </a:rPr>
                        <a:t>4</a:t>
                      </a:r>
                      <a:endParaRPr lang="zh-CN" sz="2000" kern="100" dirty="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u="sng" kern="100" dirty="0">
                          <a:latin typeface="Times New Roman"/>
                          <a:ea typeface="宋体"/>
                          <a:cs typeface="Times New Roman"/>
                        </a:rPr>
                        <a:t>+</a:t>
                      </a:r>
                      <a:r>
                        <a:rPr lang="en-US" sz="2000" u="none" kern="100" dirty="0">
                          <a:latin typeface="Times New Roman"/>
                          <a:ea typeface="宋体"/>
                          <a:cs typeface="Times New Roman"/>
                        </a:rPr>
                        <a:t>3.4</a:t>
                      </a:r>
                      <a:r>
                        <a:rPr lang="en-US" sz="2000" kern="100" dirty="0">
                          <a:latin typeface="Times New Roman"/>
                          <a:ea typeface="宋体"/>
                          <a:cs typeface="Times New Roman"/>
                        </a:rPr>
                        <a:t>E</a:t>
                      </a:r>
                      <a:r>
                        <a:rPr lang="en-US" sz="2000" u="sng" kern="100" dirty="0">
                          <a:latin typeface="Times New Roman"/>
                          <a:ea typeface="宋体"/>
                          <a:cs typeface="Times New Roman"/>
                        </a:rPr>
                        <a:t>+</a:t>
                      </a:r>
                      <a:r>
                        <a:rPr lang="en-US" sz="2000" u="none" kern="100" dirty="0">
                          <a:latin typeface="Times New Roman"/>
                          <a:ea typeface="宋体"/>
                          <a:cs typeface="Times New Roman"/>
                        </a:rPr>
                        <a:t>38</a:t>
                      </a:r>
                      <a:endParaRPr lang="zh-CN" sz="2000" kern="100" dirty="0">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11"/>
                  </a:ext>
                </a:extLst>
              </a:tr>
              <a:tr h="330237">
                <a:tc>
                  <a:txBody>
                    <a:bodyPr/>
                    <a:lstStyle/>
                    <a:p>
                      <a:pPr indent="266700" algn="ctr">
                        <a:lnSpc>
                          <a:spcPts val="1560"/>
                        </a:lnSpc>
                        <a:spcAft>
                          <a:spcPts val="0"/>
                        </a:spcAft>
                      </a:pPr>
                      <a:r>
                        <a:rPr lang="en-US" sz="2000" kern="100">
                          <a:latin typeface="Times New Roman"/>
                          <a:ea typeface="宋体"/>
                          <a:cs typeface="Times New Roman"/>
                        </a:rPr>
                        <a:t>double</a:t>
                      </a:r>
                      <a:endParaRPr lang="zh-CN" sz="2000" kern="10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kern="100">
                          <a:latin typeface="Times New Roman"/>
                          <a:ea typeface="宋体"/>
                          <a:cs typeface="Times New Roman"/>
                        </a:rPr>
                        <a:t>8</a:t>
                      </a:r>
                      <a:endParaRPr lang="zh-CN" sz="2000" kern="100">
                        <a:latin typeface="Times New Roman"/>
                        <a:ea typeface="宋体"/>
                        <a:cs typeface="Times New Roman"/>
                      </a:endParaRPr>
                    </a:p>
                  </a:txBody>
                  <a:tcPr marL="68580" marR="68580" marT="71998" marB="0">
                    <a:lnL>
                      <a:noFill/>
                    </a:lnL>
                    <a:lnR>
                      <a:noFill/>
                    </a:lnR>
                    <a:lnT>
                      <a:noFill/>
                    </a:lnT>
                    <a:lnB>
                      <a:noFill/>
                    </a:lnB>
                  </a:tcPr>
                </a:tc>
                <a:tc>
                  <a:txBody>
                    <a:bodyPr/>
                    <a:lstStyle/>
                    <a:p>
                      <a:pPr indent="266700" algn="ctr">
                        <a:lnSpc>
                          <a:spcPts val="1560"/>
                        </a:lnSpc>
                        <a:spcAft>
                          <a:spcPts val="0"/>
                        </a:spcAft>
                      </a:pPr>
                      <a:r>
                        <a:rPr lang="en-US" sz="2000" u="sng" kern="100" dirty="0">
                          <a:latin typeface="Times New Roman"/>
                          <a:ea typeface="宋体"/>
                          <a:cs typeface="Times New Roman"/>
                        </a:rPr>
                        <a:t>+</a:t>
                      </a:r>
                      <a:r>
                        <a:rPr lang="en-US" sz="2000" kern="100" dirty="0">
                          <a:latin typeface="Times New Roman"/>
                          <a:ea typeface="宋体"/>
                          <a:cs typeface="Times New Roman"/>
                        </a:rPr>
                        <a:t>1.7E</a:t>
                      </a:r>
                      <a:r>
                        <a:rPr lang="en-US" sz="2000" u="sng" kern="100" dirty="0">
                          <a:latin typeface="Times New Roman"/>
                          <a:ea typeface="宋体"/>
                          <a:cs typeface="Times New Roman"/>
                        </a:rPr>
                        <a:t>+</a:t>
                      </a:r>
                      <a:r>
                        <a:rPr lang="en-US" sz="2000" kern="100" dirty="0">
                          <a:latin typeface="Times New Roman"/>
                          <a:ea typeface="宋体"/>
                          <a:cs typeface="Times New Roman"/>
                        </a:rPr>
                        <a:t>308</a:t>
                      </a:r>
                      <a:endParaRPr lang="zh-CN" sz="2000" kern="100" dirty="0">
                        <a:latin typeface="Times New Roman"/>
                        <a:ea typeface="宋体"/>
                        <a:cs typeface="Times New Roman"/>
                      </a:endParaRPr>
                    </a:p>
                  </a:txBody>
                  <a:tcPr marL="68580" marR="68580" marT="71998" marB="0">
                    <a:lnL>
                      <a:noFill/>
                    </a:lnL>
                    <a:lnR>
                      <a:noFill/>
                    </a:lnR>
                    <a:lnT>
                      <a:noFill/>
                    </a:lnT>
                    <a:lnB>
                      <a:noFill/>
                    </a:lnB>
                  </a:tcPr>
                </a:tc>
                <a:extLst>
                  <a:ext uri="{0D108BD9-81ED-4DB2-BD59-A6C34878D82A}">
                    <a16:rowId xmlns:a16="http://schemas.microsoft.com/office/drawing/2014/main" val="10012"/>
                  </a:ext>
                </a:extLst>
              </a:tr>
              <a:tr h="330237">
                <a:tc>
                  <a:txBody>
                    <a:bodyPr/>
                    <a:lstStyle/>
                    <a:p>
                      <a:pPr indent="266700" algn="ctr">
                        <a:lnSpc>
                          <a:spcPts val="1560"/>
                        </a:lnSpc>
                        <a:spcAft>
                          <a:spcPts val="0"/>
                        </a:spcAft>
                      </a:pPr>
                      <a:r>
                        <a:rPr lang="en-US" sz="2000" kern="100">
                          <a:latin typeface="Times New Roman"/>
                          <a:ea typeface="宋体"/>
                          <a:cs typeface="Times New Roman"/>
                        </a:rPr>
                        <a:t>long double</a:t>
                      </a:r>
                      <a:endParaRPr lang="zh-CN" sz="2000" kern="100">
                        <a:latin typeface="Times New Roman"/>
                        <a:ea typeface="宋体"/>
                        <a:cs typeface="Times New Roman"/>
                      </a:endParaRPr>
                    </a:p>
                  </a:txBody>
                  <a:tcPr marL="68580" marR="68580" marT="71998" marB="0">
                    <a:lnL>
                      <a:noFill/>
                    </a:lnL>
                    <a:lnR>
                      <a:noFill/>
                    </a:lnR>
                    <a:lnT>
                      <a:noFill/>
                    </a:lnT>
                    <a:lnB w="19050" cap="flat" cmpd="sng" algn="ctr">
                      <a:solidFill>
                        <a:srgbClr val="008000"/>
                      </a:solidFill>
                      <a:prstDash val="solid"/>
                      <a:round/>
                      <a:headEnd type="none" w="med" len="med"/>
                      <a:tailEnd type="none" w="med" len="med"/>
                    </a:lnB>
                  </a:tcPr>
                </a:tc>
                <a:tc>
                  <a:txBody>
                    <a:bodyPr/>
                    <a:lstStyle/>
                    <a:p>
                      <a:pPr indent="266700" algn="ctr">
                        <a:lnSpc>
                          <a:spcPts val="1560"/>
                        </a:lnSpc>
                        <a:spcAft>
                          <a:spcPts val="0"/>
                        </a:spcAft>
                      </a:pPr>
                      <a:r>
                        <a:rPr lang="en-US" sz="2000" kern="100">
                          <a:latin typeface="Times New Roman"/>
                          <a:ea typeface="宋体"/>
                          <a:cs typeface="Times New Roman"/>
                        </a:rPr>
                        <a:t>8</a:t>
                      </a:r>
                      <a:endParaRPr lang="zh-CN" sz="2000" kern="100">
                        <a:latin typeface="Times New Roman"/>
                        <a:ea typeface="宋体"/>
                        <a:cs typeface="Times New Roman"/>
                      </a:endParaRPr>
                    </a:p>
                  </a:txBody>
                  <a:tcPr marL="68580" marR="68580" marT="71998" marB="0">
                    <a:lnL>
                      <a:noFill/>
                    </a:lnL>
                    <a:lnR>
                      <a:noFill/>
                    </a:lnR>
                    <a:lnT>
                      <a:noFill/>
                    </a:lnT>
                    <a:lnB w="19050" cap="flat" cmpd="sng" algn="ctr">
                      <a:solidFill>
                        <a:srgbClr val="008000"/>
                      </a:solidFill>
                      <a:prstDash val="solid"/>
                      <a:round/>
                      <a:headEnd type="none" w="med" len="med"/>
                      <a:tailEnd type="none" w="med" len="med"/>
                    </a:lnB>
                  </a:tcPr>
                </a:tc>
                <a:tc>
                  <a:txBody>
                    <a:bodyPr/>
                    <a:lstStyle/>
                    <a:p>
                      <a:pPr indent="266700" algn="ctr">
                        <a:lnSpc>
                          <a:spcPts val="1560"/>
                        </a:lnSpc>
                        <a:spcAft>
                          <a:spcPts val="0"/>
                        </a:spcAft>
                      </a:pPr>
                      <a:r>
                        <a:rPr lang="en-US" sz="2000" u="sng" kern="100" dirty="0">
                          <a:latin typeface="Times New Roman"/>
                          <a:ea typeface="宋体"/>
                          <a:cs typeface="Times New Roman"/>
                        </a:rPr>
                        <a:t>+</a:t>
                      </a:r>
                      <a:r>
                        <a:rPr lang="en-US" sz="2000" kern="100" dirty="0">
                          <a:latin typeface="Times New Roman"/>
                          <a:ea typeface="宋体"/>
                          <a:cs typeface="Times New Roman"/>
                        </a:rPr>
                        <a:t>1.7E</a:t>
                      </a:r>
                      <a:r>
                        <a:rPr lang="en-US" sz="2000" u="sng" kern="100" dirty="0">
                          <a:latin typeface="Times New Roman"/>
                          <a:ea typeface="宋体"/>
                          <a:cs typeface="Times New Roman"/>
                        </a:rPr>
                        <a:t>+</a:t>
                      </a:r>
                      <a:r>
                        <a:rPr lang="en-US" sz="2000" kern="100" dirty="0">
                          <a:latin typeface="Times New Roman"/>
                          <a:ea typeface="宋体"/>
                          <a:cs typeface="Times New Roman"/>
                        </a:rPr>
                        <a:t>308</a:t>
                      </a:r>
                      <a:endParaRPr lang="zh-CN" altLang="en-US" sz="2000" kern="100" dirty="0">
                        <a:latin typeface="Times New Roman"/>
                        <a:ea typeface="+mn-ea"/>
                        <a:cs typeface="Times New Roman"/>
                      </a:endParaRPr>
                    </a:p>
                  </a:txBody>
                  <a:tcPr marL="68580" marR="68580" marT="71998" marB="0">
                    <a:lnL>
                      <a:noFill/>
                    </a:lnL>
                    <a:lnR>
                      <a:noFill/>
                    </a:lnR>
                    <a:lnT>
                      <a:noFill/>
                    </a:lnT>
                    <a:lnB w="19050" cap="flat" cmpd="sng" algn="ctr">
                      <a:solidFill>
                        <a:srgbClr val="008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3A939D-66C6-EC4A-593A-B06C42C4417F}"/>
              </a:ext>
            </a:extLst>
          </p:cNvPr>
          <p:cNvSpPr>
            <a:spLocks noGrp="1"/>
          </p:cNvSpPr>
          <p:nvPr>
            <p:ph type="title"/>
          </p:nvPr>
        </p:nvSpPr>
        <p:spPr/>
        <p:txBody>
          <a:bodyPr>
            <a:normAutofit fontScale="90000"/>
          </a:bodyPr>
          <a:lstStyle/>
          <a:p>
            <a:pPr eaLnBrk="1" fontAlgn="auto" hangingPunct="1">
              <a:spcAft>
                <a:spcPts val="0"/>
              </a:spcAft>
              <a:defRPr/>
            </a:pPr>
            <a:r>
              <a:rPr lang="en-US" altLang="zh-CN" dirty="0"/>
              <a:t>2.2.1 </a:t>
            </a:r>
            <a:r>
              <a:rPr lang="zh-CN" altLang="en-US"/>
              <a:t>基本数据类型</a:t>
            </a:r>
            <a:br>
              <a:rPr lang="en-US" altLang="zh-CN" dirty="0"/>
            </a:br>
            <a:endParaRPr lang="zh-CN" altLang="en-US" dirty="0"/>
          </a:p>
        </p:txBody>
      </p:sp>
      <p:sp>
        <p:nvSpPr>
          <p:cNvPr id="35843" name="灯片编号占位符 3">
            <a:extLst>
              <a:ext uri="{FF2B5EF4-FFF2-40B4-BE49-F238E27FC236}">
                <a16:creationId xmlns:a16="http://schemas.microsoft.com/office/drawing/2014/main" id="{5755022B-A0AD-1914-4252-F26FB3A643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572081D-4943-4680-A1D2-C336CF7B11B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E855CE3-A141-6462-0065-B515BC96D109}"/>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
        <p:nvSpPr>
          <p:cNvPr id="3" name="内容占位符 2">
            <a:extLst>
              <a:ext uri="{FF2B5EF4-FFF2-40B4-BE49-F238E27FC236}">
                <a16:creationId xmlns:a16="http://schemas.microsoft.com/office/drawing/2014/main" id="{2DC49576-084E-5F95-7EFC-50FBE0C3572B}"/>
              </a:ext>
            </a:extLst>
          </p:cNvPr>
          <p:cNvSpPr>
            <a:spLocks noGrp="1"/>
          </p:cNvSpPr>
          <p:nvPr>
            <p:ph idx="1"/>
          </p:nvPr>
        </p:nvSpPr>
        <p:spPr>
          <a:xfrm>
            <a:off x="457200" y="1520825"/>
            <a:ext cx="8229600" cy="4787900"/>
          </a:xfrm>
        </p:spPr>
        <p:txBody>
          <a:bodyPr/>
          <a:lstStyle/>
          <a:p>
            <a:r>
              <a:rPr lang="en-US" altLang="zh-CN" dirty="0"/>
              <a:t>C++</a:t>
            </a:r>
            <a:r>
              <a:rPr lang="zh-CN" altLang="en-US" dirty="0"/>
              <a:t>只定义了最低</a:t>
            </a:r>
            <a:r>
              <a:rPr lang="en-US" altLang="zh-CN" dirty="0"/>
              <a:t>byte</a:t>
            </a:r>
            <a:r>
              <a:rPr lang="zh-CN" altLang="en-US" dirty="0"/>
              <a:t>数，因此不同编译器得到的结果是不同的</a:t>
            </a:r>
          </a:p>
        </p:txBody>
      </p:sp>
      <p:pic>
        <p:nvPicPr>
          <p:cNvPr id="6" name="图片 5">
            <a:extLst>
              <a:ext uri="{FF2B5EF4-FFF2-40B4-BE49-F238E27FC236}">
                <a16:creationId xmlns:a16="http://schemas.microsoft.com/office/drawing/2014/main" id="{D0CAA69C-98DD-180A-A884-A86EC352484A}"/>
              </a:ext>
            </a:extLst>
          </p:cNvPr>
          <p:cNvPicPr>
            <a:picLocks noChangeAspect="1"/>
          </p:cNvPicPr>
          <p:nvPr/>
        </p:nvPicPr>
        <p:blipFill>
          <a:blip r:embed="rId3"/>
          <a:stretch>
            <a:fillRect/>
          </a:stretch>
        </p:blipFill>
        <p:spPr>
          <a:xfrm>
            <a:off x="1290638" y="2924944"/>
            <a:ext cx="6210300" cy="2781300"/>
          </a:xfrm>
          <a:prstGeom prst="rect">
            <a:avLst/>
          </a:prstGeom>
        </p:spPr>
      </p:pic>
    </p:spTree>
    <p:extLst>
      <p:ext uri="{BB962C8B-B14F-4D97-AF65-F5344CB8AC3E}">
        <p14:creationId xmlns:p14="http://schemas.microsoft.com/office/powerpoint/2010/main" val="153850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3A939D-66C6-EC4A-593A-B06C42C4417F}"/>
              </a:ext>
            </a:extLst>
          </p:cNvPr>
          <p:cNvSpPr>
            <a:spLocks noGrp="1"/>
          </p:cNvSpPr>
          <p:nvPr>
            <p:ph type="title"/>
          </p:nvPr>
        </p:nvSpPr>
        <p:spPr/>
        <p:txBody>
          <a:bodyPr>
            <a:normAutofit fontScale="90000"/>
          </a:bodyPr>
          <a:lstStyle/>
          <a:p>
            <a:pPr eaLnBrk="1" fontAlgn="auto" hangingPunct="1">
              <a:spcAft>
                <a:spcPts val="0"/>
              </a:spcAft>
              <a:defRPr/>
            </a:pPr>
            <a:r>
              <a:rPr lang="en-US" altLang="zh-CN" dirty="0"/>
              <a:t>2.2.1 </a:t>
            </a:r>
            <a:r>
              <a:rPr lang="zh-CN" altLang="en-US" dirty="0"/>
              <a:t>基本数据类型</a:t>
            </a:r>
            <a:br>
              <a:rPr lang="en-US" altLang="zh-CN" dirty="0"/>
            </a:br>
            <a:endParaRPr lang="zh-CN" altLang="en-US" dirty="0"/>
          </a:p>
        </p:txBody>
      </p:sp>
      <p:sp>
        <p:nvSpPr>
          <p:cNvPr id="35843" name="灯片编号占位符 3">
            <a:extLst>
              <a:ext uri="{FF2B5EF4-FFF2-40B4-BE49-F238E27FC236}">
                <a16:creationId xmlns:a16="http://schemas.microsoft.com/office/drawing/2014/main" id="{5755022B-A0AD-1914-4252-F26FB3A643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572081D-4943-4680-A1D2-C336CF7B11B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E855CE3-A141-6462-0065-B515BC96D109}"/>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
        <p:nvSpPr>
          <p:cNvPr id="3" name="内容占位符 2">
            <a:extLst>
              <a:ext uri="{FF2B5EF4-FFF2-40B4-BE49-F238E27FC236}">
                <a16:creationId xmlns:a16="http://schemas.microsoft.com/office/drawing/2014/main" id="{2DC49576-084E-5F95-7EFC-50FBE0C3572B}"/>
              </a:ext>
            </a:extLst>
          </p:cNvPr>
          <p:cNvSpPr>
            <a:spLocks noGrp="1"/>
          </p:cNvSpPr>
          <p:nvPr>
            <p:ph idx="1"/>
          </p:nvPr>
        </p:nvSpPr>
        <p:spPr>
          <a:xfrm>
            <a:off x="457200" y="1520825"/>
            <a:ext cx="8229600" cy="4787900"/>
          </a:xfrm>
        </p:spPr>
        <p:txBody>
          <a:bodyPr/>
          <a:lstStyle/>
          <a:p>
            <a:r>
              <a:rPr lang="en-US" altLang="zh-CN" dirty="0"/>
              <a:t>Visual Studio</a:t>
            </a:r>
            <a:r>
              <a:rPr lang="zh-CN" altLang="en-US" dirty="0"/>
              <a:t>运行结果</a:t>
            </a:r>
            <a:endParaRPr lang="en-US" altLang="zh-CN" dirty="0"/>
          </a:p>
          <a:p>
            <a:endParaRPr lang="en-US" altLang="zh-CN" dirty="0"/>
          </a:p>
          <a:p>
            <a:endParaRPr lang="en-US" altLang="zh-CN" dirty="0"/>
          </a:p>
          <a:p>
            <a:endParaRPr lang="en-US" altLang="zh-CN" dirty="0"/>
          </a:p>
          <a:p>
            <a:r>
              <a:rPr lang="en-US" altLang="zh-CN" dirty="0"/>
              <a:t>Linux G++</a:t>
            </a:r>
            <a:r>
              <a:rPr lang="zh-CN" altLang="en-US" dirty="0"/>
              <a:t>编译的结果</a:t>
            </a:r>
            <a:endParaRPr lang="en-US" altLang="zh-CN" dirty="0"/>
          </a:p>
          <a:p>
            <a:endParaRPr lang="zh-CN" altLang="en-US" dirty="0"/>
          </a:p>
        </p:txBody>
      </p:sp>
      <p:pic>
        <p:nvPicPr>
          <p:cNvPr id="7" name="图片 6">
            <a:extLst>
              <a:ext uri="{FF2B5EF4-FFF2-40B4-BE49-F238E27FC236}">
                <a16:creationId xmlns:a16="http://schemas.microsoft.com/office/drawing/2014/main" id="{FF676BAE-7EDE-7DEF-381C-B1C2D02AFA4C}"/>
              </a:ext>
            </a:extLst>
          </p:cNvPr>
          <p:cNvPicPr>
            <a:picLocks noChangeAspect="1"/>
          </p:cNvPicPr>
          <p:nvPr/>
        </p:nvPicPr>
        <p:blipFill>
          <a:blip r:embed="rId3"/>
          <a:stretch>
            <a:fillRect/>
          </a:stretch>
        </p:blipFill>
        <p:spPr>
          <a:xfrm>
            <a:off x="1043608" y="2049462"/>
            <a:ext cx="4972050" cy="1076325"/>
          </a:xfrm>
          <a:prstGeom prst="rect">
            <a:avLst/>
          </a:prstGeom>
        </p:spPr>
      </p:pic>
      <p:pic>
        <p:nvPicPr>
          <p:cNvPr id="11" name="图片 10">
            <a:extLst>
              <a:ext uri="{FF2B5EF4-FFF2-40B4-BE49-F238E27FC236}">
                <a16:creationId xmlns:a16="http://schemas.microsoft.com/office/drawing/2014/main" id="{F0A5492E-630A-24A7-A27F-2AB4249DF4BF}"/>
              </a:ext>
            </a:extLst>
          </p:cNvPr>
          <p:cNvPicPr>
            <a:picLocks noChangeAspect="1"/>
          </p:cNvPicPr>
          <p:nvPr/>
        </p:nvPicPr>
        <p:blipFill>
          <a:blip r:embed="rId4"/>
          <a:stretch>
            <a:fillRect/>
          </a:stretch>
        </p:blipFill>
        <p:spPr>
          <a:xfrm>
            <a:off x="1043608" y="3914775"/>
            <a:ext cx="3952875" cy="1600200"/>
          </a:xfrm>
          <a:prstGeom prst="rect">
            <a:avLst/>
          </a:prstGeom>
        </p:spPr>
      </p:pic>
    </p:spTree>
    <p:extLst>
      <p:ext uri="{BB962C8B-B14F-4D97-AF65-F5344CB8AC3E}">
        <p14:creationId xmlns:p14="http://schemas.microsoft.com/office/powerpoint/2010/main" val="2009887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3A939D-66C6-EC4A-593A-B06C42C4417F}"/>
              </a:ext>
            </a:extLst>
          </p:cNvPr>
          <p:cNvSpPr>
            <a:spLocks noGrp="1"/>
          </p:cNvSpPr>
          <p:nvPr>
            <p:ph type="title"/>
          </p:nvPr>
        </p:nvSpPr>
        <p:spPr/>
        <p:txBody>
          <a:bodyPr>
            <a:normAutofit fontScale="90000"/>
          </a:bodyPr>
          <a:lstStyle/>
          <a:p>
            <a:pPr eaLnBrk="1" fontAlgn="auto" hangingPunct="1">
              <a:spcAft>
                <a:spcPts val="0"/>
              </a:spcAft>
              <a:defRPr/>
            </a:pPr>
            <a:r>
              <a:rPr lang="en-US" altLang="zh-CN" dirty="0"/>
              <a:t>2.2.1 </a:t>
            </a:r>
            <a:r>
              <a:rPr lang="zh-CN" altLang="en-US" dirty="0"/>
              <a:t>基本数据类型</a:t>
            </a:r>
            <a:br>
              <a:rPr lang="en-US" altLang="zh-CN" dirty="0"/>
            </a:br>
            <a:endParaRPr lang="zh-CN" altLang="en-US" dirty="0"/>
          </a:p>
        </p:txBody>
      </p:sp>
      <p:sp>
        <p:nvSpPr>
          <p:cNvPr id="35843" name="灯片编号占位符 3">
            <a:extLst>
              <a:ext uri="{FF2B5EF4-FFF2-40B4-BE49-F238E27FC236}">
                <a16:creationId xmlns:a16="http://schemas.microsoft.com/office/drawing/2014/main" id="{5755022B-A0AD-1914-4252-F26FB3A643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572081D-4943-4680-A1D2-C336CF7B11B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E855CE3-A141-6462-0065-B515BC96D109}"/>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
        <p:nvSpPr>
          <p:cNvPr id="3" name="内容占位符 2">
            <a:extLst>
              <a:ext uri="{FF2B5EF4-FFF2-40B4-BE49-F238E27FC236}">
                <a16:creationId xmlns:a16="http://schemas.microsoft.com/office/drawing/2014/main" id="{2DC49576-084E-5F95-7EFC-50FBE0C3572B}"/>
              </a:ext>
            </a:extLst>
          </p:cNvPr>
          <p:cNvSpPr>
            <a:spLocks noGrp="1"/>
          </p:cNvSpPr>
          <p:nvPr>
            <p:ph idx="1"/>
          </p:nvPr>
        </p:nvSpPr>
        <p:spPr>
          <a:xfrm>
            <a:off x="457200" y="1520825"/>
            <a:ext cx="8229600" cy="4787900"/>
          </a:xfrm>
        </p:spPr>
        <p:txBody>
          <a:bodyPr/>
          <a:lstStyle/>
          <a:p>
            <a:r>
              <a:rPr lang="zh-CN" altLang="en-US" dirty="0"/>
              <a:t>在持久化数据时，一定不要用</a:t>
            </a:r>
            <a:r>
              <a:rPr lang="en-US" altLang="zh-CN" dirty="0" err="1"/>
              <a:t>sizeof</a:t>
            </a:r>
            <a:r>
              <a:rPr lang="zh-CN" altLang="en-US" dirty="0"/>
              <a:t>来获取某数据格式的大小，而是直接强行定义写入数据的大小</a:t>
            </a:r>
          </a:p>
        </p:txBody>
      </p:sp>
      <p:pic>
        <p:nvPicPr>
          <p:cNvPr id="9" name="图片 8">
            <a:extLst>
              <a:ext uri="{FF2B5EF4-FFF2-40B4-BE49-F238E27FC236}">
                <a16:creationId xmlns:a16="http://schemas.microsoft.com/office/drawing/2014/main" id="{4003AF10-B46C-9BF7-D04C-665A8EE6D988}"/>
              </a:ext>
            </a:extLst>
          </p:cNvPr>
          <p:cNvPicPr>
            <a:picLocks noChangeAspect="1"/>
          </p:cNvPicPr>
          <p:nvPr/>
        </p:nvPicPr>
        <p:blipFill>
          <a:blip r:embed="rId3"/>
          <a:stretch>
            <a:fillRect/>
          </a:stretch>
        </p:blipFill>
        <p:spPr>
          <a:xfrm>
            <a:off x="4860032" y="3297478"/>
            <a:ext cx="3606476" cy="1145808"/>
          </a:xfrm>
          <a:prstGeom prst="rect">
            <a:avLst/>
          </a:prstGeom>
        </p:spPr>
      </p:pic>
      <p:pic>
        <p:nvPicPr>
          <p:cNvPr id="11" name="图片 10">
            <a:extLst>
              <a:ext uri="{FF2B5EF4-FFF2-40B4-BE49-F238E27FC236}">
                <a16:creationId xmlns:a16="http://schemas.microsoft.com/office/drawing/2014/main" id="{ACEE8E71-FE11-BD97-6B6C-A94F4F6F9EFC}"/>
              </a:ext>
            </a:extLst>
          </p:cNvPr>
          <p:cNvPicPr>
            <a:picLocks noChangeAspect="1"/>
          </p:cNvPicPr>
          <p:nvPr/>
        </p:nvPicPr>
        <p:blipFill>
          <a:blip r:embed="rId4"/>
          <a:stretch>
            <a:fillRect/>
          </a:stretch>
        </p:blipFill>
        <p:spPr>
          <a:xfrm>
            <a:off x="323528" y="3400611"/>
            <a:ext cx="4093312" cy="924694"/>
          </a:xfrm>
          <a:prstGeom prst="rect">
            <a:avLst/>
          </a:prstGeom>
        </p:spPr>
      </p:pic>
      <p:sp>
        <p:nvSpPr>
          <p:cNvPr id="12" name="文本框 11">
            <a:extLst>
              <a:ext uri="{FF2B5EF4-FFF2-40B4-BE49-F238E27FC236}">
                <a16:creationId xmlns:a16="http://schemas.microsoft.com/office/drawing/2014/main" id="{9C5800BB-AECE-6F75-0415-AFED42F5D355}"/>
              </a:ext>
            </a:extLst>
          </p:cNvPr>
          <p:cNvSpPr txBox="1"/>
          <p:nvPr/>
        </p:nvSpPr>
        <p:spPr>
          <a:xfrm>
            <a:off x="1816186" y="4592330"/>
            <a:ext cx="1107996" cy="461665"/>
          </a:xfrm>
          <a:prstGeom prst="rect">
            <a:avLst/>
          </a:prstGeom>
          <a:noFill/>
        </p:spPr>
        <p:txBody>
          <a:bodyPr wrap="none" rtlCol="0">
            <a:spAutoFit/>
          </a:bodyPr>
          <a:lstStyle/>
          <a:p>
            <a:r>
              <a:rPr lang="zh-CN" altLang="en-US" dirty="0"/>
              <a:t>写文件</a:t>
            </a:r>
          </a:p>
        </p:txBody>
      </p:sp>
      <p:sp>
        <p:nvSpPr>
          <p:cNvPr id="13" name="文本框 12">
            <a:extLst>
              <a:ext uri="{FF2B5EF4-FFF2-40B4-BE49-F238E27FC236}">
                <a16:creationId xmlns:a16="http://schemas.microsoft.com/office/drawing/2014/main" id="{2233018A-154E-35C6-8CCD-E56C00730F47}"/>
              </a:ext>
            </a:extLst>
          </p:cNvPr>
          <p:cNvSpPr txBox="1"/>
          <p:nvPr/>
        </p:nvSpPr>
        <p:spPr>
          <a:xfrm>
            <a:off x="6109272" y="4592329"/>
            <a:ext cx="1107996" cy="461665"/>
          </a:xfrm>
          <a:prstGeom prst="rect">
            <a:avLst/>
          </a:prstGeom>
          <a:noFill/>
        </p:spPr>
        <p:txBody>
          <a:bodyPr wrap="none" rtlCol="0">
            <a:spAutoFit/>
          </a:bodyPr>
          <a:lstStyle/>
          <a:p>
            <a:r>
              <a:rPr lang="zh-CN" altLang="en-US" dirty="0"/>
              <a:t>读文件</a:t>
            </a:r>
          </a:p>
        </p:txBody>
      </p:sp>
    </p:spTree>
    <p:extLst>
      <p:ext uri="{BB962C8B-B14F-4D97-AF65-F5344CB8AC3E}">
        <p14:creationId xmlns:p14="http://schemas.microsoft.com/office/powerpoint/2010/main" val="3728679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D7E5BD8D-3AAE-1131-50E4-5F88CE657CD5}"/>
              </a:ext>
            </a:extLst>
          </p:cNvPr>
          <p:cNvSpPr>
            <a:spLocks noGrp="1"/>
          </p:cNvSpPr>
          <p:nvPr>
            <p:ph type="title"/>
          </p:nvPr>
        </p:nvSpPr>
        <p:spPr/>
        <p:txBody>
          <a:bodyPr/>
          <a:lstStyle/>
          <a:p>
            <a:r>
              <a:rPr lang="en-US" altLang="zh-CN"/>
              <a:t>2.2.2 </a:t>
            </a:r>
            <a:r>
              <a:rPr lang="zh-CN" altLang="en-US"/>
              <a:t>常量</a:t>
            </a:r>
          </a:p>
        </p:txBody>
      </p:sp>
      <p:sp>
        <p:nvSpPr>
          <p:cNvPr id="37891" name="内容占位符 2">
            <a:extLst>
              <a:ext uri="{FF2B5EF4-FFF2-40B4-BE49-F238E27FC236}">
                <a16:creationId xmlns:a16="http://schemas.microsoft.com/office/drawing/2014/main" id="{BE0AD5E6-A33B-8548-EB7F-EFEF6B77067C}"/>
              </a:ext>
            </a:extLst>
          </p:cNvPr>
          <p:cNvSpPr>
            <a:spLocks noGrp="1"/>
          </p:cNvSpPr>
          <p:nvPr>
            <p:ph idx="1"/>
          </p:nvPr>
        </p:nvSpPr>
        <p:spPr/>
        <p:txBody>
          <a:bodyPr/>
          <a:lstStyle/>
          <a:p>
            <a:r>
              <a:rPr lang="zh-CN" altLang="en-US"/>
              <a:t>所谓常量是指在程序运行的整个过程中其值始终不可改变的量，也就是直接使用符号（文字）表示的值。例如：</a:t>
            </a:r>
            <a:r>
              <a:rPr lang="en-US" altLang="zh-CN"/>
              <a:t>12</a:t>
            </a:r>
            <a:r>
              <a:rPr lang="zh-CN" altLang="en-US"/>
              <a:t>，</a:t>
            </a:r>
            <a:r>
              <a:rPr lang="en-US" altLang="zh-CN"/>
              <a:t>3.5</a:t>
            </a:r>
            <a:r>
              <a:rPr lang="zh-CN" altLang="en-US"/>
              <a:t>，</a:t>
            </a:r>
            <a:r>
              <a:rPr lang="en-US" altLang="zh-CN"/>
              <a:t>’A’</a:t>
            </a:r>
            <a:r>
              <a:rPr lang="zh-CN" altLang="en-US"/>
              <a:t>都是常量。</a:t>
            </a:r>
          </a:p>
        </p:txBody>
      </p:sp>
      <p:sp>
        <p:nvSpPr>
          <p:cNvPr id="37892" name="灯片编号占位符 3">
            <a:extLst>
              <a:ext uri="{FF2B5EF4-FFF2-40B4-BE49-F238E27FC236}">
                <a16:creationId xmlns:a16="http://schemas.microsoft.com/office/drawing/2014/main" id="{F75906E6-417C-E2B8-687E-08395A9A1B6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DB90FAA-2DE6-47B6-A03A-B31A25CCC7B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标题 4">
            <a:extLst>
              <a:ext uri="{FF2B5EF4-FFF2-40B4-BE49-F238E27FC236}">
                <a16:creationId xmlns:a16="http://schemas.microsoft.com/office/drawing/2014/main" id="{DF7BFF80-49D5-2BF9-6616-963D65A4F959}"/>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1F4B3CF2-8FA9-3B4A-D000-96ED57093D86}"/>
              </a:ext>
            </a:extLst>
          </p:cNvPr>
          <p:cNvSpPr>
            <a:spLocks noGrp="1"/>
          </p:cNvSpPr>
          <p:nvPr>
            <p:ph type="title"/>
          </p:nvPr>
        </p:nvSpPr>
        <p:spPr>
          <a:xfrm>
            <a:off x="457200" y="398463"/>
            <a:ext cx="8229600" cy="1066800"/>
          </a:xfrm>
        </p:spPr>
        <p:txBody>
          <a:bodyPr/>
          <a:lstStyle/>
          <a:p>
            <a:r>
              <a:rPr lang="zh-CN" altLang="en-US"/>
              <a:t>整数常量</a:t>
            </a:r>
          </a:p>
        </p:txBody>
      </p:sp>
      <p:sp>
        <p:nvSpPr>
          <p:cNvPr id="38915" name="内容占位符 2">
            <a:extLst>
              <a:ext uri="{FF2B5EF4-FFF2-40B4-BE49-F238E27FC236}">
                <a16:creationId xmlns:a16="http://schemas.microsoft.com/office/drawing/2014/main" id="{B4CB2E63-559C-B840-8A42-8B85B41D83C0}"/>
              </a:ext>
            </a:extLst>
          </p:cNvPr>
          <p:cNvSpPr>
            <a:spLocks noGrp="1"/>
          </p:cNvSpPr>
          <p:nvPr>
            <p:ph idx="1"/>
          </p:nvPr>
        </p:nvSpPr>
        <p:spPr>
          <a:xfrm>
            <a:off x="125413" y="1357313"/>
            <a:ext cx="8893175" cy="5089525"/>
          </a:xfrm>
        </p:spPr>
        <p:txBody>
          <a:bodyPr/>
          <a:lstStyle/>
          <a:p>
            <a:pPr>
              <a:defRPr/>
            </a:pPr>
            <a:r>
              <a:rPr lang="zh-CN" altLang="en-US" dirty="0"/>
              <a:t>以文字形式出现的整数，包括正整数、负整数和零。</a:t>
            </a:r>
          </a:p>
          <a:p>
            <a:pPr eaLnBrk="1" hangingPunct="1">
              <a:defRPr/>
            </a:pPr>
            <a:r>
              <a:rPr lang="zh-CN" altLang="en-US" dirty="0"/>
              <a:t>十进制整数</a:t>
            </a:r>
            <a:r>
              <a:rPr lang="en-US" altLang="zh-CN" dirty="0"/>
              <a:t> </a:t>
            </a:r>
          </a:p>
          <a:p>
            <a:pPr lvl="1" eaLnBrk="1" hangingPunct="1">
              <a:defRPr/>
            </a:pPr>
            <a:r>
              <a:rPr lang="en-US" altLang="zh-CN" sz="2400" dirty="0"/>
              <a:t>[±]</a:t>
            </a:r>
            <a:r>
              <a:rPr lang="zh-CN" altLang="en-US" sz="2400" dirty="0"/>
              <a:t>若干个</a:t>
            </a:r>
            <a:r>
              <a:rPr lang="en-US" altLang="zh-CN" sz="2400" dirty="0">
                <a:latin typeface="+mn-ea"/>
              </a:rPr>
              <a:t>0~9</a:t>
            </a:r>
            <a:r>
              <a:rPr lang="zh-CN" altLang="en-US" sz="2400" dirty="0"/>
              <a:t>的数字，但数字部分不能以</a:t>
            </a:r>
            <a:r>
              <a:rPr lang="en-US" altLang="zh-CN" sz="2400" dirty="0">
                <a:latin typeface="+mn-ea"/>
              </a:rPr>
              <a:t>0</a:t>
            </a:r>
            <a:r>
              <a:rPr lang="zh-CN" altLang="en-US" sz="2400" dirty="0"/>
              <a:t>开头，正数前边的正号可以省略。</a:t>
            </a:r>
            <a:endParaRPr lang="en-US" altLang="zh-CN" sz="2400" dirty="0"/>
          </a:p>
          <a:p>
            <a:pPr eaLnBrk="1" hangingPunct="1">
              <a:defRPr/>
            </a:pPr>
            <a:r>
              <a:rPr lang="zh-CN" altLang="en-US" dirty="0"/>
              <a:t>八进制整数</a:t>
            </a:r>
            <a:endParaRPr lang="en-US" altLang="zh-CN" dirty="0"/>
          </a:p>
          <a:p>
            <a:pPr lvl="1" eaLnBrk="1" hangingPunct="1">
              <a:defRPr/>
            </a:pPr>
            <a:r>
              <a:rPr lang="zh-CN" altLang="en-US" sz="2400" dirty="0"/>
              <a:t> </a:t>
            </a:r>
            <a:r>
              <a:rPr lang="en-US" altLang="en-US" sz="2400" dirty="0">
                <a:ea typeface="宋体" panose="02010600030101010101" pitchFamily="2" charset="-122"/>
              </a:rPr>
              <a:t>[</a:t>
            </a:r>
            <a:r>
              <a:rPr lang="en-US" altLang="zh-CN" sz="2400" dirty="0"/>
              <a:t>±</a:t>
            </a:r>
            <a:r>
              <a:rPr lang="en-US" altLang="en-US" sz="2400" dirty="0">
                <a:ea typeface="宋体" panose="02010600030101010101" pitchFamily="2" charset="-122"/>
              </a:rPr>
              <a:t>]</a:t>
            </a:r>
            <a:r>
              <a:rPr lang="zh-CN" altLang="en-US" sz="2400" dirty="0"/>
              <a:t>前导</a:t>
            </a:r>
            <a:r>
              <a:rPr lang="en-US" altLang="en-US" sz="2400" dirty="0">
                <a:latin typeface="+mn-ea"/>
              </a:rPr>
              <a:t>0</a:t>
            </a:r>
            <a:r>
              <a:rPr lang="en-US" altLang="zh-CN" sz="2400" dirty="0"/>
              <a:t>+</a:t>
            </a:r>
            <a:r>
              <a:rPr lang="zh-CN" altLang="en-US" sz="2400" dirty="0"/>
              <a:t>若干个</a:t>
            </a:r>
            <a:r>
              <a:rPr lang="en-US" altLang="en-US" sz="2400" dirty="0">
                <a:latin typeface="+mn-ea"/>
              </a:rPr>
              <a:t>0~7</a:t>
            </a:r>
            <a:r>
              <a:rPr lang="zh-CN" altLang="en-US" sz="2400" dirty="0"/>
              <a:t>的数字</a:t>
            </a:r>
            <a:endParaRPr lang="en-US" altLang="zh-CN" sz="2400" dirty="0"/>
          </a:p>
          <a:p>
            <a:pPr eaLnBrk="1" hangingPunct="1">
              <a:defRPr/>
            </a:pPr>
            <a:r>
              <a:rPr lang="zh-CN" altLang="en-US" dirty="0"/>
              <a:t>十六进制整数</a:t>
            </a:r>
            <a:endParaRPr lang="en-US" altLang="zh-CN" dirty="0"/>
          </a:p>
          <a:p>
            <a:pPr lvl="1" eaLnBrk="1" hangingPunct="1">
              <a:defRPr/>
            </a:pPr>
            <a:r>
              <a:rPr lang="en-US" altLang="en-US" sz="2400" dirty="0">
                <a:ea typeface="宋体" panose="02010600030101010101" pitchFamily="2" charset="-122"/>
              </a:rPr>
              <a:t>[</a:t>
            </a:r>
            <a:r>
              <a:rPr lang="en-US" altLang="zh-CN" sz="2400" dirty="0"/>
              <a:t>±</a:t>
            </a:r>
            <a:r>
              <a:rPr lang="en-US" altLang="en-US" sz="2400" dirty="0">
                <a:ea typeface="宋体" panose="02010600030101010101" pitchFamily="2" charset="-122"/>
              </a:rPr>
              <a:t>]</a:t>
            </a:r>
            <a:r>
              <a:rPr lang="en-US" altLang="en-US" sz="2400" dirty="0">
                <a:latin typeface="+mn-ea"/>
              </a:rPr>
              <a:t>0</a:t>
            </a:r>
            <a:r>
              <a:rPr lang="en-US" altLang="en-US" sz="2400" dirty="0">
                <a:ea typeface="宋体" panose="02010600030101010101" pitchFamily="2" charset="-122"/>
              </a:rPr>
              <a:t>x</a:t>
            </a:r>
            <a:r>
              <a:rPr lang="zh-CN" altLang="en-US" sz="2400" dirty="0"/>
              <a:t>若干个</a:t>
            </a:r>
            <a:r>
              <a:rPr lang="en-US" altLang="en-US" sz="2400" dirty="0">
                <a:latin typeface="+mn-ea"/>
              </a:rPr>
              <a:t>0~9</a:t>
            </a:r>
            <a:r>
              <a:rPr lang="zh-CN" altLang="en-US" sz="2400" dirty="0"/>
              <a:t>的数字及</a:t>
            </a:r>
            <a:r>
              <a:rPr lang="en-US" altLang="en-US" sz="2400" dirty="0">
                <a:ea typeface="宋体" panose="02010600030101010101" pitchFamily="2" charset="-122"/>
              </a:rPr>
              <a:t>A~F</a:t>
            </a:r>
            <a:r>
              <a:rPr lang="zh-CN" altLang="en-US" sz="2400" dirty="0"/>
              <a:t>的字母（大小写均可），注意数字部分要以</a:t>
            </a:r>
            <a:r>
              <a:rPr lang="en-US" altLang="zh-CN" sz="2400" dirty="0"/>
              <a:t>0x</a:t>
            </a:r>
            <a:r>
              <a:rPr lang="zh-CN" altLang="en-US" sz="2400" dirty="0"/>
              <a:t>开头</a:t>
            </a:r>
            <a:endParaRPr lang="zh-CN" altLang="en-US" dirty="0"/>
          </a:p>
          <a:p>
            <a:pPr>
              <a:defRPr/>
            </a:pPr>
            <a:r>
              <a:rPr lang="zh-CN" altLang="en-US" dirty="0"/>
              <a:t>后缀</a:t>
            </a:r>
            <a:endParaRPr lang="en-US" altLang="zh-CN" dirty="0"/>
          </a:p>
          <a:p>
            <a:pPr lvl="1">
              <a:defRPr/>
            </a:pPr>
            <a:r>
              <a:rPr lang="zh-CN" altLang="en-US" sz="2400" dirty="0"/>
              <a:t>后缀</a:t>
            </a:r>
            <a:r>
              <a:rPr lang="en-US" altLang="zh-CN" sz="2400" dirty="0"/>
              <a:t>L</a:t>
            </a:r>
            <a:r>
              <a:rPr lang="zh-CN" altLang="en-US" sz="2400" dirty="0"/>
              <a:t>（或</a:t>
            </a:r>
            <a:r>
              <a:rPr lang="en-US" altLang="zh-CN" sz="2400" dirty="0"/>
              <a:t>l</a:t>
            </a:r>
            <a:r>
              <a:rPr lang="zh-CN" altLang="en-US" sz="2400" dirty="0"/>
              <a:t>）表示类型至少是</a:t>
            </a:r>
            <a:r>
              <a:rPr lang="en-US" altLang="zh-CN" sz="2400" dirty="0"/>
              <a:t>long</a:t>
            </a:r>
            <a:r>
              <a:rPr lang="zh-CN" altLang="en-US" sz="2400" dirty="0"/>
              <a:t>，后缀</a:t>
            </a:r>
            <a:r>
              <a:rPr lang="en-US" altLang="zh-CN" sz="2400" dirty="0"/>
              <a:t>LL</a:t>
            </a:r>
            <a:r>
              <a:rPr lang="zh-CN" altLang="en-US" sz="2400" dirty="0"/>
              <a:t>（或</a:t>
            </a:r>
            <a:r>
              <a:rPr lang="en-US" altLang="zh-CN" sz="2400" dirty="0" err="1"/>
              <a:t>ll</a:t>
            </a:r>
            <a:r>
              <a:rPr lang="zh-CN" altLang="en-US" sz="2400" dirty="0"/>
              <a:t>）表示类型是</a:t>
            </a:r>
            <a:r>
              <a:rPr lang="en-US" altLang="zh-CN" sz="2400" dirty="0"/>
              <a:t>long </a:t>
            </a:r>
            <a:r>
              <a:rPr lang="en-US" altLang="zh-CN" sz="2400" dirty="0" err="1"/>
              <a:t>long</a:t>
            </a:r>
            <a:r>
              <a:rPr lang="zh-CN" altLang="en-US" sz="2400" dirty="0"/>
              <a:t>；</a:t>
            </a:r>
            <a:r>
              <a:rPr lang="en-US" altLang="zh-CN" sz="2400" dirty="0"/>
              <a:t>U</a:t>
            </a:r>
            <a:r>
              <a:rPr lang="zh-CN" altLang="en-US" sz="2400" dirty="0"/>
              <a:t>（或</a:t>
            </a:r>
            <a:r>
              <a:rPr lang="en-US" altLang="zh-CN" sz="2400" dirty="0"/>
              <a:t>u</a:t>
            </a:r>
            <a:r>
              <a:rPr lang="zh-CN" altLang="en-US" sz="2400" dirty="0"/>
              <a:t>）表示无符号型。也可同时后缀</a:t>
            </a:r>
            <a:r>
              <a:rPr lang="en-US" altLang="zh-CN" sz="2400" dirty="0"/>
              <a:t>L</a:t>
            </a:r>
            <a:r>
              <a:rPr lang="zh-CN" altLang="en-US" sz="2400" dirty="0"/>
              <a:t>和</a:t>
            </a:r>
            <a:r>
              <a:rPr lang="en-US" altLang="zh-CN" sz="2400" dirty="0"/>
              <a:t>U</a:t>
            </a:r>
            <a:r>
              <a:rPr lang="zh-CN" altLang="en-US" sz="2400" dirty="0"/>
              <a:t>（大小写无关）</a:t>
            </a:r>
            <a:r>
              <a:rPr lang="zh-CN" altLang="en-US" dirty="0"/>
              <a:t>。</a:t>
            </a:r>
          </a:p>
        </p:txBody>
      </p:sp>
      <p:sp>
        <p:nvSpPr>
          <p:cNvPr id="38916" name="灯片编号占位符 3">
            <a:extLst>
              <a:ext uri="{FF2B5EF4-FFF2-40B4-BE49-F238E27FC236}">
                <a16:creationId xmlns:a16="http://schemas.microsoft.com/office/drawing/2014/main" id="{A570D131-C198-7F6B-E035-0B8A6D80A70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831E9C2-B1D6-491C-95C0-244253E3068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40B4FFF-EAA5-8D83-C511-5D80AD161A0D}"/>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zh-CN" altLang="en-US" sz="2800" dirty="0">
                <a:solidFill>
                  <a:schemeClr val="bg1"/>
                </a:solidFill>
              </a:rPr>
              <a:t>表达式 </a:t>
            </a:r>
            <a:r>
              <a:rPr kumimoji="0" lang="en-US" altLang="zh-CN" sz="2800" dirty="0">
                <a:solidFill>
                  <a:schemeClr val="bg1"/>
                </a:solidFill>
              </a:rPr>
              <a:t>—— 2.2.2 </a:t>
            </a:r>
            <a:r>
              <a:rPr kumimoji="0" lang="zh-CN" altLang="en-US" sz="2800" dirty="0">
                <a:solidFill>
                  <a:schemeClr val="bg1"/>
                </a:solidFill>
              </a:rPr>
              <a:t>常量</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276B3C2D-FAEA-20FD-EB2D-76102D1CA591}"/>
              </a:ext>
            </a:extLst>
          </p:cNvPr>
          <p:cNvSpPr>
            <a:spLocks noGrp="1"/>
          </p:cNvSpPr>
          <p:nvPr>
            <p:ph type="title"/>
          </p:nvPr>
        </p:nvSpPr>
        <p:spPr/>
        <p:txBody>
          <a:bodyPr/>
          <a:lstStyle/>
          <a:p>
            <a:r>
              <a:rPr lang="zh-CN" altLang="en-US"/>
              <a:t>浮点数常量</a:t>
            </a:r>
          </a:p>
        </p:txBody>
      </p:sp>
      <p:sp>
        <p:nvSpPr>
          <p:cNvPr id="39939" name="内容占位符 2">
            <a:extLst>
              <a:ext uri="{FF2B5EF4-FFF2-40B4-BE49-F238E27FC236}">
                <a16:creationId xmlns:a16="http://schemas.microsoft.com/office/drawing/2014/main" id="{4777C455-5EFA-867F-9E56-82DF417ACA73}"/>
              </a:ext>
            </a:extLst>
          </p:cNvPr>
          <p:cNvSpPr>
            <a:spLocks noGrp="1"/>
          </p:cNvSpPr>
          <p:nvPr>
            <p:ph idx="1"/>
          </p:nvPr>
        </p:nvSpPr>
        <p:spPr>
          <a:xfrm>
            <a:off x="457200" y="1509713"/>
            <a:ext cx="8229600" cy="4787900"/>
          </a:xfrm>
        </p:spPr>
        <p:txBody>
          <a:bodyPr/>
          <a:lstStyle/>
          <a:p>
            <a:pPr>
              <a:lnSpc>
                <a:spcPct val="120000"/>
              </a:lnSpc>
            </a:pPr>
            <a:r>
              <a:rPr lang="zh-CN" altLang="en-US"/>
              <a:t>以文字形式出现的实数。</a:t>
            </a:r>
          </a:p>
          <a:p>
            <a:pPr>
              <a:lnSpc>
                <a:spcPct val="120000"/>
              </a:lnSpc>
            </a:pPr>
            <a:r>
              <a:rPr lang="zh-CN" altLang="en-US"/>
              <a:t>一般形式：</a:t>
            </a:r>
            <a:endParaRPr lang="en-US" altLang="zh-CN"/>
          </a:p>
          <a:p>
            <a:pPr lvl="1">
              <a:lnSpc>
                <a:spcPct val="120000"/>
              </a:lnSpc>
            </a:pPr>
            <a:r>
              <a:rPr lang="zh-CN" altLang="en-US"/>
              <a:t>例如，</a:t>
            </a:r>
            <a:r>
              <a:rPr lang="en-US" altLang="zh-CN"/>
              <a:t>12.5</a:t>
            </a:r>
            <a:r>
              <a:rPr lang="zh-CN" altLang="en-US"/>
              <a:t>，</a:t>
            </a:r>
            <a:r>
              <a:rPr lang="en-US" altLang="zh-CN"/>
              <a:t>-12.5</a:t>
            </a:r>
            <a:r>
              <a:rPr lang="zh-CN" altLang="en-US"/>
              <a:t>等。</a:t>
            </a:r>
          </a:p>
          <a:p>
            <a:pPr>
              <a:lnSpc>
                <a:spcPct val="120000"/>
              </a:lnSpc>
            </a:pPr>
            <a:r>
              <a:rPr lang="zh-CN" altLang="en-US"/>
              <a:t>指数形式：</a:t>
            </a:r>
            <a:endParaRPr lang="en-US" altLang="zh-CN"/>
          </a:p>
          <a:p>
            <a:pPr lvl="1">
              <a:lnSpc>
                <a:spcPct val="120000"/>
              </a:lnSpc>
            </a:pPr>
            <a:r>
              <a:rPr lang="zh-CN" altLang="en-US"/>
              <a:t>例如，</a:t>
            </a:r>
            <a:r>
              <a:rPr lang="en-US" altLang="zh-CN"/>
              <a:t>0.345E+2</a:t>
            </a:r>
            <a:r>
              <a:rPr lang="zh-CN" altLang="en-US"/>
              <a:t>，</a:t>
            </a:r>
            <a:r>
              <a:rPr lang="en-US" altLang="zh-CN"/>
              <a:t>-34.4E-3</a:t>
            </a:r>
          </a:p>
          <a:p>
            <a:pPr lvl="1">
              <a:lnSpc>
                <a:spcPct val="120000"/>
              </a:lnSpc>
            </a:pPr>
            <a:r>
              <a:rPr lang="zh-CN" altLang="en-US"/>
              <a:t>字母</a:t>
            </a:r>
            <a:r>
              <a:rPr lang="en-US" altLang="zh-CN"/>
              <a:t>E</a:t>
            </a:r>
            <a:r>
              <a:rPr lang="zh-CN" altLang="en-US"/>
              <a:t>可以大写或小写。</a:t>
            </a:r>
            <a:endParaRPr lang="en-US" altLang="zh-CN"/>
          </a:p>
          <a:p>
            <a:pPr lvl="1">
              <a:lnSpc>
                <a:spcPct val="120000"/>
              </a:lnSpc>
            </a:pPr>
            <a:r>
              <a:rPr lang="zh-CN" altLang="en-US"/>
              <a:t>整数部分和小数部分可以省略其一</a:t>
            </a:r>
          </a:p>
          <a:p>
            <a:pPr>
              <a:lnSpc>
                <a:spcPct val="120000"/>
              </a:lnSpc>
            </a:pPr>
            <a:r>
              <a:rPr lang="zh-CN" altLang="en-US"/>
              <a:t>实数常量默认为</a:t>
            </a:r>
            <a:r>
              <a:rPr lang="en-US" altLang="zh-CN"/>
              <a:t>double</a:t>
            </a:r>
            <a:r>
              <a:rPr lang="zh-CN" altLang="en-US"/>
              <a:t>型，如果后缀</a:t>
            </a:r>
            <a:r>
              <a:rPr lang="en-US" altLang="zh-CN"/>
              <a:t>F</a:t>
            </a:r>
            <a:r>
              <a:rPr lang="zh-CN" altLang="en-US"/>
              <a:t>（或</a:t>
            </a:r>
            <a:r>
              <a:rPr lang="en-US" altLang="zh-CN"/>
              <a:t>f</a:t>
            </a:r>
            <a:r>
              <a:rPr lang="zh-CN" altLang="en-US"/>
              <a:t>）可以使其成为</a:t>
            </a:r>
            <a:r>
              <a:rPr lang="en-US" altLang="zh-CN"/>
              <a:t>float</a:t>
            </a:r>
            <a:r>
              <a:rPr lang="zh-CN" altLang="en-US"/>
              <a:t>型，例如：</a:t>
            </a:r>
            <a:r>
              <a:rPr lang="en-US" altLang="zh-CN"/>
              <a:t>12.3f</a:t>
            </a:r>
            <a:r>
              <a:rPr lang="zh-CN" altLang="en-US"/>
              <a:t>。</a:t>
            </a:r>
          </a:p>
          <a:p>
            <a:endParaRPr lang="zh-CN" altLang="en-US"/>
          </a:p>
        </p:txBody>
      </p:sp>
      <p:sp>
        <p:nvSpPr>
          <p:cNvPr id="39940" name="灯片编号占位符 3">
            <a:extLst>
              <a:ext uri="{FF2B5EF4-FFF2-40B4-BE49-F238E27FC236}">
                <a16:creationId xmlns:a16="http://schemas.microsoft.com/office/drawing/2014/main" id="{21222B76-AEC5-BA67-7090-0E16FD7598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879D0DF-9644-48FF-9352-5731CAC6567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6CF648A-1FBC-83A1-94D2-FCD8D10FA553}"/>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zh-CN" altLang="en-US" sz="2800" dirty="0">
                <a:solidFill>
                  <a:schemeClr val="bg1"/>
                </a:solidFill>
              </a:rPr>
              <a:t>表达式 </a:t>
            </a:r>
            <a:r>
              <a:rPr kumimoji="0" lang="en-US" altLang="zh-CN" sz="2800" dirty="0">
                <a:solidFill>
                  <a:schemeClr val="bg1"/>
                </a:solidFill>
              </a:rPr>
              <a:t>—— 2.2.2 </a:t>
            </a:r>
            <a:r>
              <a:rPr kumimoji="0" lang="zh-CN" altLang="en-US" sz="2800" dirty="0">
                <a:solidFill>
                  <a:schemeClr val="bg1"/>
                </a:solidFill>
              </a:rPr>
              <a:t>常量</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E542113C-AFDA-8634-D446-19A985A67025}"/>
              </a:ext>
            </a:extLst>
          </p:cNvPr>
          <p:cNvSpPr>
            <a:spLocks noGrp="1"/>
          </p:cNvSpPr>
          <p:nvPr>
            <p:ph type="title"/>
          </p:nvPr>
        </p:nvSpPr>
        <p:spPr/>
        <p:txBody>
          <a:bodyPr/>
          <a:lstStyle/>
          <a:p>
            <a:pPr eaLnBrk="1" hangingPunct="1"/>
            <a:r>
              <a:rPr lang="zh-CN" altLang="en-US"/>
              <a:t>字符常量</a:t>
            </a:r>
          </a:p>
        </p:txBody>
      </p:sp>
      <p:sp>
        <p:nvSpPr>
          <p:cNvPr id="40963" name="内容占位符 2">
            <a:extLst>
              <a:ext uri="{FF2B5EF4-FFF2-40B4-BE49-F238E27FC236}">
                <a16:creationId xmlns:a16="http://schemas.microsoft.com/office/drawing/2014/main" id="{64CF77D3-CDFD-FD92-430A-50E53B2889A0}"/>
              </a:ext>
            </a:extLst>
          </p:cNvPr>
          <p:cNvSpPr>
            <a:spLocks noGrp="1"/>
          </p:cNvSpPr>
          <p:nvPr>
            <p:ph idx="1"/>
          </p:nvPr>
        </p:nvSpPr>
        <p:spPr>
          <a:xfrm>
            <a:off x="428625" y="1571625"/>
            <a:ext cx="8229600" cy="4787900"/>
          </a:xfrm>
        </p:spPr>
        <p:txBody>
          <a:bodyPr/>
          <a:lstStyle/>
          <a:p>
            <a:pPr eaLnBrk="1" hangingPunct="1">
              <a:lnSpc>
                <a:spcPct val="95000"/>
              </a:lnSpc>
            </a:pPr>
            <a:r>
              <a:rPr lang="zh-CN" altLang="en-US"/>
              <a:t>字符常量</a:t>
            </a:r>
          </a:p>
          <a:p>
            <a:pPr marL="782638" lvl="1" indent="-325438" eaLnBrk="1" hangingPunct="1">
              <a:lnSpc>
                <a:spcPct val="95000"/>
              </a:lnSpc>
            </a:pPr>
            <a:r>
              <a:rPr lang="zh-CN" altLang="en-US" sz="2400"/>
              <a:t>单引号括起来的一个字符，</a:t>
            </a:r>
            <a:br>
              <a:rPr lang="zh-CN" altLang="en-US" sz="2400"/>
            </a:br>
            <a:r>
              <a:rPr lang="zh-CN" altLang="en-US" sz="2400"/>
              <a:t>如：</a:t>
            </a:r>
            <a:r>
              <a:rPr lang="en-US" altLang="zh-CN" sz="2400"/>
              <a:t>'a', 'D', '?', '$‘</a:t>
            </a:r>
          </a:p>
          <a:p>
            <a:pPr marL="782638" lvl="1" indent="-325438" eaLnBrk="1" hangingPunct="1">
              <a:lnSpc>
                <a:spcPct val="95000"/>
              </a:lnSpc>
            </a:pPr>
            <a:r>
              <a:rPr lang="en-US" altLang="zh-CN" sz="2400"/>
              <a:t>C++</a:t>
            </a:r>
            <a:r>
              <a:rPr lang="zh-CN" altLang="en-US" sz="2400"/>
              <a:t>转义字符列表（用于在程序中表示不可显示字符）</a:t>
            </a:r>
            <a:endParaRPr lang="en-US" altLang="zh-CN" sz="2400"/>
          </a:p>
          <a:p>
            <a:pPr eaLnBrk="1" hangingPunct="1"/>
            <a:endParaRPr lang="zh-CN" altLang="en-US"/>
          </a:p>
        </p:txBody>
      </p:sp>
      <p:sp>
        <p:nvSpPr>
          <p:cNvPr id="40964" name="灯片编号占位符 3">
            <a:extLst>
              <a:ext uri="{FF2B5EF4-FFF2-40B4-BE49-F238E27FC236}">
                <a16:creationId xmlns:a16="http://schemas.microsoft.com/office/drawing/2014/main" id="{D3F1A403-D5EF-00F8-9295-31467D42D39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F59A7C6-3436-49BA-A5BE-4E94EFCECDB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38E03F49-5C15-4073-3E31-44EFACEE7C08}"/>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 </a:t>
            </a:r>
            <a:r>
              <a:rPr kumimoji="0" lang="en-US" altLang="zh-CN" sz="2800" dirty="0">
                <a:solidFill>
                  <a:schemeClr val="bg1"/>
                </a:solidFill>
                <a:latin typeface="+mj-lt"/>
                <a:ea typeface="+mj-ea"/>
                <a:cs typeface="+mj-cs"/>
              </a:rPr>
              <a:t>—— 2.2.2 </a:t>
            </a:r>
            <a:r>
              <a:rPr kumimoji="0" lang="zh-CN" altLang="en-US" sz="2800" dirty="0">
                <a:solidFill>
                  <a:schemeClr val="bg1"/>
                </a:solidFill>
                <a:latin typeface="+mj-lt"/>
                <a:ea typeface="+mj-ea"/>
                <a:cs typeface="+mj-cs"/>
              </a:rPr>
              <a:t>常量</a:t>
            </a:r>
          </a:p>
        </p:txBody>
      </p:sp>
      <p:graphicFrame>
        <p:nvGraphicFramePr>
          <p:cNvPr id="6" name="表格 5">
            <a:extLst>
              <a:ext uri="{FF2B5EF4-FFF2-40B4-BE49-F238E27FC236}">
                <a16:creationId xmlns:a16="http://schemas.microsoft.com/office/drawing/2014/main" id="{7C4D0943-49D7-D560-4A80-BF31280D8453}"/>
              </a:ext>
            </a:extLst>
          </p:cNvPr>
          <p:cNvGraphicFramePr>
            <a:graphicFrameLocks noGrp="1"/>
          </p:cNvGraphicFramePr>
          <p:nvPr/>
        </p:nvGraphicFramePr>
        <p:xfrm>
          <a:off x="1143000" y="3214688"/>
          <a:ext cx="6215064" cy="3400430"/>
        </p:xfrm>
        <a:graphic>
          <a:graphicData uri="http://schemas.openxmlformats.org/drawingml/2006/table">
            <a:tbl>
              <a:tblPr>
                <a:tableStyleId>{5DA37D80-6434-44D0-A028-1B22A696006F}</a:tableStyleId>
              </a:tblPr>
              <a:tblGrid>
                <a:gridCol w="2071688">
                  <a:extLst>
                    <a:ext uri="{9D8B030D-6E8A-4147-A177-3AD203B41FA5}">
                      <a16:colId xmlns:a16="http://schemas.microsoft.com/office/drawing/2014/main" val="20000"/>
                    </a:ext>
                  </a:extLst>
                </a:gridCol>
                <a:gridCol w="2071688">
                  <a:extLst>
                    <a:ext uri="{9D8B030D-6E8A-4147-A177-3AD203B41FA5}">
                      <a16:colId xmlns:a16="http://schemas.microsoft.com/office/drawing/2014/main" val="20001"/>
                    </a:ext>
                  </a:extLst>
                </a:gridCol>
                <a:gridCol w="2071688">
                  <a:extLst>
                    <a:ext uri="{9D8B030D-6E8A-4147-A177-3AD203B41FA5}">
                      <a16:colId xmlns:a16="http://schemas.microsoft.com/office/drawing/2014/main" val="20002"/>
                    </a:ext>
                  </a:extLst>
                </a:gridCol>
              </a:tblGrid>
              <a:tr h="478389">
                <a:tc>
                  <a:txBody>
                    <a:bodyPr/>
                    <a:lstStyle/>
                    <a:p>
                      <a:pPr indent="266700" algn="ctr">
                        <a:lnSpc>
                          <a:spcPts val="1560"/>
                        </a:lnSpc>
                        <a:spcAft>
                          <a:spcPts val="0"/>
                        </a:spcAft>
                      </a:pPr>
                      <a:r>
                        <a:rPr lang="zh-CN" sz="1800" kern="100" dirty="0"/>
                        <a:t>字符常量形式</a:t>
                      </a:r>
                      <a:endParaRPr lang="zh-CN" sz="24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a:t>ASCII</a:t>
                      </a:r>
                      <a:r>
                        <a:rPr lang="zh-CN" sz="1800" kern="100"/>
                        <a:t>码（十六进制）</a:t>
                      </a:r>
                      <a:endParaRPr lang="zh-CN" sz="2400" kern="10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a:t>含义</a:t>
                      </a:r>
                      <a:endParaRPr lang="zh-CN" sz="2400" kern="100">
                        <a:latin typeface="Times New Roman"/>
                        <a:ea typeface="宋体"/>
                        <a:cs typeface="Times New Roman"/>
                      </a:endParaRPr>
                    </a:p>
                  </a:txBody>
                  <a:tcPr marL="68580" marR="68580" marT="71990" marB="0"/>
                </a:tc>
                <a:extLst>
                  <a:ext uri="{0D108BD9-81ED-4DB2-BD59-A6C34878D82A}">
                    <a16:rowId xmlns:a16="http://schemas.microsoft.com/office/drawing/2014/main" val="10000"/>
                  </a:ext>
                </a:extLst>
              </a:tr>
              <a:tr h="292204">
                <a:tc>
                  <a:txBody>
                    <a:bodyPr/>
                    <a:lstStyle/>
                    <a:p>
                      <a:pPr indent="266700" algn="ctr">
                        <a:lnSpc>
                          <a:spcPts val="1560"/>
                        </a:lnSpc>
                        <a:spcAft>
                          <a:spcPts val="0"/>
                        </a:spcAft>
                      </a:pPr>
                      <a:r>
                        <a:rPr lang="en-US" sz="1800" kern="100" dirty="0"/>
                        <a:t>\a</a:t>
                      </a:r>
                      <a:endParaRPr lang="zh-CN" sz="24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a:t>07</a:t>
                      </a:r>
                      <a:endParaRPr lang="zh-CN" sz="2400" kern="10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a:t>响铃</a:t>
                      </a:r>
                      <a:endParaRPr lang="zh-CN" sz="2400" kern="100">
                        <a:latin typeface="Times New Roman"/>
                        <a:ea typeface="宋体"/>
                        <a:cs typeface="Times New Roman"/>
                      </a:endParaRPr>
                    </a:p>
                  </a:txBody>
                  <a:tcPr marL="68580" marR="68580" marT="71990" marB="0"/>
                </a:tc>
                <a:extLst>
                  <a:ext uri="{0D108BD9-81ED-4DB2-BD59-A6C34878D82A}">
                    <a16:rowId xmlns:a16="http://schemas.microsoft.com/office/drawing/2014/main" val="10001"/>
                  </a:ext>
                </a:extLst>
              </a:tr>
              <a:tr h="292204">
                <a:tc>
                  <a:txBody>
                    <a:bodyPr/>
                    <a:lstStyle/>
                    <a:p>
                      <a:pPr indent="266700" algn="ctr">
                        <a:lnSpc>
                          <a:spcPts val="1560"/>
                        </a:lnSpc>
                        <a:spcAft>
                          <a:spcPts val="0"/>
                        </a:spcAft>
                      </a:pPr>
                      <a:r>
                        <a:rPr lang="en-US" sz="1800" kern="100" dirty="0"/>
                        <a:t>\n</a:t>
                      </a:r>
                      <a:endParaRPr lang="zh-CN" sz="24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dirty="0"/>
                        <a:t>0</a:t>
                      </a:r>
                      <a:r>
                        <a:rPr lang="en-US" altLang="zh-CN" sz="1800" kern="100" dirty="0"/>
                        <a:t>A</a:t>
                      </a:r>
                      <a:endParaRPr lang="en-US" sz="18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a:t>换行</a:t>
                      </a:r>
                      <a:endParaRPr lang="zh-CN" sz="2400" kern="100">
                        <a:latin typeface="Times New Roman"/>
                        <a:ea typeface="宋体"/>
                        <a:cs typeface="Times New Roman"/>
                      </a:endParaRPr>
                    </a:p>
                  </a:txBody>
                  <a:tcPr marL="68580" marR="68580" marT="71990" marB="0"/>
                </a:tc>
                <a:extLst>
                  <a:ext uri="{0D108BD9-81ED-4DB2-BD59-A6C34878D82A}">
                    <a16:rowId xmlns:a16="http://schemas.microsoft.com/office/drawing/2014/main" val="10002"/>
                  </a:ext>
                </a:extLst>
              </a:tr>
              <a:tr h="292204">
                <a:tc>
                  <a:txBody>
                    <a:bodyPr/>
                    <a:lstStyle/>
                    <a:p>
                      <a:pPr indent="266700" algn="ctr">
                        <a:lnSpc>
                          <a:spcPts val="1560"/>
                        </a:lnSpc>
                        <a:spcAft>
                          <a:spcPts val="0"/>
                        </a:spcAft>
                      </a:pPr>
                      <a:r>
                        <a:rPr lang="en-US" sz="1800" kern="100" dirty="0"/>
                        <a:t>\t</a:t>
                      </a:r>
                      <a:endParaRPr lang="zh-CN" sz="24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dirty="0"/>
                        <a:t>09</a:t>
                      </a:r>
                      <a:endParaRPr lang="zh-CN" sz="24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a:t>水平制表符</a:t>
                      </a:r>
                      <a:endParaRPr lang="zh-CN" sz="2400" kern="100">
                        <a:latin typeface="Times New Roman"/>
                        <a:ea typeface="宋体"/>
                        <a:cs typeface="Times New Roman"/>
                      </a:endParaRPr>
                    </a:p>
                  </a:txBody>
                  <a:tcPr marL="68580" marR="68580" marT="71990" marB="0"/>
                </a:tc>
                <a:extLst>
                  <a:ext uri="{0D108BD9-81ED-4DB2-BD59-A6C34878D82A}">
                    <a16:rowId xmlns:a16="http://schemas.microsoft.com/office/drawing/2014/main" val="10003"/>
                  </a:ext>
                </a:extLst>
              </a:tr>
              <a:tr h="292204">
                <a:tc>
                  <a:txBody>
                    <a:bodyPr/>
                    <a:lstStyle/>
                    <a:p>
                      <a:pPr indent="266700" algn="ctr">
                        <a:lnSpc>
                          <a:spcPts val="1560"/>
                        </a:lnSpc>
                        <a:spcAft>
                          <a:spcPts val="0"/>
                        </a:spcAft>
                      </a:pPr>
                      <a:r>
                        <a:rPr lang="en-US" sz="1800" kern="100"/>
                        <a:t>\v</a:t>
                      </a:r>
                      <a:endParaRPr lang="zh-CN" sz="2400" kern="10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dirty="0"/>
                        <a:t>0B</a:t>
                      </a:r>
                      <a:endParaRPr lang="zh-CN" sz="24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a:t>垂直制表符</a:t>
                      </a:r>
                      <a:endParaRPr lang="zh-CN" sz="2400" kern="100">
                        <a:latin typeface="Times New Roman"/>
                        <a:ea typeface="宋体"/>
                        <a:cs typeface="Times New Roman"/>
                      </a:endParaRPr>
                    </a:p>
                  </a:txBody>
                  <a:tcPr marL="68580" marR="68580" marT="71990" marB="0"/>
                </a:tc>
                <a:extLst>
                  <a:ext uri="{0D108BD9-81ED-4DB2-BD59-A6C34878D82A}">
                    <a16:rowId xmlns:a16="http://schemas.microsoft.com/office/drawing/2014/main" val="10004"/>
                  </a:ext>
                </a:extLst>
              </a:tr>
              <a:tr h="292204">
                <a:tc>
                  <a:txBody>
                    <a:bodyPr/>
                    <a:lstStyle/>
                    <a:p>
                      <a:pPr indent="266700" algn="ctr">
                        <a:lnSpc>
                          <a:spcPts val="1560"/>
                        </a:lnSpc>
                        <a:spcAft>
                          <a:spcPts val="0"/>
                        </a:spcAft>
                      </a:pPr>
                      <a:r>
                        <a:rPr lang="en-US" sz="1800" kern="100"/>
                        <a:t>\b</a:t>
                      </a:r>
                      <a:endParaRPr lang="zh-CN" sz="2400" kern="10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dirty="0"/>
                        <a:t>08</a:t>
                      </a:r>
                      <a:endParaRPr lang="zh-CN" sz="24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a:t>退格</a:t>
                      </a:r>
                      <a:endParaRPr lang="zh-CN" sz="2400" kern="100">
                        <a:latin typeface="Times New Roman"/>
                        <a:ea typeface="宋体"/>
                        <a:cs typeface="Times New Roman"/>
                      </a:endParaRPr>
                    </a:p>
                  </a:txBody>
                  <a:tcPr marL="68580" marR="68580" marT="71990" marB="0"/>
                </a:tc>
                <a:extLst>
                  <a:ext uri="{0D108BD9-81ED-4DB2-BD59-A6C34878D82A}">
                    <a16:rowId xmlns:a16="http://schemas.microsoft.com/office/drawing/2014/main" val="10005"/>
                  </a:ext>
                </a:extLst>
              </a:tr>
              <a:tr h="292204">
                <a:tc>
                  <a:txBody>
                    <a:bodyPr/>
                    <a:lstStyle/>
                    <a:p>
                      <a:pPr indent="266700" algn="ctr">
                        <a:lnSpc>
                          <a:spcPts val="1560"/>
                        </a:lnSpc>
                        <a:spcAft>
                          <a:spcPts val="0"/>
                        </a:spcAft>
                      </a:pPr>
                      <a:r>
                        <a:rPr lang="en-US" sz="1800" kern="100"/>
                        <a:t>\r</a:t>
                      </a:r>
                      <a:endParaRPr lang="zh-CN" sz="2400" kern="10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dirty="0"/>
                        <a:t>0D</a:t>
                      </a:r>
                      <a:endParaRPr lang="zh-CN" sz="24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dirty="0"/>
                        <a:t>回车</a:t>
                      </a:r>
                      <a:endParaRPr lang="zh-CN" sz="2400" kern="100" dirty="0">
                        <a:latin typeface="Times New Roman"/>
                        <a:ea typeface="宋体"/>
                        <a:cs typeface="Times New Roman"/>
                      </a:endParaRPr>
                    </a:p>
                  </a:txBody>
                  <a:tcPr marL="68580" marR="68580" marT="71990" marB="0"/>
                </a:tc>
                <a:extLst>
                  <a:ext uri="{0D108BD9-81ED-4DB2-BD59-A6C34878D82A}">
                    <a16:rowId xmlns:a16="http://schemas.microsoft.com/office/drawing/2014/main" val="10006"/>
                  </a:ext>
                </a:extLst>
              </a:tr>
              <a:tr h="292204">
                <a:tc>
                  <a:txBody>
                    <a:bodyPr/>
                    <a:lstStyle/>
                    <a:p>
                      <a:pPr indent="266700" algn="ctr">
                        <a:lnSpc>
                          <a:spcPts val="1560"/>
                        </a:lnSpc>
                        <a:spcAft>
                          <a:spcPts val="0"/>
                        </a:spcAft>
                      </a:pPr>
                      <a:r>
                        <a:rPr lang="en-US" sz="1800" kern="100"/>
                        <a:t>\v</a:t>
                      </a:r>
                      <a:endParaRPr lang="zh-CN" sz="2400" kern="10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dirty="0"/>
                        <a:t>0</a:t>
                      </a:r>
                      <a:r>
                        <a:rPr lang="en-US" altLang="zh-CN" sz="1800" kern="100" dirty="0"/>
                        <a:t>C</a:t>
                      </a:r>
                      <a:endParaRPr lang="en-US" sz="18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dirty="0"/>
                        <a:t>换页</a:t>
                      </a:r>
                      <a:endParaRPr lang="zh-CN" sz="2400" kern="100" dirty="0">
                        <a:latin typeface="Times New Roman"/>
                        <a:ea typeface="宋体"/>
                        <a:cs typeface="Times New Roman"/>
                      </a:endParaRPr>
                    </a:p>
                  </a:txBody>
                  <a:tcPr marL="68580" marR="68580" marT="71990" marB="0"/>
                </a:tc>
                <a:extLst>
                  <a:ext uri="{0D108BD9-81ED-4DB2-BD59-A6C34878D82A}">
                    <a16:rowId xmlns:a16="http://schemas.microsoft.com/office/drawing/2014/main" val="10007"/>
                  </a:ext>
                </a:extLst>
              </a:tr>
              <a:tr h="292204">
                <a:tc>
                  <a:txBody>
                    <a:bodyPr/>
                    <a:lstStyle/>
                    <a:p>
                      <a:pPr indent="266700" algn="ctr">
                        <a:lnSpc>
                          <a:spcPts val="1560"/>
                        </a:lnSpc>
                        <a:spcAft>
                          <a:spcPts val="0"/>
                        </a:spcAft>
                      </a:pPr>
                      <a:r>
                        <a:rPr lang="en-US" sz="1800" kern="100"/>
                        <a:t>\\</a:t>
                      </a:r>
                      <a:endParaRPr lang="zh-CN" sz="2400" kern="10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dirty="0"/>
                        <a:t>5</a:t>
                      </a:r>
                      <a:r>
                        <a:rPr lang="en-US" altLang="zh-CN" sz="1800" kern="100" dirty="0"/>
                        <a:t>C</a:t>
                      </a:r>
                      <a:endParaRPr lang="en-US" sz="18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dirty="0"/>
                        <a:t>字符“</a:t>
                      </a:r>
                      <a:r>
                        <a:rPr lang="en-US" sz="1800" kern="100" dirty="0"/>
                        <a:t>\</a:t>
                      </a:r>
                      <a:r>
                        <a:rPr lang="zh-CN" sz="1800" kern="100" dirty="0"/>
                        <a:t>”</a:t>
                      </a:r>
                      <a:endParaRPr lang="zh-CN" sz="2400" kern="100" dirty="0">
                        <a:latin typeface="Times New Roman"/>
                        <a:ea typeface="宋体"/>
                        <a:cs typeface="Times New Roman"/>
                      </a:endParaRPr>
                    </a:p>
                  </a:txBody>
                  <a:tcPr marL="68580" marR="68580" marT="71990" marB="0"/>
                </a:tc>
                <a:extLst>
                  <a:ext uri="{0D108BD9-81ED-4DB2-BD59-A6C34878D82A}">
                    <a16:rowId xmlns:a16="http://schemas.microsoft.com/office/drawing/2014/main" val="10008"/>
                  </a:ext>
                </a:extLst>
              </a:tr>
              <a:tr h="292204">
                <a:tc>
                  <a:txBody>
                    <a:bodyPr/>
                    <a:lstStyle/>
                    <a:p>
                      <a:pPr indent="266700" algn="ctr">
                        <a:lnSpc>
                          <a:spcPts val="1560"/>
                        </a:lnSpc>
                        <a:spcAft>
                          <a:spcPts val="0"/>
                        </a:spcAft>
                      </a:pPr>
                      <a:r>
                        <a:rPr lang="en-US" sz="1800" kern="100"/>
                        <a:t>\”</a:t>
                      </a:r>
                      <a:endParaRPr lang="zh-CN" sz="2400" kern="10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dirty="0"/>
                        <a:t>22</a:t>
                      </a:r>
                      <a:endParaRPr lang="zh-CN" sz="24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dirty="0"/>
                        <a:t>双引号</a:t>
                      </a:r>
                      <a:endParaRPr lang="zh-CN" sz="2400" kern="100" dirty="0">
                        <a:latin typeface="Times New Roman"/>
                        <a:ea typeface="宋体"/>
                        <a:cs typeface="Times New Roman"/>
                      </a:endParaRPr>
                    </a:p>
                  </a:txBody>
                  <a:tcPr marL="68580" marR="68580" marT="71990" marB="0"/>
                </a:tc>
                <a:extLst>
                  <a:ext uri="{0D108BD9-81ED-4DB2-BD59-A6C34878D82A}">
                    <a16:rowId xmlns:a16="http://schemas.microsoft.com/office/drawing/2014/main" val="10009"/>
                  </a:ext>
                </a:extLst>
              </a:tr>
              <a:tr h="292204">
                <a:tc>
                  <a:txBody>
                    <a:bodyPr/>
                    <a:lstStyle/>
                    <a:p>
                      <a:pPr indent="266700" algn="ctr">
                        <a:lnSpc>
                          <a:spcPts val="1560"/>
                        </a:lnSpc>
                        <a:spcAft>
                          <a:spcPts val="0"/>
                        </a:spcAft>
                      </a:pPr>
                      <a:r>
                        <a:rPr lang="en-US" sz="1800" kern="100" dirty="0"/>
                        <a:t>\’</a:t>
                      </a:r>
                      <a:endParaRPr lang="zh-CN" sz="2400" kern="100" dirty="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en-US" sz="1800" kern="100"/>
                        <a:t>27</a:t>
                      </a:r>
                      <a:endParaRPr lang="zh-CN" sz="2400" kern="100">
                        <a:latin typeface="Times New Roman"/>
                        <a:ea typeface="宋体"/>
                        <a:cs typeface="Times New Roman"/>
                      </a:endParaRPr>
                    </a:p>
                  </a:txBody>
                  <a:tcPr marL="68580" marR="68580" marT="71990" marB="0"/>
                </a:tc>
                <a:tc>
                  <a:txBody>
                    <a:bodyPr/>
                    <a:lstStyle/>
                    <a:p>
                      <a:pPr indent="266700" algn="ctr">
                        <a:lnSpc>
                          <a:spcPts val="1560"/>
                        </a:lnSpc>
                        <a:spcAft>
                          <a:spcPts val="0"/>
                        </a:spcAft>
                      </a:pPr>
                      <a:r>
                        <a:rPr lang="zh-CN" sz="1800" kern="100" dirty="0"/>
                        <a:t>单引号</a:t>
                      </a:r>
                      <a:endParaRPr lang="zh-CN" sz="2400" kern="100" dirty="0">
                        <a:latin typeface="Times New Roman"/>
                        <a:ea typeface="宋体"/>
                        <a:cs typeface="Times New Roman"/>
                      </a:endParaRPr>
                    </a:p>
                  </a:txBody>
                  <a:tcPr marL="68580" marR="68580" marT="71990" marB="0"/>
                </a:tc>
                <a:extLst>
                  <a:ext uri="{0D108BD9-81ED-4DB2-BD59-A6C34878D82A}">
                    <a16:rowId xmlns:a16="http://schemas.microsoft.com/office/drawing/2014/main" val="10010"/>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9C3E4BFA-D881-30CD-31F5-15D28A42AE9A}"/>
              </a:ext>
            </a:extLst>
          </p:cNvPr>
          <p:cNvSpPr>
            <a:spLocks noGrp="1"/>
          </p:cNvSpPr>
          <p:nvPr>
            <p:ph type="title"/>
          </p:nvPr>
        </p:nvSpPr>
        <p:spPr/>
        <p:txBody>
          <a:bodyPr/>
          <a:lstStyle/>
          <a:p>
            <a:pPr eaLnBrk="1" hangingPunct="1"/>
            <a:r>
              <a:rPr lang="en-US" altLang="zh-CN"/>
              <a:t>2.2.3 </a:t>
            </a:r>
            <a:r>
              <a:rPr lang="zh-CN" altLang="en-US"/>
              <a:t>变量</a:t>
            </a:r>
          </a:p>
        </p:txBody>
      </p:sp>
      <p:sp>
        <p:nvSpPr>
          <p:cNvPr id="3" name="内容占位符 2">
            <a:extLst>
              <a:ext uri="{FF2B5EF4-FFF2-40B4-BE49-F238E27FC236}">
                <a16:creationId xmlns:a16="http://schemas.microsoft.com/office/drawing/2014/main" id="{CA10BEE9-017B-9F3D-C18C-B18C25FFB580}"/>
              </a:ext>
            </a:extLst>
          </p:cNvPr>
          <p:cNvSpPr>
            <a:spLocks noGrp="1"/>
          </p:cNvSpPr>
          <p:nvPr>
            <p:ph idx="1"/>
          </p:nvPr>
        </p:nvSpPr>
        <p:spPr>
          <a:xfrm>
            <a:off x="138113" y="1484313"/>
            <a:ext cx="8867775" cy="5026025"/>
          </a:xfrm>
        </p:spPr>
        <p:txBody>
          <a:bodyPr>
            <a:noAutofit/>
          </a:bodyPr>
          <a:lstStyle/>
          <a:p>
            <a:pPr marL="274628" indent="-185117" eaLnBrk="1" fontAlgn="auto" hangingPunct="1">
              <a:lnSpc>
                <a:spcPct val="130000"/>
              </a:lnSpc>
              <a:spcAft>
                <a:spcPts val="0"/>
              </a:spcAft>
              <a:buFont typeface="Georgia"/>
              <a:buChar char="▫"/>
              <a:defRPr/>
            </a:pPr>
            <a:r>
              <a:rPr lang="zh-CN" altLang="en-US" sz="2400" dirty="0">
                <a:latin typeface="微软雅黑" pitchFamily="34" charset="-122"/>
                <a:ea typeface="微软雅黑" pitchFamily="34" charset="-122"/>
              </a:rPr>
              <a:t>变量定义：</a:t>
            </a:r>
            <a:endParaRPr lang="en-US" altLang="zh-CN" sz="2400" dirty="0">
              <a:latin typeface="微软雅黑" pitchFamily="34" charset="-122"/>
              <a:ea typeface="微软雅黑" pitchFamily="34" charset="-122"/>
            </a:endParaRPr>
          </a:p>
          <a:p>
            <a:pPr marL="493692" lvl="1" indent="-164548" eaLnBrk="1" fontAlgn="auto" hangingPunct="1">
              <a:lnSpc>
                <a:spcPct val="130000"/>
              </a:lnSpc>
              <a:spcAft>
                <a:spcPts val="0"/>
              </a:spcAft>
              <a:buFont typeface="Wingdings 2"/>
              <a:buChar char=""/>
              <a:defRPr/>
            </a:pPr>
            <a:r>
              <a:rPr lang="zh-CN" altLang="en-US" sz="2000" dirty="0">
                <a:solidFill>
                  <a:schemeClr val="accent6"/>
                </a:solidFill>
                <a:latin typeface="微软雅黑" pitchFamily="34" charset="-122"/>
                <a:ea typeface="微软雅黑" pitchFamily="34" charset="-122"/>
              </a:rPr>
              <a:t>数据类型</a:t>
            </a:r>
            <a:r>
              <a:rPr lang="en-US" altLang="zh-CN" sz="2000" dirty="0">
                <a:solidFill>
                  <a:schemeClr val="accent6"/>
                </a:solidFill>
                <a:latin typeface="微软雅黑" pitchFamily="34" charset="-122"/>
                <a:ea typeface="微软雅黑" pitchFamily="34" charset="-122"/>
              </a:rPr>
              <a:t>    </a:t>
            </a:r>
            <a:r>
              <a:rPr lang="zh-CN" altLang="en-US" sz="2000" dirty="0">
                <a:solidFill>
                  <a:schemeClr val="accent6"/>
                </a:solidFill>
                <a:latin typeface="微软雅黑" pitchFamily="34" charset="-122"/>
                <a:ea typeface="微软雅黑" pitchFamily="34" charset="-122"/>
              </a:rPr>
              <a:t>变量名</a:t>
            </a:r>
            <a:r>
              <a:rPr lang="en-US" altLang="zh-CN" sz="2000" dirty="0">
                <a:solidFill>
                  <a:schemeClr val="accent6"/>
                </a:solidFill>
                <a:latin typeface="微软雅黑" pitchFamily="34" charset="-122"/>
                <a:ea typeface="微软雅黑" pitchFamily="34" charset="-122"/>
              </a:rPr>
              <a:t>1, </a:t>
            </a:r>
            <a:r>
              <a:rPr lang="zh-CN" altLang="en-US" sz="2000" dirty="0">
                <a:solidFill>
                  <a:schemeClr val="accent6"/>
                </a:solidFill>
                <a:latin typeface="微软雅黑" pitchFamily="34" charset="-122"/>
                <a:ea typeface="微软雅黑" pitchFamily="34" charset="-122"/>
              </a:rPr>
              <a:t>变量名</a:t>
            </a:r>
            <a:r>
              <a:rPr lang="en-US" altLang="zh-CN" sz="2000" dirty="0">
                <a:solidFill>
                  <a:schemeClr val="accent6"/>
                </a:solidFill>
                <a:latin typeface="微软雅黑" pitchFamily="34" charset="-122"/>
                <a:ea typeface="微软雅黑" pitchFamily="34" charset="-122"/>
              </a:rPr>
              <a:t>2, ..., </a:t>
            </a:r>
            <a:r>
              <a:rPr lang="zh-CN" altLang="en-US" sz="2000" dirty="0">
                <a:solidFill>
                  <a:schemeClr val="accent6"/>
                </a:solidFill>
                <a:latin typeface="微软雅黑" pitchFamily="34" charset="-122"/>
                <a:ea typeface="微软雅黑" pitchFamily="34" charset="-122"/>
              </a:rPr>
              <a:t>变量名</a:t>
            </a:r>
            <a:r>
              <a:rPr lang="en-US" altLang="zh-CN" sz="2000" dirty="0">
                <a:solidFill>
                  <a:schemeClr val="accent6"/>
                </a:solidFill>
                <a:latin typeface="微软雅黑" pitchFamily="34" charset="-122"/>
                <a:ea typeface="微软雅黑" pitchFamily="34" charset="-122"/>
              </a:rPr>
              <a:t>n;</a:t>
            </a:r>
          </a:p>
          <a:p>
            <a:pPr marL="274628" indent="-185117" eaLnBrk="1" fontAlgn="auto" hangingPunct="1">
              <a:lnSpc>
                <a:spcPct val="130000"/>
              </a:lnSpc>
              <a:spcAft>
                <a:spcPts val="0"/>
              </a:spcAft>
              <a:buFont typeface="Georgia"/>
              <a:buChar char="▫"/>
              <a:defRPr/>
            </a:pPr>
            <a:r>
              <a:rPr lang="zh-CN" altLang="en-US" sz="2400" dirty="0">
                <a:latin typeface="微软雅黑" pitchFamily="34" charset="-122"/>
                <a:ea typeface="微软雅黑" pitchFamily="34" charset="-122"/>
              </a:rPr>
              <a:t>在定义一个变量的同时，也可以对它初始化。</a:t>
            </a:r>
            <a:r>
              <a:rPr lang="en-US" altLang="zh-CN" sz="2400" dirty="0">
                <a:latin typeface="微软雅黑" pitchFamily="34" charset="-122"/>
                <a:ea typeface="微软雅黑" pitchFamily="34" charset="-122"/>
              </a:rPr>
              <a:t>C++</a:t>
            </a:r>
            <a:r>
              <a:rPr lang="zh-CN" altLang="en-US" sz="2400" dirty="0">
                <a:latin typeface="微软雅黑" pitchFamily="34" charset="-122"/>
                <a:ea typeface="微软雅黑" pitchFamily="34" charset="-122"/>
              </a:rPr>
              <a:t>语言中提供了多种初始化方式，例如：</a:t>
            </a:r>
          </a:p>
          <a:p>
            <a:pPr marL="493644" lvl="1" indent="-185117" eaLnBrk="1" fontAlgn="auto" hangingPunct="1">
              <a:lnSpc>
                <a:spcPct val="130000"/>
              </a:lnSpc>
              <a:spcAft>
                <a:spcPts val="0"/>
              </a:spcAft>
              <a:buFont typeface="Georgia"/>
              <a:buChar char="▫"/>
              <a:defRPr/>
            </a:pPr>
            <a:r>
              <a:rPr lang="en-US" altLang="zh-CN" sz="2000" dirty="0">
                <a:latin typeface="微软雅黑" pitchFamily="34" charset="-122"/>
                <a:ea typeface="微软雅黑" pitchFamily="34" charset="-122"/>
              </a:rPr>
              <a:t>int a = 0;</a:t>
            </a:r>
          </a:p>
          <a:p>
            <a:pPr marL="493644" lvl="1" indent="-185117" eaLnBrk="1" fontAlgn="auto" hangingPunct="1">
              <a:lnSpc>
                <a:spcPct val="130000"/>
              </a:lnSpc>
              <a:spcAft>
                <a:spcPts val="0"/>
              </a:spcAft>
              <a:buFont typeface="Georgia"/>
              <a:buChar char="▫"/>
              <a:defRPr/>
            </a:pPr>
            <a:r>
              <a:rPr lang="en-US" altLang="zh-CN" sz="2000" dirty="0">
                <a:latin typeface="微软雅黑" pitchFamily="34" charset="-122"/>
                <a:ea typeface="微软雅黑" pitchFamily="34" charset="-122"/>
              </a:rPr>
              <a:t>int a(0);</a:t>
            </a:r>
          </a:p>
          <a:p>
            <a:pPr marL="493644" lvl="1" indent="-185117" eaLnBrk="1" fontAlgn="auto" hangingPunct="1">
              <a:lnSpc>
                <a:spcPct val="130000"/>
              </a:lnSpc>
              <a:spcAft>
                <a:spcPts val="0"/>
              </a:spcAft>
              <a:buFont typeface="Georgia"/>
              <a:buChar char="▫"/>
              <a:defRPr/>
            </a:pPr>
            <a:r>
              <a:rPr lang="en-US" altLang="zh-CN" sz="2000" dirty="0">
                <a:latin typeface="微软雅黑" pitchFamily="34" charset="-122"/>
                <a:ea typeface="微软雅黑" pitchFamily="34" charset="-122"/>
              </a:rPr>
              <a:t>int a = {0};</a:t>
            </a:r>
          </a:p>
          <a:p>
            <a:pPr marL="493644" lvl="1" indent="-185117" eaLnBrk="1" fontAlgn="auto" hangingPunct="1">
              <a:lnSpc>
                <a:spcPct val="130000"/>
              </a:lnSpc>
              <a:spcAft>
                <a:spcPts val="0"/>
              </a:spcAft>
              <a:buFont typeface="Georgia"/>
              <a:buChar char="▫"/>
              <a:defRPr/>
            </a:pPr>
            <a:r>
              <a:rPr lang="en-US" altLang="zh-CN" sz="2000" dirty="0">
                <a:latin typeface="微软雅黑" pitchFamily="34" charset="-122"/>
                <a:ea typeface="微软雅黑" pitchFamily="34" charset="-122"/>
              </a:rPr>
              <a:t>int a{0};</a:t>
            </a:r>
          </a:p>
          <a:p>
            <a:pPr marL="493644" lvl="1" indent="-185117" eaLnBrk="1" fontAlgn="auto" hangingPunct="1">
              <a:lnSpc>
                <a:spcPct val="130000"/>
              </a:lnSpc>
              <a:spcAft>
                <a:spcPts val="0"/>
              </a:spcAft>
              <a:buFont typeface="Georgia"/>
              <a:buChar char="▫"/>
              <a:defRPr/>
            </a:pPr>
            <a:r>
              <a:rPr lang="zh-CN" altLang="en-US" sz="2000" dirty="0">
                <a:latin typeface="微软雅黑" pitchFamily="34" charset="-122"/>
                <a:ea typeface="微软雅黑" pitchFamily="34" charset="-122"/>
              </a:rPr>
              <a:t>其中使用大括号的初始化方式称为列表初始化，列表初始化时不允许信息的丢失。例如用</a:t>
            </a:r>
            <a:r>
              <a:rPr lang="en-US" altLang="zh-CN" sz="2000" dirty="0">
                <a:latin typeface="微软雅黑" pitchFamily="34" charset="-122"/>
                <a:ea typeface="微软雅黑" pitchFamily="34" charset="-122"/>
              </a:rPr>
              <a:t>double</a:t>
            </a:r>
            <a:r>
              <a:rPr lang="zh-CN" altLang="en-US" sz="2000" dirty="0">
                <a:latin typeface="微软雅黑" pitchFamily="34" charset="-122"/>
                <a:ea typeface="微软雅黑" pitchFamily="34" charset="-122"/>
              </a:rPr>
              <a:t>值初始化</a:t>
            </a:r>
            <a:r>
              <a:rPr lang="en-US" altLang="zh-CN" sz="2000" dirty="0">
                <a:latin typeface="微软雅黑" pitchFamily="34" charset="-122"/>
                <a:ea typeface="微软雅黑" pitchFamily="34" charset="-122"/>
              </a:rPr>
              <a:t>int</a:t>
            </a:r>
            <a:r>
              <a:rPr lang="zh-CN" altLang="en-US" sz="2000" dirty="0">
                <a:latin typeface="微软雅黑" pitchFamily="34" charset="-122"/>
                <a:ea typeface="微软雅黑" pitchFamily="34" charset="-122"/>
              </a:rPr>
              <a:t>变量，就会造成数据丢失。</a:t>
            </a:r>
          </a:p>
          <a:p>
            <a:pPr marL="274628" indent="-185117" eaLnBrk="1" fontAlgn="auto" hangingPunct="1">
              <a:lnSpc>
                <a:spcPct val="130000"/>
              </a:lnSpc>
              <a:spcAft>
                <a:spcPts val="0"/>
              </a:spcAft>
              <a:buFont typeface="Georgia"/>
              <a:buChar char="▫"/>
              <a:defRPr/>
            </a:pPr>
            <a:r>
              <a:rPr lang="en-US" altLang="zh-CN" sz="2400" dirty="0">
                <a:latin typeface="微软雅黑" pitchFamily="34" charset="-122"/>
                <a:ea typeface="微软雅黑" pitchFamily="34" charset="-122"/>
              </a:rPr>
              <a:t>C++</a:t>
            </a:r>
            <a:r>
              <a:rPr lang="zh-CN" altLang="en-US" sz="2400" dirty="0">
                <a:latin typeface="微软雅黑" pitchFamily="34" charset="-122"/>
                <a:ea typeface="微软雅黑" pitchFamily="34" charset="-122"/>
              </a:rPr>
              <a:t>基本数据类型没有字符串类型，</a:t>
            </a:r>
            <a:r>
              <a:rPr lang="en-US" altLang="zh-CN" sz="2400" dirty="0">
                <a:latin typeface="微软雅黑" pitchFamily="34" charset="-122"/>
                <a:ea typeface="微软雅黑" pitchFamily="34" charset="-122"/>
              </a:rPr>
              <a:t>C++</a:t>
            </a:r>
            <a:r>
              <a:rPr lang="zh-CN" altLang="en-US" sz="2400" dirty="0">
                <a:latin typeface="微软雅黑" pitchFamily="34" charset="-122"/>
                <a:ea typeface="微软雅黑" pitchFamily="34" charset="-122"/>
              </a:rPr>
              <a:t>标准库中有</a:t>
            </a:r>
            <a:r>
              <a:rPr lang="en-US" altLang="zh-CN" sz="2400" dirty="0">
                <a:latin typeface="微软雅黑" pitchFamily="34" charset="-122"/>
                <a:ea typeface="微软雅黑" pitchFamily="34" charset="-122"/>
              </a:rPr>
              <a:t>string</a:t>
            </a:r>
            <a:r>
              <a:rPr lang="zh-CN" altLang="en-US" sz="2400" dirty="0">
                <a:latin typeface="微软雅黑" pitchFamily="34" charset="-122"/>
                <a:ea typeface="微软雅黑" pitchFamily="34" charset="-122"/>
              </a:rPr>
              <a:t>类。</a:t>
            </a:r>
            <a:endParaRPr lang="en-US" altLang="zh-CN" sz="2400" dirty="0">
              <a:latin typeface="微软雅黑" pitchFamily="34" charset="-122"/>
              <a:ea typeface="微软雅黑" pitchFamily="34" charset="-122"/>
            </a:endParaRPr>
          </a:p>
          <a:p>
            <a:pPr marL="658368" lvl="1" indent="-246888" eaLnBrk="1" fontAlgn="auto" hangingPunct="1">
              <a:spcAft>
                <a:spcPts val="0"/>
              </a:spcAft>
              <a:buFont typeface="Georgia"/>
              <a:buChar char="▫"/>
              <a:defRPr/>
            </a:pPr>
            <a:endParaRPr lang="zh-CN" altLang="en-US" sz="2800" dirty="0"/>
          </a:p>
        </p:txBody>
      </p:sp>
      <p:sp>
        <p:nvSpPr>
          <p:cNvPr id="43012" name="灯片编号占位符 3">
            <a:extLst>
              <a:ext uri="{FF2B5EF4-FFF2-40B4-BE49-F238E27FC236}">
                <a16:creationId xmlns:a16="http://schemas.microsoft.com/office/drawing/2014/main" id="{BAAA5920-2639-D102-61EB-54CD31EA51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5446DAA-551F-44B9-9FA0-A798F619490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0A06C84-3DFE-6909-19E5-8FBA1E057507}"/>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2EF77DFD-D64C-C853-E413-FA3B8023A24F}"/>
              </a:ext>
            </a:extLst>
          </p:cNvPr>
          <p:cNvSpPr>
            <a:spLocks noGrp="1"/>
          </p:cNvSpPr>
          <p:nvPr>
            <p:ph type="title"/>
          </p:nvPr>
        </p:nvSpPr>
        <p:spPr>
          <a:xfrm>
            <a:off x="457200" y="188913"/>
            <a:ext cx="8229600" cy="1066800"/>
          </a:xfrm>
        </p:spPr>
        <p:txBody>
          <a:bodyPr/>
          <a:lstStyle/>
          <a:p>
            <a:r>
              <a:rPr lang="zh-CN" altLang="en-US"/>
              <a:t>补充</a:t>
            </a:r>
            <a:r>
              <a:rPr lang="en-US" altLang="zh-CN"/>
              <a:t>2-1</a:t>
            </a:r>
            <a:r>
              <a:rPr lang="zh-CN" altLang="en-US"/>
              <a:t>：读入并显示整数</a:t>
            </a:r>
          </a:p>
        </p:txBody>
      </p:sp>
      <p:sp>
        <p:nvSpPr>
          <p:cNvPr id="44035" name="内容占位符 2">
            <a:extLst>
              <a:ext uri="{FF2B5EF4-FFF2-40B4-BE49-F238E27FC236}">
                <a16:creationId xmlns:a16="http://schemas.microsoft.com/office/drawing/2014/main" id="{3E6FE811-F501-AA05-F7E7-88CC7E07FA0B}"/>
              </a:ext>
            </a:extLst>
          </p:cNvPr>
          <p:cNvSpPr>
            <a:spLocks noGrp="1"/>
          </p:cNvSpPr>
          <p:nvPr>
            <p:ph idx="1"/>
          </p:nvPr>
        </p:nvSpPr>
        <p:spPr>
          <a:xfrm>
            <a:off x="457200" y="1125538"/>
            <a:ext cx="8229600" cy="5448300"/>
          </a:xfrm>
        </p:spPr>
        <p:txBody>
          <a:bodyPr/>
          <a:lstStyle/>
          <a:p>
            <a:pPr>
              <a:spcBef>
                <a:spcPct val="0"/>
              </a:spcBef>
            </a:pPr>
            <a:r>
              <a:rPr lang="zh-CN" altLang="en-US"/>
              <a:t>主要知识点：</a:t>
            </a:r>
            <a:endParaRPr lang="en-US" altLang="zh-CN"/>
          </a:p>
          <a:p>
            <a:pPr lvl="1">
              <a:spcBef>
                <a:spcPct val="0"/>
              </a:spcBef>
            </a:pPr>
            <a:r>
              <a:rPr lang="zh-CN" altLang="en-US"/>
              <a:t>常量</a:t>
            </a:r>
          </a:p>
          <a:p>
            <a:pPr lvl="2">
              <a:spcBef>
                <a:spcPct val="0"/>
              </a:spcBef>
            </a:pPr>
            <a:r>
              <a:rPr lang="zh-CN" altLang="en-US"/>
              <a:t>在源程序中直接写明的数据，其值在整个程序运行期间不可改变，这样的数据称为常量。</a:t>
            </a:r>
          </a:p>
          <a:p>
            <a:pPr lvl="1">
              <a:spcBef>
                <a:spcPct val="0"/>
              </a:spcBef>
            </a:pPr>
            <a:r>
              <a:rPr lang="zh-CN" altLang="en-US"/>
              <a:t>变量</a:t>
            </a:r>
          </a:p>
          <a:p>
            <a:pPr lvl="2">
              <a:spcBef>
                <a:spcPct val="0"/>
              </a:spcBef>
            </a:pPr>
            <a:r>
              <a:rPr lang="zh-CN" altLang="en-US"/>
              <a:t>在运行过程中从计算机的外部设备（例如键盘、硬盘）读取的，这些数据的值在程序运行过程中允许改变，这样的数据称为变量</a:t>
            </a:r>
            <a:endParaRPr lang="en-US" altLang="zh-CN"/>
          </a:p>
          <a:p>
            <a:pPr lvl="1">
              <a:spcBef>
                <a:spcPct val="0"/>
              </a:spcBef>
            </a:pPr>
            <a:r>
              <a:rPr lang="zh-CN" altLang="en-US"/>
              <a:t>从键盘输入数据</a:t>
            </a:r>
            <a:endParaRPr lang="en-US" altLang="zh-CN"/>
          </a:p>
          <a:p>
            <a:pPr lvl="2">
              <a:spcBef>
                <a:spcPct val="0"/>
              </a:spcBef>
            </a:pPr>
            <a:r>
              <a:rPr lang="en-US" altLang="zh-CN"/>
              <a:t>iostream</a:t>
            </a:r>
            <a:r>
              <a:rPr lang="zh-CN" altLang="en-US"/>
              <a:t>类的对象</a:t>
            </a:r>
            <a:r>
              <a:rPr lang="en-US" altLang="zh-CN"/>
              <a:t>cin</a:t>
            </a:r>
            <a:r>
              <a:rPr lang="zh-CN" altLang="en-US"/>
              <a:t>的</a:t>
            </a:r>
            <a:r>
              <a:rPr lang="en-US" altLang="zh-CN"/>
              <a:t>&gt;&gt;</a:t>
            </a:r>
            <a:r>
              <a:rPr lang="zh-CN" altLang="en-US"/>
              <a:t>操作，可以从标准输入设备（通常是键盘）读入数据</a:t>
            </a:r>
            <a:endParaRPr lang="en-US" altLang="zh-CN"/>
          </a:p>
          <a:p>
            <a:pPr lvl="1">
              <a:spcBef>
                <a:spcPct val="0"/>
              </a:spcBef>
            </a:pPr>
            <a:r>
              <a:rPr lang="zh-CN" altLang="en-US"/>
              <a:t>数据的存储</a:t>
            </a:r>
            <a:endParaRPr lang="en-US" altLang="zh-CN"/>
          </a:p>
          <a:p>
            <a:pPr lvl="2">
              <a:spcBef>
                <a:spcPct val="0"/>
              </a:spcBef>
            </a:pPr>
            <a:r>
              <a:rPr lang="zh-CN" altLang="en-US"/>
              <a:t>为了存储数据，需要预先为这些数据分配内存空间。</a:t>
            </a:r>
            <a:endParaRPr lang="en-US" altLang="zh-CN"/>
          </a:p>
          <a:p>
            <a:pPr lvl="2">
              <a:spcBef>
                <a:spcPct val="0"/>
              </a:spcBef>
            </a:pPr>
            <a:r>
              <a:rPr lang="zh-CN" altLang="en-US"/>
              <a:t>变量的定义就是在给变量命名的时候分配内存空间。</a:t>
            </a:r>
          </a:p>
        </p:txBody>
      </p:sp>
      <p:sp>
        <p:nvSpPr>
          <p:cNvPr id="44036" name="灯片编号占位符 3">
            <a:extLst>
              <a:ext uri="{FF2B5EF4-FFF2-40B4-BE49-F238E27FC236}">
                <a16:creationId xmlns:a16="http://schemas.microsoft.com/office/drawing/2014/main" id="{4CCA8F36-AB13-F1A0-67BD-BCCF81C714B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766E95D-04C0-4D41-96F2-8222523BCD9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25</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729F669-F5FC-3C39-4CB4-8D357ADCE72D}"/>
              </a:ext>
            </a:extLst>
          </p:cNvPr>
          <p:cNvSpPr>
            <a:spLocks noGrp="1"/>
          </p:cNvSpPr>
          <p:nvPr>
            <p:ph type="title"/>
          </p:nvPr>
        </p:nvSpPr>
        <p:spPr/>
        <p:txBody>
          <a:bodyPr/>
          <a:lstStyle/>
          <a:p>
            <a:pPr eaLnBrk="1" hangingPunct="1"/>
            <a:r>
              <a:rPr lang="zh-CN" altLang="en-US"/>
              <a:t>补充</a:t>
            </a:r>
            <a:r>
              <a:rPr lang="en-US" altLang="zh-CN"/>
              <a:t>2-1</a:t>
            </a:r>
            <a:r>
              <a:rPr lang="zh-CN" altLang="en-US"/>
              <a:t>：读入并显示整数（续）</a:t>
            </a:r>
          </a:p>
        </p:txBody>
      </p:sp>
      <p:sp>
        <p:nvSpPr>
          <p:cNvPr id="12" name="内容占位符 11">
            <a:extLst>
              <a:ext uri="{FF2B5EF4-FFF2-40B4-BE49-F238E27FC236}">
                <a16:creationId xmlns:a16="http://schemas.microsoft.com/office/drawing/2014/main" id="{040618D3-D038-5DB1-C943-33D360A96421}"/>
              </a:ext>
            </a:extLst>
          </p:cNvPr>
          <p:cNvSpPr>
            <a:spLocks noGrp="1"/>
          </p:cNvSpPr>
          <p:nvPr>
            <p:ph idx="1"/>
          </p:nvPr>
        </p:nvSpPr>
        <p:spPr>
          <a:xfrm>
            <a:off x="457200" y="1628775"/>
            <a:ext cx="8229600" cy="4945063"/>
          </a:xfrm>
          <a:solidFill>
            <a:srgbClr val="85FFFF"/>
          </a:solidFill>
        </p:spPr>
        <p:txBody>
          <a:bodyPr>
            <a:normAutofit fontScale="77500" lnSpcReduction="20000"/>
          </a:bodyPr>
          <a:lstStyle/>
          <a:p>
            <a:pPr marL="365760" indent="-256032" eaLnBrk="1" fontAlgn="auto" hangingPunct="1">
              <a:spcAft>
                <a:spcPts val="0"/>
              </a:spcAft>
              <a:buClr>
                <a:schemeClr val="accent3"/>
              </a:buClr>
              <a:buFont typeface="Georgia" panose="02040502050405020303" pitchFamily="18" charset="0"/>
              <a:buNone/>
              <a:defRPr/>
            </a:pPr>
            <a:r>
              <a:rPr lang="en-US" altLang="en-US" dirty="0"/>
              <a:t>#include &lt;iostream&gt;</a:t>
            </a:r>
          </a:p>
          <a:p>
            <a:pPr marL="365760" indent="-256032" eaLnBrk="1" fontAlgn="auto" hangingPunct="1">
              <a:spcAft>
                <a:spcPts val="0"/>
              </a:spcAft>
              <a:buClr>
                <a:schemeClr val="accent3"/>
              </a:buClr>
              <a:buFont typeface="Georgia" panose="02040502050405020303" pitchFamily="18" charset="0"/>
              <a:buNone/>
              <a:defRPr/>
            </a:pPr>
            <a:r>
              <a:rPr lang="en-US" altLang="en-US" dirty="0"/>
              <a:t>using namespace std;</a:t>
            </a:r>
          </a:p>
          <a:p>
            <a:pPr marL="365760" indent="-256032" eaLnBrk="1" fontAlgn="auto" hangingPunct="1">
              <a:spcAft>
                <a:spcPts val="0"/>
              </a:spcAft>
              <a:buClr>
                <a:schemeClr val="accent3"/>
              </a:buClr>
              <a:buFont typeface="Georgia" panose="02040502050405020303" pitchFamily="18" charset="0"/>
              <a:buNone/>
              <a:defRPr/>
            </a:pPr>
            <a:r>
              <a:rPr lang="en-US" altLang="en-US" dirty="0"/>
              <a:t>int main()</a:t>
            </a:r>
          </a:p>
          <a:p>
            <a:pPr marL="365760" indent="-256032" eaLnBrk="1" fontAlgn="auto" hangingPunct="1">
              <a:spcAft>
                <a:spcPts val="0"/>
              </a:spcAft>
              <a:buClr>
                <a:schemeClr val="accent3"/>
              </a:buClr>
              <a:buFont typeface="Georgia" panose="02040502050405020303" pitchFamily="18" charset="0"/>
              <a:buNone/>
              <a:defRPr/>
            </a:pPr>
            <a:r>
              <a:rPr lang="en-US" altLang="en-US" dirty="0"/>
              <a:t>{</a:t>
            </a:r>
          </a:p>
          <a:p>
            <a:pPr marL="365760" indent="-256032" eaLnBrk="1" fontAlgn="auto" hangingPunct="1">
              <a:spcAft>
                <a:spcPts val="0"/>
              </a:spcAft>
              <a:buClr>
                <a:schemeClr val="accent3"/>
              </a:buClr>
              <a:buFont typeface="Georgia" panose="02040502050405020303" pitchFamily="18" charset="0"/>
              <a:buNone/>
              <a:defRPr/>
            </a:pPr>
            <a:r>
              <a:rPr lang="en-US" altLang="en-US" dirty="0"/>
              <a:t>     int radius;	</a:t>
            </a:r>
          </a:p>
          <a:p>
            <a:pPr marL="365760" indent="-256032" eaLnBrk="1" fontAlgn="auto" hangingPunct="1">
              <a:spcAft>
                <a:spcPts val="0"/>
              </a:spcAft>
              <a:buClr>
                <a:schemeClr val="accent3"/>
              </a:buClr>
              <a:buFont typeface="Georgia" panose="02040502050405020303" pitchFamily="18" charset="0"/>
              <a:buNone/>
              <a:defRPr/>
            </a:pPr>
            <a:r>
              <a:rPr lang="en-US" altLang="en-US" dirty="0"/>
              <a:t>     cout&lt;&lt;"Please enter the radius!\n";</a:t>
            </a:r>
          </a:p>
          <a:p>
            <a:pPr marL="365760" indent="-256032" eaLnBrk="1" fontAlgn="auto" hangingPunct="1">
              <a:spcAft>
                <a:spcPts val="0"/>
              </a:spcAft>
              <a:buClr>
                <a:schemeClr val="accent3"/>
              </a:buClr>
              <a:buFont typeface="Georgia" panose="02040502050405020303" pitchFamily="18" charset="0"/>
              <a:buNone/>
              <a:defRPr/>
            </a:pPr>
            <a:r>
              <a:rPr lang="en-US" altLang="en-US" dirty="0"/>
              <a:t>     cin&gt;&gt;radius;	</a:t>
            </a:r>
          </a:p>
          <a:p>
            <a:pPr marL="365760" indent="-256032" eaLnBrk="1" fontAlgn="auto" hangingPunct="1">
              <a:spcAft>
                <a:spcPts val="0"/>
              </a:spcAft>
              <a:buClr>
                <a:schemeClr val="accent3"/>
              </a:buClr>
              <a:buFont typeface="Georgia" panose="02040502050405020303" pitchFamily="18" charset="0"/>
              <a:buNone/>
              <a:defRPr/>
            </a:pPr>
            <a:r>
              <a:rPr lang="en-US" altLang="en-US" dirty="0"/>
              <a:t>     cout&lt;&lt;"The radius is:"&lt;&lt;radius&lt;&lt;'\n';    </a:t>
            </a:r>
          </a:p>
          <a:p>
            <a:pPr marL="365760" indent="-256032" eaLnBrk="1" fontAlgn="auto" hangingPunct="1">
              <a:spcAft>
                <a:spcPts val="0"/>
              </a:spcAft>
              <a:buClr>
                <a:schemeClr val="accent3"/>
              </a:buClr>
              <a:buFont typeface="Georgia" panose="02040502050405020303" pitchFamily="18" charset="0"/>
              <a:buNone/>
              <a:defRPr/>
            </a:pPr>
            <a:r>
              <a:rPr lang="en-US" altLang="en-US" dirty="0"/>
              <a:t>  	 cout&lt;&lt;"PI is:"&lt;&lt;3.14&lt;&lt;'\n';</a:t>
            </a:r>
          </a:p>
          <a:p>
            <a:pPr marL="365760" indent="-256032" eaLnBrk="1" fontAlgn="auto" hangingPunct="1">
              <a:spcAft>
                <a:spcPts val="0"/>
              </a:spcAft>
              <a:buClr>
                <a:schemeClr val="accent3"/>
              </a:buClr>
              <a:buFont typeface="Georgia" panose="02040502050405020303" pitchFamily="18" charset="0"/>
              <a:buNone/>
              <a:defRPr/>
            </a:pPr>
            <a:r>
              <a:rPr lang="en-US" altLang="en-US" dirty="0"/>
              <a:t>     cout&lt;&lt;"Please enter a different radius!\n"; </a:t>
            </a:r>
          </a:p>
          <a:p>
            <a:pPr marL="365760" indent="-256032" eaLnBrk="1" fontAlgn="auto" hangingPunct="1">
              <a:spcAft>
                <a:spcPts val="0"/>
              </a:spcAft>
              <a:buClr>
                <a:schemeClr val="accent3"/>
              </a:buClr>
              <a:buFont typeface="Georgia" panose="02040502050405020303" pitchFamily="18" charset="0"/>
              <a:buNone/>
              <a:defRPr/>
            </a:pPr>
            <a:r>
              <a:rPr lang="en-US" altLang="en-US" dirty="0"/>
              <a:t>     cin&gt;&gt;radius;	</a:t>
            </a:r>
          </a:p>
          <a:p>
            <a:pPr marL="365760" indent="-256032" eaLnBrk="1" fontAlgn="auto" hangingPunct="1">
              <a:spcAft>
                <a:spcPts val="0"/>
              </a:spcAft>
              <a:buClr>
                <a:schemeClr val="accent3"/>
              </a:buClr>
              <a:buFont typeface="Georgia" panose="02040502050405020303" pitchFamily="18" charset="0"/>
              <a:buNone/>
              <a:defRPr/>
            </a:pPr>
            <a:r>
              <a:rPr lang="en-US" altLang="en-US" dirty="0"/>
              <a:t>     cout&lt;&lt;"Now the radius is changed to:"&lt;&lt;radius&lt;&lt;'\n';</a:t>
            </a:r>
          </a:p>
          <a:p>
            <a:pPr marL="365760" indent="-256032" eaLnBrk="1" fontAlgn="auto" hangingPunct="1">
              <a:spcAft>
                <a:spcPts val="0"/>
              </a:spcAft>
              <a:buClr>
                <a:schemeClr val="accent3"/>
              </a:buClr>
              <a:buFont typeface="Georgia" panose="02040502050405020303" pitchFamily="18" charset="0"/>
              <a:buNone/>
              <a:defRPr/>
            </a:pPr>
            <a:r>
              <a:rPr lang="en-US" altLang="en-US" dirty="0"/>
              <a:t>     return </a:t>
            </a:r>
            <a:r>
              <a:rPr lang="en-US" altLang="en-US" dirty="0">
                <a:latin typeface="+mn-ea"/>
              </a:rPr>
              <a:t>0</a:t>
            </a:r>
            <a:r>
              <a:rPr lang="en-US" altLang="en-US" dirty="0"/>
              <a:t>;</a:t>
            </a:r>
          </a:p>
          <a:p>
            <a:pPr marL="365760" indent="-256032" eaLnBrk="1" fontAlgn="auto" hangingPunct="1">
              <a:spcAft>
                <a:spcPts val="0"/>
              </a:spcAft>
              <a:buClr>
                <a:schemeClr val="accent3"/>
              </a:buClr>
              <a:buFont typeface="Georgia" panose="02040502050405020303" pitchFamily="18" charset="0"/>
              <a:buNone/>
              <a:defRPr/>
            </a:pPr>
            <a:r>
              <a:rPr lang="en-US" altLang="en-US" dirty="0"/>
              <a:t>}</a:t>
            </a:r>
          </a:p>
          <a:p>
            <a:pPr marL="365760" indent="-256032" eaLnBrk="1" fontAlgn="auto" hangingPunct="1">
              <a:spcAft>
                <a:spcPts val="0"/>
              </a:spcAft>
              <a:buClr>
                <a:schemeClr val="accent3"/>
              </a:buClr>
              <a:buFont typeface="Georgia" panose="02040502050405020303" pitchFamily="18" charset="0"/>
              <a:buNone/>
              <a:defRPr/>
            </a:pPr>
            <a:r>
              <a:rPr lang="en-US" altLang="zh-CN" dirty="0"/>
              <a:t>//</a:t>
            </a:r>
            <a:r>
              <a:rPr lang="zh-CN" altLang="en-US" dirty="0"/>
              <a:t>观察：通过调试功能跟踪观察变量的值</a:t>
            </a:r>
          </a:p>
        </p:txBody>
      </p:sp>
      <p:sp>
        <p:nvSpPr>
          <p:cNvPr id="45060" name="灯片编号占位符 5">
            <a:extLst>
              <a:ext uri="{FF2B5EF4-FFF2-40B4-BE49-F238E27FC236}">
                <a16:creationId xmlns:a16="http://schemas.microsoft.com/office/drawing/2014/main" id="{21E13C53-F27B-F58C-7F6B-39C9BDF3886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C1C5CFC-1626-4F2C-B710-7438CB5E0B4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26</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CCC8E9A5-4AC7-22DB-98B2-F1EECD542078}"/>
              </a:ext>
            </a:extLst>
          </p:cNvPr>
          <p:cNvSpPr>
            <a:spLocks noGrp="1"/>
          </p:cNvSpPr>
          <p:nvPr>
            <p:ph type="title"/>
          </p:nvPr>
        </p:nvSpPr>
        <p:spPr>
          <a:xfrm>
            <a:off x="214313" y="573088"/>
            <a:ext cx="8478837" cy="1066800"/>
          </a:xfrm>
        </p:spPr>
        <p:txBody>
          <a:bodyPr/>
          <a:lstStyle/>
          <a:p>
            <a:pPr eaLnBrk="1" hangingPunct="1"/>
            <a:r>
              <a:rPr lang="en-US" altLang="zh-CN"/>
              <a:t>2.2.4 </a:t>
            </a:r>
            <a:r>
              <a:rPr lang="zh-CN" altLang="en-US"/>
              <a:t>符号常量（由</a:t>
            </a:r>
            <a:r>
              <a:rPr lang="en-US" altLang="zh-CN"/>
              <a:t>const</a:t>
            </a:r>
            <a:r>
              <a:rPr lang="zh-CN" altLang="en-US"/>
              <a:t>修饰的对象）</a:t>
            </a:r>
          </a:p>
        </p:txBody>
      </p:sp>
      <p:sp>
        <p:nvSpPr>
          <p:cNvPr id="47107" name="内容占位符 2">
            <a:extLst>
              <a:ext uri="{FF2B5EF4-FFF2-40B4-BE49-F238E27FC236}">
                <a16:creationId xmlns:a16="http://schemas.microsoft.com/office/drawing/2014/main" id="{28C6581B-659C-65A2-51E2-4EEED9263CB9}"/>
              </a:ext>
            </a:extLst>
          </p:cNvPr>
          <p:cNvSpPr>
            <a:spLocks noGrp="1"/>
          </p:cNvSpPr>
          <p:nvPr>
            <p:ph idx="1"/>
          </p:nvPr>
        </p:nvSpPr>
        <p:spPr>
          <a:xfrm>
            <a:off x="0" y="1557338"/>
            <a:ext cx="9324975" cy="4968875"/>
          </a:xfrm>
        </p:spPr>
        <p:txBody>
          <a:bodyPr/>
          <a:lstStyle/>
          <a:p>
            <a:pPr>
              <a:lnSpc>
                <a:spcPct val="120000"/>
              </a:lnSpc>
            </a:pPr>
            <a:r>
              <a:rPr lang="zh-CN" altLang="en-US" sz="2400">
                <a:latin typeface="微软雅黑" panose="020B0503020204020204" pitchFamily="34" charset="-122"/>
                <a:ea typeface="微软雅黑" panose="020B0503020204020204" pitchFamily="34" charset="-122"/>
              </a:rPr>
              <a:t>常量定义语句的形式为：</a:t>
            </a:r>
          </a:p>
          <a:p>
            <a:pPr lvl="1">
              <a:lnSpc>
                <a:spcPct val="120000"/>
              </a:lnSpc>
            </a:pPr>
            <a:r>
              <a:rPr lang="en-US" altLang="zh-CN" sz="2200">
                <a:solidFill>
                  <a:srgbClr val="C00000"/>
                </a:solidFill>
                <a:latin typeface="微软雅黑" panose="020B0503020204020204" pitchFamily="34" charset="-122"/>
                <a:ea typeface="微软雅黑" panose="020B0503020204020204" pitchFamily="34" charset="-122"/>
              </a:rPr>
              <a:t>const</a:t>
            </a:r>
            <a:r>
              <a:rPr lang="en-US" altLang="zh-CN" sz="2200">
                <a:latin typeface="微软雅黑" panose="020B0503020204020204" pitchFamily="34" charset="-122"/>
                <a:ea typeface="微软雅黑" panose="020B0503020204020204" pitchFamily="34" charset="-122"/>
              </a:rPr>
              <a:t>  </a:t>
            </a:r>
            <a:r>
              <a:rPr lang="zh-CN" altLang="en-US" sz="2200">
                <a:latin typeface="微软雅黑" panose="020B0503020204020204" pitchFamily="34" charset="-122"/>
                <a:ea typeface="微软雅黑" panose="020B0503020204020204" pitchFamily="34" charset="-122"/>
              </a:rPr>
              <a:t>数据类型说明符  常量名</a:t>
            </a:r>
            <a:r>
              <a:rPr lang="en-US" altLang="zh-CN" sz="2200">
                <a:latin typeface="微软雅黑" panose="020B0503020204020204" pitchFamily="34" charset="-122"/>
                <a:ea typeface="微软雅黑" panose="020B0503020204020204" pitchFamily="34" charset="-122"/>
              </a:rPr>
              <a:t>=</a:t>
            </a:r>
            <a:r>
              <a:rPr lang="zh-CN" altLang="en-US" sz="2200">
                <a:latin typeface="微软雅黑" panose="020B0503020204020204" pitchFamily="34" charset="-122"/>
                <a:ea typeface="微软雅黑" panose="020B0503020204020204" pitchFamily="34" charset="-122"/>
              </a:rPr>
              <a:t>常量值；</a:t>
            </a:r>
          </a:p>
          <a:p>
            <a:pPr lvl="1">
              <a:lnSpc>
                <a:spcPct val="120000"/>
              </a:lnSpc>
            </a:pPr>
            <a:r>
              <a:rPr lang="zh-CN" altLang="en-US" sz="2200">
                <a:latin typeface="微软雅黑" panose="020B0503020204020204" pitchFamily="34" charset="-122"/>
                <a:ea typeface="微软雅黑" panose="020B0503020204020204" pitchFamily="34" charset="-122"/>
              </a:rPr>
              <a:t>数据类型说明符  </a:t>
            </a:r>
            <a:r>
              <a:rPr lang="en-US" altLang="zh-CN" sz="2200">
                <a:solidFill>
                  <a:srgbClr val="C00000"/>
                </a:solidFill>
                <a:latin typeface="微软雅黑" panose="020B0503020204020204" pitchFamily="34" charset="-122"/>
                <a:ea typeface="微软雅黑" panose="020B0503020204020204" pitchFamily="34" charset="-122"/>
              </a:rPr>
              <a:t>const</a:t>
            </a:r>
            <a:r>
              <a:rPr lang="en-US" altLang="zh-CN" sz="2200">
                <a:latin typeface="微软雅黑" panose="020B0503020204020204" pitchFamily="34" charset="-122"/>
                <a:ea typeface="微软雅黑" panose="020B0503020204020204" pitchFamily="34" charset="-122"/>
              </a:rPr>
              <a:t>  </a:t>
            </a:r>
            <a:r>
              <a:rPr lang="zh-CN" altLang="en-US" sz="2200">
                <a:latin typeface="微软雅黑" panose="020B0503020204020204" pitchFamily="34" charset="-122"/>
                <a:ea typeface="微软雅黑" panose="020B0503020204020204" pitchFamily="34" charset="-122"/>
              </a:rPr>
              <a:t>常量名</a:t>
            </a:r>
            <a:r>
              <a:rPr lang="en-US" altLang="zh-CN" sz="2200">
                <a:latin typeface="微软雅黑" panose="020B0503020204020204" pitchFamily="34" charset="-122"/>
                <a:ea typeface="微软雅黑" panose="020B0503020204020204" pitchFamily="34" charset="-122"/>
              </a:rPr>
              <a:t>=</a:t>
            </a:r>
            <a:r>
              <a:rPr lang="zh-CN" altLang="en-US" sz="2200">
                <a:latin typeface="微软雅黑" panose="020B0503020204020204" pitchFamily="34" charset="-122"/>
                <a:ea typeface="微软雅黑" panose="020B0503020204020204" pitchFamily="34" charset="-122"/>
              </a:rPr>
              <a:t>常量值；</a:t>
            </a:r>
            <a:endParaRPr lang="en-US" altLang="zh-CN" sz="2200">
              <a:latin typeface="微软雅黑" panose="020B0503020204020204" pitchFamily="34" charset="-122"/>
              <a:ea typeface="微软雅黑" panose="020B0503020204020204" pitchFamily="34" charset="-122"/>
            </a:endParaRPr>
          </a:p>
          <a:p>
            <a:pPr lvl="1">
              <a:lnSpc>
                <a:spcPct val="120000"/>
              </a:lnSpc>
            </a:pPr>
            <a:r>
              <a:rPr lang="en-US" altLang="zh-CN" sz="2200">
                <a:solidFill>
                  <a:srgbClr val="C00000"/>
                </a:solidFill>
                <a:latin typeface="微软雅黑" panose="020B0503020204020204" pitchFamily="34" charset="-122"/>
                <a:ea typeface="微软雅黑" panose="020B0503020204020204" pitchFamily="34" charset="-122"/>
              </a:rPr>
              <a:t>constexpr</a:t>
            </a:r>
            <a:r>
              <a:rPr lang="zh-CN" altLang="en-US" sz="2200">
                <a:latin typeface="微软雅黑" panose="020B0503020204020204" pitchFamily="34" charset="-122"/>
                <a:ea typeface="微软雅黑" panose="020B0503020204020204" pitchFamily="34" charset="-122"/>
              </a:rPr>
              <a:t> 数据类型说明符 常量名</a:t>
            </a:r>
            <a:r>
              <a:rPr lang="en-US" altLang="zh-CN" sz="2200">
                <a:latin typeface="微软雅黑" panose="020B0503020204020204" pitchFamily="34" charset="-122"/>
                <a:ea typeface="微软雅黑" panose="020B0503020204020204" pitchFamily="34" charset="-122"/>
              </a:rPr>
              <a:t>=</a:t>
            </a:r>
            <a:r>
              <a:rPr lang="zh-CN" altLang="en-US" sz="2200">
                <a:latin typeface="微软雅黑" panose="020B0503020204020204" pitchFamily="34" charset="-122"/>
                <a:ea typeface="微软雅黑" panose="020B0503020204020204" pitchFamily="34" charset="-122"/>
              </a:rPr>
              <a:t>常量表达式</a:t>
            </a:r>
            <a:r>
              <a:rPr lang="en-US" altLang="zh-CN" sz="2200">
                <a:latin typeface="微软雅黑" panose="020B0503020204020204" pitchFamily="34" charset="-122"/>
                <a:ea typeface="微软雅黑" panose="020B0503020204020204" pitchFamily="34" charset="-122"/>
              </a:rPr>
              <a:t>;</a:t>
            </a:r>
          </a:p>
          <a:p>
            <a:pPr marL="527050" lvl="2" indent="0">
              <a:lnSpc>
                <a:spcPct val="120000"/>
              </a:lnSpc>
              <a:buFont typeface="Wingdings 2" panose="05020102010507070707" pitchFamily="18" charset="2"/>
              <a:buNone/>
            </a:pPr>
            <a:r>
              <a:rPr lang="en-US" altLang="zh-CN" sz="2000">
                <a:latin typeface="微软雅黑" panose="020B0503020204020204" pitchFamily="34" charset="-122"/>
                <a:ea typeface="微软雅黑" panose="020B0503020204020204" pitchFamily="34" charset="-122"/>
              </a:rPr>
              <a:t>// constexpr</a:t>
            </a:r>
            <a:r>
              <a:rPr lang="zh-CN" altLang="en-US" sz="2000">
                <a:latin typeface="微软雅黑" panose="020B0503020204020204" pitchFamily="34" charset="-122"/>
                <a:ea typeface="微软雅黑" panose="020B0503020204020204" pitchFamily="34" charset="-122"/>
              </a:rPr>
              <a:t>修饰的对象暗含了</a:t>
            </a:r>
            <a:r>
              <a:rPr lang="en-US" altLang="zh-CN" sz="2000">
                <a:latin typeface="微软雅黑" panose="020B0503020204020204" pitchFamily="34" charset="-122"/>
                <a:ea typeface="微软雅黑" panose="020B0503020204020204" pitchFamily="34" charset="-122"/>
              </a:rPr>
              <a:t>const</a:t>
            </a:r>
            <a:r>
              <a:rPr lang="zh-CN" altLang="en-US" sz="2000">
                <a:latin typeface="微软雅黑" panose="020B0503020204020204" pitchFamily="34" charset="-122"/>
                <a:ea typeface="微软雅黑" panose="020B0503020204020204" pitchFamily="34" charset="-122"/>
              </a:rPr>
              <a:t>属性，并且必须由常量表达式初始化</a:t>
            </a:r>
            <a:r>
              <a:rPr lang="zh-CN" altLang="en-US" sz="1800">
                <a:latin typeface="微软雅黑" panose="020B0503020204020204" pitchFamily="34" charset="-122"/>
                <a:ea typeface="微软雅黑" panose="020B0503020204020204" pitchFamily="34" charset="-122"/>
              </a:rPr>
              <a:t>。</a:t>
            </a:r>
          </a:p>
          <a:p>
            <a:pPr>
              <a:lnSpc>
                <a:spcPct val="120000"/>
              </a:lnSpc>
            </a:pPr>
            <a:r>
              <a:rPr lang="zh-CN" altLang="en-US" sz="2400">
                <a:latin typeface="微软雅黑" panose="020B0503020204020204" pitchFamily="34" charset="-122"/>
                <a:ea typeface="微软雅黑" panose="020B0503020204020204" pitchFamily="34" charset="-122"/>
              </a:rPr>
              <a:t>例如，我们可以定义一个代表圆周率的符号常量：</a:t>
            </a:r>
          </a:p>
          <a:p>
            <a:pPr lvl="1">
              <a:lnSpc>
                <a:spcPct val="120000"/>
              </a:lnSpc>
            </a:pPr>
            <a:r>
              <a:rPr lang="en-US" altLang="zh-CN" sz="2200">
                <a:latin typeface="微软雅黑" panose="020B0503020204020204" pitchFamily="34" charset="-122"/>
                <a:ea typeface="微软雅黑" panose="020B0503020204020204" pitchFamily="34" charset="-122"/>
              </a:rPr>
              <a:t>const float PI = 3.1415926</a:t>
            </a:r>
            <a:r>
              <a:rPr lang="zh-CN" altLang="en-US" sz="2200">
                <a:latin typeface="微软雅黑" panose="020B0503020204020204" pitchFamily="34" charset="-122"/>
                <a:ea typeface="微软雅黑" panose="020B0503020204020204" pitchFamily="34" charset="-122"/>
              </a:rPr>
              <a:t>；</a:t>
            </a:r>
            <a:endParaRPr lang="en-US" altLang="zh-CN" sz="2200">
              <a:latin typeface="微软雅黑" panose="020B0503020204020204" pitchFamily="34" charset="-122"/>
              <a:ea typeface="微软雅黑" panose="020B0503020204020204" pitchFamily="34" charset="-122"/>
            </a:endParaRPr>
          </a:p>
          <a:p>
            <a:pPr lvl="1">
              <a:lnSpc>
                <a:spcPct val="120000"/>
              </a:lnSpc>
            </a:pPr>
            <a:r>
              <a:rPr lang="en-US" altLang="zh-CN" sz="2200">
                <a:solidFill>
                  <a:srgbClr val="C00000"/>
                </a:solidFill>
                <a:latin typeface="微软雅黑" panose="020B0503020204020204" pitchFamily="34" charset="-122"/>
                <a:ea typeface="微软雅黑" panose="020B0503020204020204" pitchFamily="34" charset="-122"/>
              </a:rPr>
              <a:t>constexpr</a:t>
            </a:r>
            <a:r>
              <a:rPr lang="zh-CN" altLang="en-US" sz="2200">
                <a:latin typeface="微软雅黑" panose="020B0503020204020204" pitchFamily="34" charset="-122"/>
                <a:ea typeface="微软雅黑" panose="020B0503020204020204" pitchFamily="34" charset="-122"/>
              </a:rPr>
              <a:t> </a:t>
            </a:r>
            <a:r>
              <a:rPr lang="en-US" altLang="zh-CN" sz="2200">
                <a:latin typeface="微软雅黑" panose="020B0503020204020204" pitchFamily="34" charset="-122"/>
                <a:ea typeface="微软雅黑" panose="020B0503020204020204" pitchFamily="34" charset="-122"/>
              </a:rPr>
              <a:t>int</a:t>
            </a:r>
            <a:r>
              <a:rPr lang="zh-CN" altLang="en-US" sz="2200">
                <a:latin typeface="微软雅黑" panose="020B0503020204020204" pitchFamily="34" charset="-122"/>
                <a:ea typeface="微软雅黑" panose="020B0503020204020204" pitchFamily="34" charset="-122"/>
              </a:rPr>
              <a:t> </a:t>
            </a:r>
            <a:r>
              <a:rPr lang="en-US" altLang="zh-CN" sz="2200">
                <a:latin typeface="微软雅黑" panose="020B0503020204020204" pitchFamily="34" charset="-122"/>
                <a:ea typeface="微软雅黑" panose="020B0503020204020204" pitchFamily="34" charset="-122"/>
              </a:rPr>
              <a:t>size</a:t>
            </a:r>
            <a:r>
              <a:rPr lang="zh-CN" altLang="en-US" sz="2200">
                <a:latin typeface="微软雅黑" panose="020B0503020204020204" pitchFamily="34" charset="-122"/>
                <a:ea typeface="微软雅黑" panose="020B0503020204020204" pitchFamily="34" charset="-122"/>
              </a:rPr>
              <a:t> </a:t>
            </a:r>
            <a:r>
              <a:rPr lang="en-US" altLang="zh-CN" sz="2200">
                <a:latin typeface="微软雅黑" panose="020B0503020204020204" pitchFamily="34" charset="-122"/>
                <a:ea typeface="微软雅黑" panose="020B0503020204020204" pitchFamily="34" charset="-122"/>
              </a:rPr>
              <a:t>=</a:t>
            </a:r>
            <a:r>
              <a:rPr lang="zh-CN" altLang="en-US" sz="2200">
                <a:latin typeface="微软雅黑" panose="020B0503020204020204" pitchFamily="34" charset="-122"/>
                <a:ea typeface="微软雅黑" panose="020B0503020204020204" pitchFamily="34" charset="-122"/>
              </a:rPr>
              <a:t> </a:t>
            </a:r>
            <a:r>
              <a:rPr lang="en-US" altLang="zh-CN" sz="2200">
                <a:latin typeface="微软雅黑" panose="020B0503020204020204" pitchFamily="34" charset="-122"/>
                <a:ea typeface="微软雅黑" panose="020B0503020204020204" pitchFamily="34" charset="-122"/>
              </a:rPr>
              <a:t>get_size();</a:t>
            </a:r>
            <a:r>
              <a:rPr lang="zh-CN" altLang="en-US" sz="2200">
                <a:latin typeface="微软雅黑" panose="020B0503020204020204" pitchFamily="34" charset="-122"/>
                <a:ea typeface="微软雅黑" panose="020B0503020204020204" pitchFamily="34" charset="-122"/>
              </a:rPr>
              <a:t> </a:t>
            </a:r>
            <a:endParaRPr lang="en-US" altLang="zh-CN" sz="2200">
              <a:latin typeface="微软雅黑" panose="020B0503020204020204" pitchFamily="34" charset="-122"/>
              <a:ea typeface="微软雅黑" panose="020B0503020204020204" pitchFamily="34" charset="-122"/>
            </a:endParaRPr>
          </a:p>
          <a:p>
            <a:pPr marL="527050" lvl="2" indent="0">
              <a:lnSpc>
                <a:spcPct val="120000"/>
              </a:lnSpc>
              <a:buFont typeface="Wingdings 2" panose="05020102010507070707" pitchFamily="18" charset="2"/>
              <a:buNone/>
            </a:pPr>
            <a:r>
              <a:rPr lang="en-US" altLang="zh-CN" sz="2200">
                <a:latin typeface="微软雅黑" panose="020B0503020204020204" pitchFamily="34" charset="-122"/>
                <a:ea typeface="微软雅黑" panose="020B0503020204020204" pitchFamily="34" charset="-122"/>
              </a:rPr>
              <a:t>//</a:t>
            </a:r>
            <a:r>
              <a:rPr lang="zh-CN" altLang="en-US" sz="2200">
                <a:latin typeface="微软雅黑" panose="020B0503020204020204" pitchFamily="34" charset="-122"/>
                <a:ea typeface="微软雅黑" panose="020B0503020204020204" pitchFamily="34" charset="-122"/>
              </a:rPr>
              <a:t>要求</a:t>
            </a:r>
            <a:r>
              <a:rPr lang="en-US" altLang="zh-CN" sz="2200">
                <a:latin typeface="微软雅黑" panose="020B0503020204020204" pitchFamily="34" charset="-122"/>
                <a:ea typeface="微软雅黑" panose="020B0503020204020204" pitchFamily="34" charset="-122"/>
              </a:rPr>
              <a:t>get_size()</a:t>
            </a:r>
            <a:r>
              <a:rPr lang="zh-CN" altLang="en-US" sz="2200">
                <a:latin typeface="微软雅黑" panose="020B0503020204020204" pitchFamily="34" charset="-122"/>
                <a:ea typeface="微软雅黑" panose="020B0503020204020204" pitchFamily="34" charset="-122"/>
              </a:rPr>
              <a:t>为常量表达式，即函数返回常量表达式。</a:t>
            </a:r>
          </a:p>
          <a:p>
            <a:pPr>
              <a:lnSpc>
                <a:spcPct val="120000"/>
              </a:lnSpc>
            </a:pPr>
            <a:r>
              <a:rPr lang="zh-CN" altLang="en-US" sz="2400">
                <a:latin typeface="微软雅黑" panose="020B0503020204020204" pitchFamily="34" charset="-122"/>
                <a:ea typeface="微软雅黑" panose="020B0503020204020204" pitchFamily="34" charset="-122"/>
              </a:rPr>
              <a:t>符号常量在定义时一定要初始化，而在程序中间不能改变其值。</a:t>
            </a:r>
            <a:endParaRPr lang="en-US" altLang="zh-CN" sz="2400">
              <a:latin typeface="微软雅黑" panose="020B0503020204020204" pitchFamily="34" charset="-122"/>
              <a:ea typeface="微软雅黑" panose="020B0503020204020204" pitchFamily="34" charset="-122"/>
            </a:endParaRPr>
          </a:p>
          <a:p>
            <a:pPr>
              <a:lnSpc>
                <a:spcPct val="120000"/>
              </a:lnSpc>
            </a:pPr>
            <a:r>
              <a:rPr lang="zh-CN" altLang="en-US" sz="2400">
                <a:latin typeface="微软雅黑" panose="020B0503020204020204" pitchFamily="34" charset="-122"/>
                <a:ea typeface="微软雅黑" panose="020B0503020204020204" pitchFamily="34" charset="-122"/>
              </a:rPr>
              <a:t>引入</a:t>
            </a:r>
            <a:r>
              <a:rPr lang="en-US" altLang="zh-CN" sz="2400">
                <a:solidFill>
                  <a:srgbClr val="C00000"/>
                </a:solidFill>
                <a:latin typeface="微软雅黑" panose="020B0503020204020204" pitchFamily="34" charset="-122"/>
                <a:ea typeface="微软雅黑" panose="020B0503020204020204" pitchFamily="34" charset="-122"/>
              </a:rPr>
              <a:t>constexpr</a:t>
            </a:r>
            <a:r>
              <a:rPr lang="zh-CN" altLang="en-US" sz="2400">
                <a:latin typeface="微软雅黑" panose="020B0503020204020204" pitchFamily="34" charset="-122"/>
                <a:ea typeface="微软雅黑" panose="020B0503020204020204" pitchFamily="34" charset="-122"/>
              </a:rPr>
              <a:t>关键字要求编译器验证初始值是否为常量表达式。</a:t>
            </a:r>
          </a:p>
          <a:p>
            <a:pPr lvl="1" eaLnBrk="1" hangingPunct="1"/>
            <a:endParaRPr lang="zh-CN" altLang="en-US"/>
          </a:p>
        </p:txBody>
      </p:sp>
      <p:sp>
        <p:nvSpPr>
          <p:cNvPr id="47108" name="灯片编号占位符 3">
            <a:extLst>
              <a:ext uri="{FF2B5EF4-FFF2-40B4-BE49-F238E27FC236}">
                <a16:creationId xmlns:a16="http://schemas.microsoft.com/office/drawing/2014/main" id="{E8B1FAEC-3458-F285-75DF-E1E77BD790D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47B81BD-E58C-453F-AA2C-63B2123ED06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C5850AB-A2E2-F141-2961-946C6ED00C1C}"/>
              </a:ext>
            </a:extLst>
          </p:cNvPr>
          <p:cNvSpPr txBox="1">
            <a:spLocks/>
          </p:cNvSpPr>
          <p:nvPr/>
        </p:nvSpPr>
        <p:spPr>
          <a:xfrm>
            <a:off x="214313" y="0"/>
            <a:ext cx="7286625"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964AE78E-9322-AD21-F7B9-E84002541A0F}"/>
              </a:ext>
            </a:extLst>
          </p:cNvPr>
          <p:cNvSpPr>
            <a:spLocks noGrp="1"/>
          </p:cNvSpPr>
          <p:nvPr>
            <p:ph type="title"/>
          </p:nvPr>
        </p:nvSpPr>
        <p:spPr>
          <a:xfrm>
            <a:off x="457200" y="765175"/>
            <a:ext cx="8229600" cy="530225"/>
          </a:xfrm>
        </p:spPr>
        <p:txBody>
          <a:bodyPr/>
          <a:lstStyle/>
          <a:p>
            <a:pPr eaLnBrk="1" hangingPunct="1"/>
            <a:r>
              <a:rPr lang="en-US" altLang="zh-CN"/>
              <a:t>2.2.5 </a:t>
            </a:r>
            <a:r>
              <a:rPr lang="zh-CN" altLang="en-US"/>
              <a:t>常量表达式</a:t>
            </a:r>
          </a:p>
        </p:txBody>
      </p:sp>
      <p:sp>
        <p:nvSpPr>
          <p:cNvPr id="3" name="内容占位符 2">
            <a:extLst>
              <a:ext uri="{FF2B5EF4-FFF2-40B4-BE49-F238E27FC236}">
                <a16:creationId xmlns:a16="http://schemas.microsoft.com/office/drawing/2014/main" id="{53CF8F09-E0D1-3698-9091-CAB4033F14C6}"/>
              </a:ext>
            </a:extLst>
          </p:cNvPr>
          <p:cNvSpPr>
            <a:spLocks noGrp="1"/>
          </p:cNvSpPr>
          <p:nvPr>
            <p:ph idx="1"/>
          </p:nvPr>
        </p:nvSpPr>
        <p:spPr>
          <a:xfrm>
            <a:off x="71438" y="1628775"/>
            <a:ext cx="9072562" cy="5329238"/>
          </a:xfrm>
        </p:spPr>
        <p:txBody>
          <a:bodyPr/>
          <a:lstStyle/>
          <a:p>
            <a:pPr marL="431800" indent="-341313" eaLnBrk="1" hangingPunct="1">
              <a:lnSpc>
                <a:spcPct val="150000"/>
              </a:lnSpc>
            </a:pPr>
            <a:r>
              <a:rPr lang="zh-CN" altLang="en-US" sz="2400">
                <a:latin typeface="微软雅黑" panose="020B0503020204020204" pitchFamily="34" charset="-122"/>
                <a:ea typeface="微软雅黑" panose="020B0503020204020204" pitchFamily="34" charset="-122"/>
              </a:rPr>
              <a:t>常量表达式是一类</a:t>
            </a:r>
            <a:r>
              <a:rPr lang="zh-CN" altLang="en-US" sz="2400" b="1">
                <a:solidFill>
                  <a:srgbClr val="0070C0"/>
                </a:solidFill>
                <a:latin typeface="微软雅黑" panose="020B0503020204020204" pitchFamily="34" charset="-122"/>
                <a:ea typeface="微软雅黑" panose="020B0503020204020204" pitchFamily="34" charset="-122"/>
              </a:rPr>
              <a:t>值不能发生改变</a:t>
            </a:r>
            <a:r>
              <a:rPr lang="zh-CN" altLang="en-US" sz="2400">
                <a:latin typeface="微软雅黑" panose="020B0503020204020204" pitchFamily="34" charset="-122"/>
                <a:ea typeface="微软雅黑" panose="020B0503020204020204" pitchFamily="34" charset="-122"/>
              </a:rPr>
              <a:t>的</a:t>
            </a:r>
            <a:r>
              <a:rPr lang="zh-CN" altLang="en-US" sz="2400" u="sng">
                <a:latin typeface="微软雅黑" panose="020B0503020204020204" pitchFamily="34" charset="-122"/>
                <a:ea typeface="微软雅黑" panose="020B0503020204020204" pitchFamily="34" charset="-122"/>
              </a:rPr>
              <a:t>表达式</a:t>
            </a:r>
            <a:r>
              <a:rPr lang="zh-CN" altLang="en-US" sz="2400">
                <a:latin typeface="微软雅黑" panose="020B0503020204020204" pitchFamily="34" charset="-122"/>
                <a:ea typeface="微软雅黑" panose="020B0503020204020204" pitchFamily="34" charset="-122"/>
              </a:rPr>
              <a:t>，其值在编译阶段确定，便于程序优化。文字常量是常量表达式，由常量表达式初始化的</a:t>
            </a:r>
            <a:r>
              <a:rPr lang="en-US" altLang="zh-CN" sz="2400">
                <a:latin typeface="微软雅黑" panose="020B0503020204020204" pitchFamily="34" charset="-122"/>
                <a:ea typeface="微软雅黑" panose="020B0503020204020204" pitchFamily="34" charset="-122"/>
              </a:rPr>
              <a:t>const</a:t>
            </a:r>
            <a:r>
              <a:rPr lang="zh-CN" altLang="en-US" sz="2400">
                <a:latin typeface="微软雅黑" panose="020B0503020204020204" pitchFamily="34" charset="-122"/>
                <a:ea typeface="微软雅黑" panose="020B0503020204020204" pitchFamily="34" charset="-122"/>
              </a:rPr>
              <a:t>对象也是常量表达式。一个对象或表达式是否为常量表达式取决于它的类型与初始值，例如：</a:t>
            </a:r>
          </a:p>
          <a:p>
            <a:pPr marL="431800" indent="-341313" eaLnBrk="1" hangingPunct="1">
              <a:lnSpc>
                <a:spcPct val="150000"/>
              </a:lnSpc>
            </a:pPr>
            <a:r>
              <a:rPr lang="en-US" altLang="zh-CN" sz="2400">
                <a:latin typeface="微软雅黑" panose="020B0503020204020204" pitchFamily="34" charset="-122"/>
                <a:ea typeface="微软雅黑" panose="020B0503020204020204" pitchFamily="34" charset="-122"/>
              </a:rPr>
              <a:t>const int max_size = 100;      // max_size</a:t>
            </a:r>
            <a:r>
              <a:rPr lang="zh-CN" altLang="en-US" sz="2400">
                <a:latin typeface="微软雅黑" panose="020B0503020204020204" pitchFamily="34" charset="-122"/>
                <a:ea typeface="微软雅黑" panose="020B0503020204020204" pitchFamily="34" charset="-122"/>
              </a:rPr>
              <a:t>是常量表达式</a:t>
            </a:r>
          </a:p>
          <a:p>
            <a:pPr marL="431800" indent="-341313" eaLnBrk="1" hangingPunct="1">
              <a:lnSpc>
                <a:spcPct val="150000"/>
              </a:lnSpc>
            </a:pPr>
            <a:r>
              <a:rPr lang="en-US" altLang="zh-CN" sz="2400">
                <a:latin typeface="微软雅黑" panose="020B0503020204020204" pitchFamily="34" charset="-122"/>
                <a:ea typeface="微软雅黑" panose="020B0503020204020204" pitchFamily="34" charset="-122"/>
              </a:rPr>
              <a:t>const int limit = max_size + 1;  // limit</a:t>
            </a:r>
            <a:r>
              <a:rPr lang="zh-CN" altLang="en-US" sz="2400">
                <a:latin typeface="微软雅黑" panose="020B0503020204020204" pitchFamily="34" charset="-122"/>
                <a:ea typeface="微软雅黑" panose="020B0503020204020204" pitchFamily="34" charset="-122"/>
              </a:rPr>
              <a:t>是常量表达式</a:t>
            </a:r>
          </a:p>
          <a:p>
            <a:pPr marL="431800" indent="-341313" eaLnBrk="1" hangingPunct="1">
              <a:lnSpc>
                <a:spcPct val="150000"/>
              </a:lnSpc>
            </a:pPr>
            <a:r>
              <a:rPr lang="en-US" altLang="zh-CN" sz="2400">
                <a:latin typeface="微软雅黑" panose="020B0503020204020204" pitchFamily="34" charset="-122"/>
                <a:ea typeface="微软雅黑" panose="020B0503020204020204" pitchFamily="34" charset="-122"/>
              </a:rPr>
              <a:t>int student_size = 30;         // student_size</a:t>
            </a:r>
            <a:r>
              <a:rPr lang="zh-CN" altLang="en-US" sz="2400" u="sng">
                <a:latin typeface="微软雅黑" panose="020B0503020204020204" pitchFamily="34" charset="-122"/>
                <a:ea typeface="微软雅黑" panose="020B0503020204020204" pitchFamily="34" charset="-122"/>
              </a:rPr>
              <a:t>不是</a:t>
            </a:r>
            <a:r>
              <a:rPr lang="zh-CN" altLang="en-US" sz="2400">
                <a:latin typeface="微软雅黑" panose="020B0503020204020204" pitchFamily="34" charset="-122"/>
                <a:ea typeface="微软雅黑" panose="020B0503020204020204" pitchFamily="34" charset="-122"/>
              </a:rPr>
              <a:t>常量表达式</a:t>
            </a:r>
          </a:p>
          <a:p>
            <a:pPr marL="431800" indent="-341313" eaLnBrk="1" hangingPunct="1">
              <a:lnSpc>
                <a:spcPct val="150000"/>
              </a:lnSpc>
            </a:pPr>
            <a:r>
              <a:rPr lang="en-US" altLang="zh-CN" sz="2400">
                <a:latin typeface="微软雅黑" panose="020B0503020204020204" pitchFamily="34" charset="-122"/>
                <a:ea typeface="微软雅黑" panose="020B0503020204020204" pitchFamily="34" charset="-122"/>
              </a:rPr>
              <a:t>const int size = get_size();  // size</a:t>
            </a:r>
            <a:r>
              <a:rPr lang="zh-CN" altLang="en-US" sz="2400" u="sng">
                <a:latin typeface="微软雅黑" panose="020B0503020204020204" pitchFamily="34" charset="-122"/>
                <a:ea typeface="微软雅黑" panose="020B0503020204020204" pitchFamily="34" charset="-122"/>
              </a:rPr>
              <a:t>不是</a:t>
            </a:r>
            <a:r>
              <a:rPr lang="zh-CN" altLang="en-US" sz="2400">
                <a:latin typeface="微软雅黑" panose="020B0503020204020204" pitchFamily="34" charset="-122"/>
                <a:ea typeface="微软雅黑" panose="020B0503020204020204" pitchFamily="34" charset="-122"/>
              </a:rPr>
              <a:t>常量表达式</a:t>
            </a:r>
          </a:p>
        </p:txBody>
      </p:sp>
      <p:sp>
        <p:nvSpPr>
          <p:cNvPr id="48132" name="灯片编号占位符 1">
            <a:extLst>
              <a:ext uri="{FF2B5EF4-FFF2-40B4-BE49-F238E27FC236}">
                <a16:creationId xmlns:a16="http://schemas.microsoft.com/office/drawing/2014/main" id="{79DF33D2-CD1D-5B22-5D38-35D8AAD7B8D2}"/>
              </a:ext>
            </a:extLst>
          </p:cNvPr>
          <p:cNvSpPr>
            <a:spLocks noGrp="1" noChangeArrowheads="1"/>
          </p:cNvSpPr>
          <p:nvPr>
            <p:ph type="sldNum" sz="quarter" idx="12"/>
          </p:nvPr>
        </p:nvSpPr>
        <p:spPr bwMode="auto">
          <a:xfrm>
            <a:off x="9401175" y="39688"/>
            <a:ext cx="274478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657225" indent="-246063">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922338" indent="-219075">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179513" indent="-200025">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1389063" indent="-182563">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18462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3034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27606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217863" indent="-182563"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0" hangingPunct="0">
              <a:spcBef>
                <a:spcPct val="0"/>
              </a:spcBef>
              <a:buClrTx/>
              <a:buFontTx/>
              <a:buNone/>
            </a:pPr>
            <a:fld id="{D852D5A5-C2AB-468A-8E2E-85A1E4C91FC7}" type="slidenum">
              <a:rPr kumimoji="1" lang="zh-CN" altLang="en-US" sz="1800" smtClean="0">
                <a:solidFill>
                  <a:schemeClr val="bg1"/>
                </a:solidFill>
                <a:latin typeface="Times New Roman" panose="02020603050405020304" pitchFamily="18" charset="0"/>
                <a:ea typeface="隶书" panose="02010509060101010101" pitchFamily="49" charset="-122"/>
              </a:rPr>
              <a:pPr eaLnBrk="0" hangingPunct="0">
                <a:spcBef>
                  <a:spcPct val="0"/>
                </a:spcBef>
                <a:buClrTx/>
                <a:buFontTx/>
                <a:buNone/>
              </a:pPr>
              <a:t>28</a:t>
            </a:fld>
            <a:endParaRPr kumimoji="1" lang="zh-CN" altLang="en-US" sz="1800">
              <a:solidFill>
                <a:schemeClr val="bg1"/>
              </a:solidFill>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BDB9783-C82D-72E4-B82C-1E04F4C3D9BC}"/>
              </a:ext>
            </a:extLst>
          </p:cNvPr>
          <p:cNvSpPr>
            <a:spLocks noGrp="1"/>
          </p:cNvSpPr>
          <p:nvPr>
            <p:ph type="title"/>
          </p:nvPr>
        </p:nvSpPr>
        <p:spPr>
          <a:xfrm>
            <a:off x="457200" y="188913"/>
            <a:ext cx="8229600" cy="1066800"/>
          </a:xfrm>
        </p:spPr>
        <p:txBody>
          <a:bodyPr/>
          <a:lstStyle/>
          <a:p>
            <a:pPr eaLnBrk="1" hangingPunct="1"/>
            <a:r>
              <a:rPr lang="zh-CN" altLang="en-US"/>
              <a:t>补充</a:t>
            </a:r>
            <a:r>
              <a:rPr lang="en-US" altLang="zh-CN"/>
              <a:t>2-2</a:t>
            </a:r>
            <a:r>
              <a:rPr lang="zh-CN" altLang="en-US"/>
              <a:t>：为常量命名</a:t>
            </a:r>
          </a:p>
        </p:txBody>
      </p:sp>
      <p:sp>
        <p:nvSpPr>
          <p:cNvPr id="12" name="内容占位符 11">
            <a:extLst>
              <a:ext uri="{FF2B5EF4-FFF2-40B4-BE49-F238E27FC236}">
                <a16:creationId xmlns:a16="http://schemas.microsoft.com/office/drawing/2014/main" id="{629FEBF7-BEA0-CAB4-33D3-F15DC88008F1}"/>
              </a:ext>
            </a:extLst>
          </p:cNvPr>
          <p:cNvSpPr>
            <a:spLocks noGrp="1"/>
          </p:cNvSpPr>
          <p:nvPr>
            <p:ph idx="1"/>
          </p:nvPr>
        </p:nvSpPr>
        <p:spPr>
          <a:xfrm>
            <a:off x="457200" y="1628775"/>
            <a:ext cx="8229600" cy="5229225"/>
          </a:xfrm>
          <a:solidFill>
            <a:srgbClr val="85FFFF"/>
          </a:solidFill>
        </p:spPr>
        <p:txBody>
          <a:bodyPr>
            <a:noAutofit/>
          </a:bodyPr>
          <a:lstStyle/>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#include &lt;iostream&gt;</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using namespace std;</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int main()</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a:t>
            </a:r>
            <a:r>
              <a:rPr lang="en-US" altLang="zh-CN" sz="2000" dirty="0">
                <a:solidFill>
                  <a:srgbClr val="C00000"/>
                </a:solidFill>
              </a:rPr>
              <a:t>const double PI(3.14159);  </a:t>
            </a:r>
            <a:r>
              <a:rPr lang="en-US" altLang="zh-CN" sz="2000" dirty="0"/>
              <a:t>	</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int radius;	</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cout&lt;&lt;"Please enter the radius!\n";</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cin&gt;&gt;radius;	</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cout&lt;&lt;"The radius is:"&lt;&lt;radius&lt;&lt;'\n';	</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cout&lt;&lt;"PI is:"&lt;&lt;</a:t>
            </a:r>
            <a:r>
              <a:rPr lang="en-US" altLang="zh-CN" sz="2000" dirty="0">
                <a:solidFill>
                  <a:srgbClr val="C00000"/>
                </a:solidFill>
              </a:rPr>
              <a:t>PI</a:t>
            </a:r>
            <a:r>
              <a:rPr lang="en-US" altLang="zh-CN" sz="2000" dirty="0"/>
              <a:t>&lt;&lt;'\n';	</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cout&lt;&lt;"Please enter a different radius!\n"; </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cin&gt;&gt;radius;	</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cout&lt;&lt;"Now the radius is changed to:"&lt;&lt;radius&lt;&lt;'\n';</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cout&lt;&lt;"PI is still:"&lt;&lt;</a:t>
            </a:r>
            <a:r>
              <a:rPr lang="en-US" altLang="zh-CN" sz="2000" dirty="0">
                <a:solidFill>
                  <a:srgbClr val="C00000"/>
                </a:solidFill>
              </a:rPr>
              <a:t>PI</a:t>
            </a:r>
            <a:r>
              <a:rPr lang="en-US" altLang="zh-CN" sz="2000" dirty="0"/>
              <a:t>&lt;&lt;'\n';</a:t>
            </a:r>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a:t>
            </a:r>
            <a:r>
              <a:rPr lang="en-US" altLang="zh-CN" sz="2000" dirty="0">
                <a:solidFill>
                  <a:srgbClr val="7030A0"/>
                </a:solidFill>
              </a:rPr>
              <a:t>cin&gt;&gt;pi;</a:t>
            </a:r>
            <a:endParaRPr lang="zh-CN" altLang="en-US" sz="2000" dirty="0">
              <a:solidFill>
                <a:srgbClr val="7030A0"/>
              </a:solidFill>
            </a:endParaRPr>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     return </a:t>
            </a:r>
            <a:r>
              <a:rPr lang="en-US" altLang="zh-CN" sz="2000" dirty="0">
                <a:latin typeface="+mn-ea"/>
              </a:rPr>
              <a:t>0</a:t>
            </a:r>
            <a:r>
              <a:rPr lang="en-US" altLang="zh-CN" sz="2000" dirty="0"/>
              <a:t>;</a:t>
            </a:r>
            <a:endParaRPr lang="zh-CN" altLang="en-US" sz="20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000" dirty="0"/>
              <a:t>}</a:t>
            </a:r>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a:t>
            </a:r>
            <a:r>
              <a:rPr lang="zh-CN" altLang="en-US" sz="2400" dirty="0"/>
              <a:t>观察：通过调试工具跟踪观察符号常量。</a:t>
            </a:r>
            <a:endParaRPr lang="en-US" altLang="zh-CN" sz="24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a:t>
            </a:r>
            <a:r>
              <a:rPr lang="zh-CN" altLang="en-US" sz="2400" dirty="0"/>
              <a:t>思考：能给常量输入新值吗？如定义</a:t>
            </a:r>
            <a:r>
              <a:rPr lang="en-US" altLang="zh-CN" sz="2400" dirty="0"/>
              <a:t>PI</a:t>
            </a:r>
            <a:r>
              <a:rPr lang="zh-CN" altLang="en-US" sz="2400" dirty="0"/>
              <a:t>时不初始化会怎样？</a:t>
            </a:r>
          </a:p>
        </p:txBody>
      </p:sp>
      <p:sp>
        <p:nvSpPr>
          <p:cNvPr id="50180" name="灯片编号占位符 5">
            <a:extLst>
              <a:ext uri="{FF2B5EF4-FFF2-40B4-BE49-F238E27FC236}">
                <a16:creationId xmlns:a16="http://schemas.microsoft.com/office/drawing/2014/main" id="{9686C226-E6B1-70B7-66E7-9FF73AEE8F9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E7A302B-5E87-45BC-AA99-D3BB7039122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29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TextBox 5">
            <a:extLst>
              <a:ext uri="{FF2B5EF4-FFF2-40B4-BE49-F238E27FC236}">
                <a16:creationId xmlns:a16="http://schemas.microsoft.com/office/drawing/2014/main" id="{4539A46F-B8D5-2000-FF40-748C4C79B6AE}"/>
              </a:ext>
            </a:extLst>
          </p:cNvPr>
          <p:cNvSpPr txBox="1"/>
          <p:nvPr/>
        </p:nvSpPr>
        <p:spPr>
          <a:xfrm>
            <a:off x="468313" y="1052513"/>
            <a:ext cx="8207375" cy="523875"/>
          </a:xfrm>
          <a:prstGeom prst="rect">
            <a:avLst/>
          </a:prstGeom>
          <a:noFill/>
        </p:spPr>
        <p:txBody>
          <a:bodyPr>
            <a:spAutoFit/>
          </a:bodyPr>
          <a:lstStyle/>
          <a:p>
            <a:pPr eaLnBrk="1" hangingPunct="1">
              <a:defRPr/>
            </a:pPr>
            <a:r>
              <a:rPr lang="zh-CN" altLang="en-US" sz="2800">
                <a:latin typeface="+mn-ea"/>
                <a:ea typeface="+mn-ea"/>
              </a:rPr>
              <a:t>主要知识点：符号常量</a:t>
            </a:r>
            <a:endParaRPr lang="en-US" altLang="zh-CN" sz="2800">
              <a:latin typeface="+mn-ea"/>
              <a:ea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a:extLst>
              <a:ext uri="{FF2B5EF4-FFF2-40B4-BE49-F238E27FC236}">
                <a16:creationId xmlns:a16="http://schemas.microsoft.com/office/drawing/2014/main" id="{2BAE03A9-9B87-6233-780C-AEA577F192F2}"/>
              </a:ext>
            </a:extLst>
          </p:cNvPr>
          <p:cNvSpPr>
            <a:spLocks noGrp="1"/>
          </p:cNvSpPr>
          <p:nvPr>
            <p:ph idx="1"/>
          </p:nvPr>
        </p:nvSpPr>
        <p:spPr>
          <a:solidFill>
            <a:schemeClr val="accent6">
              <a:lumMod val="20000"/>
              <a:lumOff val="80000"/>
            </a:schemeClr>
          </a:solidFill>
        </p:spPr>
        <p:txBody>
          <a:bodyPr>
            <a:normAutofit/>
          </a:bodyPr>
          <a:lstStyle/>
          <a:p>
            <a:pPr marL="365760" indent="-256032" eaLnBrk="1" fontAlgn="auto" hangingPunct="1">
              <a:spcAft>
                <a:spcPts val="0"/>
              </a:spcAft>
              <a:buClr>
                <a:schemeClr val="accent3"/>
              </a:buClr>
              <a:buFont typeface="Georgia"/>
              <a:buNone/>
              <a:defRPr/>
            </a:pPr>
            <a:r>
              <a:rPr lang="zh-CN" altLang="en-US" b="1" dirty="0">
                <a:solidFill>
                  <a:schemeClr val="tx2"/>
                </a:solidFill>
              </a:rPr>
              <a:t>运行结果：</a:t>
            </a:r>
          </a:p>
          <a:p>
            <a:pPr marL="365760" indent="-256032" fontAlgn="auto">
              <a:spcAft>
                <a:spcPts val="0"/>
              </a:spcAft>
              <a:buClr>
                <a:schemeClr val="accent3"/>
              </a:buClr>
              <a:buFont typeface="Georgia" panose="02040502050405020303" pitchFamily="18" charset="0"/>
              <a:buNone/>
              <a:defRPr/>
            </a:pPr>
            <a:r>
              <a:rPr lang="en-US" altLang="zh-CN" sz="2900" dirty="0"/>
              <a:t>Please enter the radius!</a:t>
            </a:r>
            <a:endParaRPr lang="zh-CN" altLang="en-US" sz="2900" dirty="0"/>
          </a:p>
          <a:p>
            <a:pPr marL="365760" indent="-256032" fontAlgn="auto">
              <a:spcAft>
                <a:spcPts val="0"/>
              </a:spcAft>
              <a:buClr>
                <a:schemeClr val="accent3"/>
              </a:buClr>
              <a:buFont typeface="Georgia" panose="02040502050405020303" pitchFamily="18" charset="0"/>
              <a:buNone/>
              <a:defRPr/>
            </a:pPr>
            <a:r>
              <a:rPr lang="en-US" altLang="zh-CN" sz="2900" dirty="0"/>
              <a:t>2</a:t>
            </a:r>
            <a:endParaRPr lang="zh-CN" altLang="en-US" sz="2900" dirty="0"/>
          </a:p>
          <a:p>
            <a:pPr marL="365760" indent="-256032" fontAlgn="auto">
              <a:spcAft>
                <a:spcPts val="0"/>
              </a:spcAft>
              <a:buClr>
                <a:schemeClr val="accent3"/>
              </a:buClr>
              <a:buFont typeface="Georgia" panose="02040502050405020303" pitchFamily="18" charset="0"/>
              <a:buNone/>
              <a:defRPr/>
            </a:pPr>
            <a:r>
              <a:rPr lang="en-US" altLang="zh-CN" sz="2900" dirty="0"/>
              <a:t>The radius is:2</a:t>
            </a:r>
            <a:endParaRPr lang="zh-CN" altLang="en-US" sz="2900" dirty="0"/>
          </a:p>
          <a:p>
            <a:pPr marL="365760" indent="-256032" fontAlgn="auto">
              <a:spcAft>
                <a:spcPts val="0"/>
              </a:spcAft>
              <a:buClr>
                <a:schemeClr val="accent3"/>
              </a:buClr>
              <a:buFont typeface="Georgia" panose="02040502050405020303" pitchFamily="18" charset="0"/>
              <a:buNone/>
              <a:defRPr/>
            </a:pPr>
            <a:r>
              <a:rPr lang="en-US" altLang="zh-CN" sz="2900" dirty="0"/>
              <a:t>PI is:3.14159</a:t>
            </a:r>
            <a:endParaRPr lang="zh-CN" altLang="en-US" sz="2900" dirty="0"/>
          </a:p>
          <a:p>
            <a:pPr marL="365760" indent="-256032" fontAlgn="auto">
              <a:spcAft>
                <a:spcPts val="0"/>
              </a:spcAft>
              <a:buClr>
                <a:schemeClr val="accent3"/>
              </a:buClr>
              <a:buFont typeface="Georgia" panose="02040502050405020303" pitchFamily="18" charset="0"/>
              <a:buNone/>
              <a:defRPr/>
            </a:pPr>
            <a:r>
              <a:rPr lang="en-US" altLang="zh-CN" sz="2900" dirty="0"/>
              <a:t>Please enter a different radius!</a:t>
            </a:r>
            <a:endParaRPr lang="zh-CN" altLang="en-US" sz="2900" dirty="0"/>
          </a:p>
          <a:p>
            <a:pPr marL="365760" indent="-256032" fontAlgn="auto">
              <a:spcAft>
                <a:spcPts val="0"/>
              </a:spcAft>
              <a:buClr>
                <a:schemeClr val="accent3"/>
              </a:buClr>
              <a:buFont typeface="Georgia" panose="02040502050405020303" pitchFamily="18" charset="0"/>
              <a:buNone/>
              <a:defRPr/>
            </a:pPr>
            <a:r>
              <a:rPr lang="en-US" altLang="zh-CN" sz="2900" dirty="0"/>
              <a:t>3</a:t>
            </a:r>
            <a:endParaRPr lang="zh-CN" altLang="en-US" sz="2900" dirty="0"/>
          </a:p>
          <a:p>
            <a:pPr marL="365760" indent="-256032" fontAlgn="auto">
              <a:spcAft>
                <a:spcPts val="0"/>
              </a:spcAft>
              <a:buClr>
                <a:schemeClr val="accent3"/>
              </a:buClr>
              <a:buFont typeface="Georgia" panose="02040502050405020303" pitchFamily="18" charset="0"/>
              <a:buNone/>
              <a:defRPr/>
            </a:pPr>
            <a:r>
              <a:rPr lang="en-US" altLang="zh-CN" sz="2900" dirty="0"/>
              <a:t>Now the radius is changed to:3</a:t>
            </a:r>
            <a:endParaRPr lang="zh-CN" altLang="en-US" sz="2900" dirty="0"/>
          </a:p>
          <a:p>
            <a:pPr marL="365760" indent="-256032" fontAlgn="auto">
              <a:spcAft>
                <a:spcPts val="0"/>
              </a:spcAft>
              <a:buClr>
                <a:schemeClr val="accent3"/>
              </a:buClr>
              <a:buFont typeface="Georgia" panose="02040502050405020303" pitchFamily="18" charset="0"/>
              <a:buNone/>
              <a:defRPr/>
            </a:pPr>
            <a:r>
              <a:rPr lang="en-US" altLang="zh-CN" sz="2900" dirty="0"/>
              <a:t>PI is still:3.14159</a:t>
            </a:r>
            <a:endParaRPr lang="zh-CN" altLang="en-US" sz="2900" dirty="0"/>
          </a:p>
          <a:p>
            <a:pPr marL="365760" indent="-256032" fontAlgn="auto">
              <a:spcAft>
                <a:spcPts val="0"/>
              </a:spcAft>
              <a:buClr>
                <a:schemeClr val="accent3"/>
              </a:buClr>
              <a:buFont typeface="Georgia" panose="02040502050405020303" pitchFamily="18" charset="0"/>
              <a:buNone/>
              <a:defRPr/>
            </a:pPr>
            <a:endParaRPr lang="en-US" altLang="zh-CN" sz="2900" dirty="0"/>
          </a:p>
          <a:p>
            <a:pPr marL="365760" indent="-256032" fontAlgn="auto">
              <a:spcAft>
                <a:spcPts val="0"/>
              </a:spcAft>
              <a:buClr>
                <a:schemeClr val="accent3"/>
              </a:buClr>
              <a:buFont typeface="Georgia" panose="02040502050405020303" pitchFamily="18" charset="0"/>
              <a:buNone/>
              <a:defRPr/>
            </a:pPr>
            <a:endParaRPr lang="zh-CN" altLang="en-US" sz="2900" dirty="0"/>
          </a:p>
        </p:txBody>
      </p:sp>
      <p:sp>
        <p:nvSpPr>
          <p:cNvPr id="52227" name="标题 8">
            <a:extLst>
              <a:ext uri="{FF2B5EF4-FFF2-40B4-BE49-F238E27FC236}">
                <a16:creationId xmlns:a16="http://schemas.microsoft.com/office/drawing/2014/main" id="{734A1C33-EEDF-F3BF-E0C9-B0EFEDDEB1F3}"/>
              </a:ext>
            </a:extLst>
          </p:cNvPr>
          <p:cNvSpPr>
            <a:spLocks noGrp="1"/>
          </p:cNvSpPr>
          <p:nvPr>
            <p:ph type="title"/>
          </p:nvPr>
        </p:nvSpPr>
        <p:spPr/>
        <p:txBody>
          <a:bodyPr/>
          <a:lstStyle/>
          <a:p>
            <a:pPr eaLnBrk="1" hangingPunct="1"/>
            <a:r>
              <a:rPr lang="zh-CN" altLang="en-US"/>
              <a:t>补充</a:t>
            </a:r>
            <a:r>
              <a:rPr lang="en-US" altLang="zh-CN"/>
              <a:t>2-2</a:t>
            </a:r>
            <a:r>
              <a:rPr lang="zh-CN" altLang="en-US"/>
              <a:t>（续）</a:t>
            </a:r>
          </a:p>
        </p:txBody>
      </p:sp>
      <p:sp>
        <p:nvSpPr>
          <p:cNvPr id="52228" name="灯片编号占位符 5">
            <a:extLst>
              <a:ext uri="{FF2B5EF4-FFF2-40B4-BE49-F238E27FC236}">
                <a16:creationId xmlns:a16="http://schemas.microsoft.com/office/drawing/2014/main" id="{76014F73-62B6-5C58-F02F-B6DB9E4D9BD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8A6B695-C2E1-46A0-B1D9-A15856393DD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30</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1CB041C3-7F8C-95C7-8F6C-2A393449C5DF}"/>
              </a:ext>
            </a:extLst>
          </p:cNvPr>
          <p:cNvSpPr>
            <a:spLocks noGrp="1"/>
          </p:cNvSpPr>
          <p:nvPr>
            <p:ph type="title"/>
          </p:nvPr>
        </p:nvSpPr>
        <p:spPr/>
        <p:txBody>
          <a:bodyPr/>
          <a:lstStyle/>
          <a:p>
            <a:r>
              <a:rPr lang="zh-CN" altLang="en-US"/>
              <a:t>补充</a:t>
            </a:r>
            <a:r>
              <a:rPr lang="en-US" altLang="zh-CN"/>
              <a:t>2-3</a:t>
            </a:r>
            <a:r>
              <a:rPr lang="zh-CN" altLang="en-US"/>
              <a:t>：变量的初始化</a:t>
            </a:r>
          </a:p>
        </p:txBody>
      </p:sp>
      <p:sp>
        <p:nvSpPr>
          <p:cNvPr id="54275" name="内容占位符 2">
            <a:extLst>
              <a:ext uri="{FF2B5EF4-FFF2-40B4-BE49-F238E27FC236}">
                <a16:creationId xmlns:a16="http://schemas.microsoft.com/office/drawing/2014/main" id="{4103B0E0-C1E5-BC41-53BC-2222898504FE}"/>
              </a:ext>
            </a:extLst>
          </p:cNvPr>
          <p:cNvSpPr>
            <a:spLocks noGrp="1"/>
          </p:cNvSpPr>
          <p:nvPr>
            <p:ph idx="1"/>
          </p:nvPr>
        </p:nvSpPr>
        <p:spPr>
          <a:xfrm>
            <a:off x="457200" y="1785938"/>
            <a:ext cx="8362950" cy="4787900"/>
          </a:xfrm>
        </p:spPr>
        <p:txBody>
          <a:bodyPr/>
          <a:lstStyle/>
          <a:p>
            <a:pPr>
              <a:lnSpc>
                <a:spcPct val="150000"/>
              </a:lnSpc>
            </a:pPr>
            <a:r>
              <a:rPr lang="zh-CN" altLang="en-US"/>
              <a:t>主要知识点：变量的初始化</a:t>
            </a:r>
          </a:p>
          <a:p>
            <a:pPr lvl="1">
              <a:lnSpc>
                <a:spcPct val="150000"/>
              </a:lnSpc>
            </a:pPr>
            <a:r>
              <a:rPr lang="zh-CN" altLang="en-US"/>
              <a:t>虽然变量的值是可以在运行时获得的，但是在定义变量时也可以进行初始化，而且应该提倡进行初始化；</a:t>
            </a:r>
            <a:endParaRPr lang="en-US" altLang="zh-CN"/>
          </a:p>
          <a:p>
            <a:pPr lvl="1">
              <a:lnSpc>
                <a:spcPct val="150000"/>
              </a:lnSpc>
            </a:pPr>
            <a:r>
              <a:rPr lang="zh-CN" altLang="en-US"/>
              <a:t>未经初始化的变量，其值可能是随机的。如果误用了未经初始化也没有给予确定值的变量，就会引起错误。</a:t>
            </a:r>
          </a:p>
        </p:txBody>
      </p:sp>
      <p:sp>
        <p:nvSpPr>
          <p:cNvPr id="54276" name="灯片编号占位符 3">
            <a:extLst>
              <a:ext uri="{FF2B5EF4-FFF2-40B4-BE49-F238E27FC236}">
                <a16:creationId xmlns:a16="http://schemas.microsoft.com/office/drawing/2014/main" id="{9234AC45-A06D-709C-6301-AFC34CE9E74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E95787A-9D62-486B-9B34-F2065E3781B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31</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DD828E7-A2EF-183D-5777-718FC264E683}"/>
              </a:ext>
            </a:extLst>
          </p:cNvPr>
          <p:cNvSpPr>
            <a:spLocks noGrp="1"/>
          </p:cNvSpPr>
          <p:nvPr>
            <p:ph type="title"/>
          </p:nvPr>
        </p:nvSpPr>
        <p:spPr/>
        <p:txBody>
          <a:bodyPr/>
          <a:lstStyle/>
          <a:p>
            <a:pPr eaLnBrk="1" hangingPunct="1"/>
            <a:r>
              <a:rPr lang="zh-CN" altLang="en-US"/>
              <a:t>补充</a:t>
            </a:r>
            <a:r>
              <a:rPr lang="en-US" altLang="zh-CN"/>
              <a:t>2-3</a:t>
            </a:r>
            <a:r>
              <a:rPr lang="zh-CN" altLang="en-US"/>
              <a:t>：变量的初始化（续）</a:t>
            </a:r>
          </a:p>
        </p:txBody>
      </p:sp>
      <p:sp>
        <p:nvSpPr>
          <p:cNvPr id="12" name="内容占位符 11">
            <a:extLst>
              <a:ext uri="{FF2B5EF4-FFF2-40B4-BE49-F238E27FC236}">
                <a16:creationId xmlns:a16="http://schemas.microsoft.com/office/drawing/2014/main" id="{69E30D3B-E39C-5A45-C771-AAB4185AEAD6}"/>
              </a:ext>
            </a:extLst>
          </p:cNvPr>
          <p:cNvSpPr>
            <a:spLocks noGrp="1"/>
          </p:cNvSpPr>
          <p:nvPr>
            <p:ph idx="1"/>
          </p:nvPr>
        </p:nvSpPr>
        <p:spPr>
          <a:solidFill>
            <a:srgbClr val="85FFFF"/>
          </a:solidFill>
        </p:spPr>
        <p:txBody>
          <a:bodyPr>
            <a:normAutofit fontScale="77500" lnSpcReduction="20000"/>
          </a:bodyPr>
          <a:lstStyle/>
          <a:p>
            <a:pPr marL="365760" indent="-256032" eaLnBrk="1" fontAlgn="auto" hangingPunct="1">
              <a:spcAft>
                <a:spcPts val="0"/>
              </a:spcAft>
              <a:buClr>
                <a:schemeClr val="accent3"/>
              </a:buClr>
              <a:buFont typeface="Georgia" panose="02040502050405020303" pitchFamily="18" charset="0"/>
              <a:buNone/>
              <a:defRPr/>
            </a:pPr>
            <a:r>
              <a:rPr lang="en-US" altLang="zh-CN" dirty="0"/>
              <a:t>#include &lt;iostream&gt;</a:t>
            </a:r>
          </a:p>
          <a:p>
            <a:pPr marL="365760" indent="-256032" eaLnBrk="1" fontAlgn="auto" hangingPunct="1">
              <a:spcAft>
                <a:spcPts val="0"/>
              </a:spcAft>
              <a:buClr>
                <a:schemeClr val="accent3"/>
              </a:buClr>
              <a:buFont typeface="Georgia" panose="02040502050405020303" pitchFamily="18" charset="0"/>
              <a:buNone/>
              <a:defRPr/>
            </a:pPr>
            <a:r>
              <a:rPr lang="en-US" altLang="zh-CN" dirty="0"/>
              <a:t>using namespace std;</a:t>
            </a:r>
          </a:p>
          <a:p>
            <a:pPr marL="365760" indent="-256032" eaLnBrk="1" fontAlgn="auto" hangingPunct="1">
              <a:spcAft>
                <a:spcPts val="0"/>
              </a:spcAft>
              <a:buClr>
                <a:schemeClr val="accent3"/>
              </a:buClr>
              <a:buFont typeface="Georgia" panose="02040502050405020303" pitchFamily="18" charset="0"/>
              <a:buNone/>
              <a:defRPr/>
            </a:pPr>
            <a:r>
              <a:rPr lang="en-US" altLang="zh-CN" dirty="0"/>
              <a:t>int main()</a:t>
            </a:r>
          </a:p>
          <a:p>
            <a:pPr marL="365760" indent="-256032" eaLnBrk="1" fontAlgn="auto" hangingPunct="1">
              <a:spcAft>
                <a:spcPts val="0"/>
              </a:spcAft>
              <a:buClr>
                <a:schemeClr val="accent3"/>
              </a:buClr>
              <a:buFont typeface="Georgia" panose="02040502050405020303" pitchFamily="18" charset="0"/>
              <a:buNone/>
              <a:defRPr/>
            </a:pPr>
            <a:r>
              <a:rPr lang="en-US" altLang="zh-CN" dirty="0"/>
              <a:t>{</a:t>
            </a:r>
          </a:p>
          <a:p>
            <a:pPr marL="365760" indent="-256032" eaLnBrk="1" fontAlgn="auto" hangingPunct="1">
              <a:spcAft>
                <a:spcPts val="0"/>
              </a:spcAft>
              <a:buClr>
                <a:schemeClr val="accent3"/>
              </a:buClr>
              <a:buFont typeface="Georgia" panose="02040502050405020303" pitchFamily="18" charset="0"/>
              <a:buNone/>
              <a:defRPr/>
            </a:pPr>
            <a:r>
              <a:rPr lang="en-US" altLang="zh-CN" dirty="0"/>
              <a:t>     const double pi(3.14159);  	</a:t>
            </a:r>
          </a:p>
          <a:p>
            <a:pPr marL="365760" indent="-256032" eaLnBrk="1" fontAlgn="auto" hangingPunct="1">
              <a:spcAft>
                <a:spcPts val="0"/>
              </a:spcAft>
              <a:buClr>
                <a:schemeClr val="accent3"/>
              </a:buClr>
              <a:buFont typeface="Georgia" panose="02040502050405020303" pitchFamily="18" charset="0"/>
              <a:buNone/>
              <a:defRPr/>
            </a:pPr>
            <a:r>
              <a:rPr lang="en-US" altLang="zh-CN" dirty="0"/>
              <a:t>     int radius(</a:t>
            </a:r>
            <a:r>
              <a:rPr lang="en-US" altLang="zh-CN" dirty="0">
                <a:latin typeface="+mn-ea"/>
              </a:rPr>
              <a:t>0</a:t>
            </a:r>
            <a:r>
              <a:rPr lang="en-US" altLang="zh-CN" dirty="0"/>
              <a:t>);	</a:t>
            </a:r>
          </a:p>
          <a:p>
            <a:pPr marL="365760" indent="-256032" eaLnBrk="1" fontAlgn="auto" hangingPunct="1">
              <a:spcAft>
                <a:spcPts val="0"/>
              </a:spcAft>
              <a:buClr>
                <a:schemeClr val="accent3"/>
              </a:buClr>
              <a:buFont typeface="Georgia" panose="02040502050405020303" pitchFamily="18" charset="0"/>
              <a:buNone/>
              <a:defRPr/>
            </a:pPr>
            <a:r>
              <a:rPr lang="en-US" altLang="zh-CN" dirty="0"/>
              <a:t>     cout&lt;&lt;"The initial radius is:"&lt;&lt;radius&lt;&lt;'\n';	</a:t>
            </a:r>
          </a:p>
          <a:p>
            <a:pPr marL="365760" indent="-256032" eaLnBrk="1" fontAlgn="auto" hangingPunct="1">
              <a:spcAft>
                <a:spcPts val="0"/>
              </a:spcAft>
              <a:buClr>
                <a:schemeClr val="accent3"/>
              </a:buClr>
              <a:buFont typeface="Georgia" panose="02040502050405020303" pitchFamily="18" charset="0"/>
              <a:buNone/>
              <a:defRPr/>
            </a:pPr>
            <a:r>
              <a:rPr lang="en-US" altLang="zh-CN" dirty="0"/>
              <a:t>     cout&lt;&lt;"PI is:"&lt;&lt;pi&lt;&lt;'\n'; </a:t>
            </a:r>
          </a:p>
          <a:p>
            <a:pPr marL="365760" indent="-256032" eaLnBrk="1" fontAlgn="auto" hangingPunct="1">
              <a:spcAft>
                <a:spcPts val="0"/>
              </a:spcAft>
              <a:buClr>
                <a:schemeClr val="accent3"/>
              </a:buClr>
              <a:buFont typeface="Georgia" panose="02040502050405020303" pitchFamily="18" charset="0"/>
              <a:buNone/>
              <a:defRPr/>
            </a:pPr>
            <a:r>
              <a:rPr lang="en-US" altLang="zh-CN" dirty="0"/>
              <a:t>     cout&lt;&lt;"Please enter a different radius!\n"; </a:t>
            </a:r>
          </a:p>
          <a:p>
            <a:pPr marL="365760" indent="-256032" eaLnBrk="1" fontAlgn="auto" hangingPunct="1">
              <a:spcAft>
                <a:spcPts val="0"/>
              </a:spcAft>
              <a:buClr>
                <a:schemeClr val="accent3"/>
              </a:buClr>
              <a:buFont typeface="Georgia" panose="02040502050405020303" pitchFamily="18" charset="0"/>
              <a:buNone/>
              <a:defRPr/>
            </a:pPr>
            <a:r>
              <a:rPr lang="en-US" altLang="zh-CN" dirty="0"/>
              <a:t>     cin&gt;&gt;radius;	</a:t>
            </a:r>
          </a:p>
          <a:p>
            <a:pPr marL="365760" indent="-256032" eaLnBrk="1" fontAlgn="auto" hangingPunct="1">
              <a:spcAft>
                <a:spcPts val="0"/>
              </a:spcAft>
              <a:buClr>
                <a:schemeClr val="accent3"/>
              </a:buClr>
              <a:buFont typeface="Georgia" panose="02040502050405020303" pitchFamily="18" charset="0"/>
              <a:buNone/>
              <a:defRPr/>
            </a:pPr>
            <a:r>
              <a:rPr lang="en-US" altLang="zh-CN" dirty="0"/>
              <a:t>     cout&lt;&lt;"Now the radius is changed to:"&lt;&lt;radius&lt;&lt;'\n';</a:t>
            </a:r>
          </a:p>
          <a:p>
            <a:pPr marL="365760" indent="-256032" eaLnBrk="1" fontAlgn="auto" hangingPunct="1">
              <a:spcAft>
                <a:spcPts val="0"/>
              </a:spcAft>
              <a:buClr>
                <a:schemeClr val="accent3"/>
              </a:buClr>
              <a:buFont typeface="Georgia" panose="02040502050405020303" pitchFamily="18" charset="0"/>
              <a:buNone/>
              <a:defRPr/>
            </a:pPr>
            <a:r>
              <a:rPr lang="en-US" altLang="zh-CN" dirty="0"/>
              <a:t>     cout&lt;&lt;"PI is still:"&lt;&lt;pi&lt;&lt;'\n';</a:t>
            </a:r>
          </a:p>
          <a:p>
            <a:pPr marL="365760" indent="-256032" eaLnBrk="1" fontAlgn="auto" hangingPunct="1">
              <a:spcAft>
                <a:spcPts val="0"/>
              </a:spcAft>
              <a:buClr>
                <a:schemeClr val="accent3"/>
              </a:buClr>
              <a:buFont typeface="Georgia" panose="02040502050405020303" pitchFamily="18" charset="0"/>
              <a:buNone/>
              <a:defRPr/>
            </a:pPr>
            <a:r>
              <a:rPr lang="en-US" altLang="zh-CN" dirty="0"/>
              <a:t>     return </a:t>
            </a:r>
            <a:r>
              <a:rPr lang="en-US" altLang="zh-CN" dirty="0">
                <a:latin typeface="+mn-ea"/>
              </a:rPr>
              <a:t>0</a:t>
            </a:r>
            <a:r>
              <a:rPr lang="en-US" altLang="zh-CN" dirty="0"/>
              <a:t>;</a:t>
            </a:r>
          </a:p>
          <a:p>
            <a:pPr marL="365760" indent="-256032" eaLnBrk="1" fontAlgn="auto" hangingPunct="1">
              <a:spcAft>
                <a:spcPts val="0"/>
              </a:spcAft>
              <a:buClr>
                <a:schemeClr val="accent3"/>
              </a:buClr>
              <a:buFont typeface="Georgia" panose="02040502050405020303" pitchFamily="18" charset="0"/>
              <a:buNone/>
              <a:defRPr/>
            </a:pPr>
            <a:r>
              <a:rPr lang="en-US" altLang="zh-CN" dirty="0"/>
              <a:t>}</a:t>
            </a:r>
          </a:p>
          <a:p>
            <a:pPr marL="365760" indent="-256032" eaLnBrk="1" fontAlgn="auto" hangingPunct="1">
              <a:spcAft>
                <a:spcPts val="0"/>
              </a:spcAft>
              <a:buClr>
                <a:schemeClr val="accent3"/>
              </a:buClr>
              <a:buFont typeface="Georgia" panose="02040502050405020303" pitchFamily="18" charset="0"/>
              <a:buNone/>
              <a:defRPr/>
            </a:pPr>
            <a:r>
              <a:rPr lang="en-US" altLang="zh-CN" dirty="0"/>
              <a:t>//</a:t>
            </a:r>
            <a:r>
              <a:rPr lang="zh-CN" altLang="en-US" dirty="0"/>
              <a:t>观察：通过调试工具跟踪观察变量。</a:t>
            </a:r>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p:txBody>
      </p:sp>
      <p:sp>
        <p:nvSpPr>
          <p:cNvPr id="55300" name="灯片编号占位符 5">
            <a:extLst>
              <a:ext uri="{FF2B5EF4-FFF2-40B4-BE49-F238E27FC236}">
                <a16:creationId xmlns:a16="http://schemas.microsoft.com/office/drawing/2014/main" id="{DAEFE524-DEE0-8DCD-83C0-1C60DA50A54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28B3B25-D456-49F2-A9B9-4F018322F52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32</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BFA0FC27-08B0-F914-CA67-FD6A7E129DC2}"/>
              </a:ext>
            </a:extLst>
          </p:cNvPr>
          <p:cNvSpPr>
            <a:spLocks noGrp="1"/>
          </p:cNvSpPr>
          <p:nvPr>
            <p:ph type="title"/>
          </p:nvPr>
        </p:nvSpPr>
        <p:spPr/>
        <p:txBody>
          <a:bodyPr/>
          <a:lstStyle/>
          <a:p>
            <a:r>
              <a:rPr lang="zh-CN" altLang="en-US"/>
              <a:t>补充</a:t>
            </a:r>
            <a:r>
              <a:rPr lang="en-US" altLang="zh-CN"/>
              <a:t>2-4</a:t>
            </a:r>
            <a:r>
              <a:rPr lang="zh-CN" altLang="en-US"/>
              <a:t>：整数变量的定义与输出</a:t>
            </a:r>
          </a:p>
        </p:txBody>
      </p:sp>
      <p:sp>
        <p:nvSpPr>
          <p:cNvPr id="57347" name="内容占位符 2">
            <a:extLst>
              <a:ext uri="{FF2B5EF4-FFF2-40B4-BE49-F238E27FC236}">
                <a16:creationId xmlns:a16="http://schemas.microsoft.com/office/drawing/2014/main" id="{CF448640-735D-9F2E-08F0-9077211CAA7E}"/>
              </a:ext>
            </a:extLst>
          </p:cNvPr>
          <p:cNvSpPr>
            <a:spLocks noGrp="1"/>
          </p:cNvSpPr>
          <p:nvPr>
            <p:ph idx="1"/>
          </p:nvPr>
        </p:nvSpPr>
        <p:spPr/>
        <p:txBody>
          <a:bodyPr/>
          <a:lstStyle/>
          <a:p>
            <a:pPr>
              <a:lnSpc>
                <a:spcPct val="150000"/>
              </a:lnSpc>
            </a:pPr>
            <a:r>
              <a:rPr lang="zh-CN" altLang="en-US"/>
              <a:t>主要知识点：有符号整数与无符号整数的差别</a:t>
            </a:r>
          </a:p>
          <a:p>
            <a:pPr lvl="1">
              <a:lnSpc>
                <a:spcPct val="150000"/>
              </a:lnSpc>
            </a:pPr>
            <a:r>
              <a:rPr lang="zh-CN" altLang="en-US"/>
              <a:t>无符号整数</a:t>
            </a:r>
            <a:r>
              <a:rPr lang="en-US" altLang="zh-CN"/>
              <a:t>unsigned short</a:t>
            </a:r>
            <a:r>
              <a:rPr lang="zh-CN" altLang="en-US"/>
              <a:t>取值范围为</a:t>
            </a:r>
            <a:r>
              <a:rPr lang="en-US" altLang="zh-CN"/>
              <a:t>0</a:t>
            </a:r>
            <a:r>
              <a:rPr lang="zh-CN" altLang="en-US"/>
              <a:t>～</a:t>
            </a:r>
            <a:r>
              <a:rPr lang="en-US" altLang="zh-CN"/>
              <a:t>65 535</a:t>
            </a:r>
            <a:r>
              <a:rPr lang="zh-CN" altLang="en-US"/>
              <a:t>；</a:t>
            </a:r>
            <a:endParaRPr lang="en-US" altLang="zh-CN"/>
          </a:p>
          <a:p>
            <a:pPr lvl="1">
              <a:lnSpc>
                <a:spcPct val="150000"/>
              </a:lnSpc>
            </a:pPr>
            <a:r>
              <a:rPr lang="zh-CN" altLang="en-US"/>
              <a:t>有符号整数</a:t>
            </a:r>
            <a:r>
              <a:rPr lang="en-US" altLang="zh-CN"/>
              <a:t>short</a:t>
            </a:r>
            <a:r>
              <a:rPr lang="zh-CN" altLang="en-US"/>
              <a:t>的取值范围为</a:t>
            </a:r>
            <a:r>
              <a:rPr lang="en-US" altLang="zh-CN"/>
              <a:t>-32768</a:t>
            </a:r>
            <a:r>
              <a:rPr lang="zh-CN" altLang="en-US"/>
              <a:t>～</a:t>
            </a:r>
            <a:r>
              <a:rPr lang="en-US" altLang="zh-CN"/>
              <a:t>32767</a:t>
            </a:r>
            <a:r>
              <a:rPr lang="zh-CN" altLang="en-US"/>
              <a:t>；</a:t>
            </a:r>
            <a:endParaRPr lang="en-US" altLang="zh-CN"/>
          </a:p>
          <a:p>
            <a:pPr lvl="1">
              <a:lnSpc>
                <a:spcPct val="150000"/>
              </a:lnSpc>
            </a:pPr>
            <a:r>
              <a:rPr lang="zh-CN" altLang="en-US"/>
              <a:t>如果超出数值类型取值范围，则会出现数值溢出。</a:t>
            </a:r>
          </a:p>
        </p:txBody>
      </p:sp>
      <p:sp>
        <p:nvSpPr>
          <p:cNvPr id="57348" name="灯片编号占位符 3">
            <a:extLst>
              <a:ext uri="{FF2B5EF4-FFF2-40B4-BE49-F238E27FC236}">
                <a16:creationId xmlns:a16="http://schemas.microsoft.com/office/drawing/2014/main" id="{10E70C3A-2F56-70BD-D39E-CD14C28E879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1DCC2F1-16DB-4177-848B-423D69BCE43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33</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C8145E9-F599-F48F-09F6-A05CDA0D7394}"/>
              </a:ext>
            </a:extLst>
          </p:cNvPr>
          <p:cNvSpPr>
            <a:spLocks noGrp="1"/>
          </p:cNvSpPr>
          <p:nvPr>
            <p:ph type="title"/>
          </p:nvPr>
        </p:nvSpPr>
        <p:spPr>
          <a:xfrm>
            <a:off x="323850" y="576263"/>
            <a:ext cx="8569325" cy="1066800"/>
          </a:xfrm>
        </p:spPr>
        <p:txBody>
          <a:bodyPr/>
          <a:lstStyle/>
          <a:p>
            <a:pPr eaLnBrk="1" hangingPunct="1"/>
            <a:r>
              <a:rPr lang="zh-CN" altLang="en-US"/>
              <a:t>补充</a:t>
            </a:r>
            <a:r>
              <a:rPr lang="en-US" altLang="zh-CN"/>
              <a:t>2-4</a:t>
            </a:r>
            <a:r>
              <a:rPr lang="zh-CN" altLang="en-US"/>
              <a:t>：整数变量的定义与输出（续）</a:t>
            </a:r>
          </a:p>
        </p:txBody>
      </p:sp>
      <p:sp>
        <p:nvSpPr>
          <p:cNvPr id="12" name="内容占位符 11">
            <a:extLst>
              <a:ext uri="{FF2B5EF4-FFF2-40B4-BE49-F238E27FC236}">
                <a16:creationId xmlns:a16="http://schemas.microsoft.com/office/drawing/2014/main" id="{A9E95559-58D9-A788-091D-D8C0972A91E4}"/>
              </a:ext>
            </a:extLst>
          </p:cNvPr>
          <p:cNvSpPr>
            <a:spLocks noGrp="1"/>
          </p:cNvSpPr>
          <p:nvPr>
            <p:ph idx="1"/>
          </p:nvPr>
        </p:nvSpPr>
        <p:spPr>
          <a:solidFill>
            <a:srgbClr val="85FFFF"/>
          </a:solidFill>
        </p:spPr>
        <p:txBody>
          <a:bodyPr>
            <a:normAutofit fontScale="85000" lnSpcReduction="20000"/>
          </a:bodyPr>
          <a:lstStyle/>
          <a:p>
            <a:pPr marL="365760" indent="-256032" eaLnBrk="1" fontAlgn="auto" hangingPunct="1">
              <a:spcAft>
                <a:spcPts val="0"/>
              </a:spcAft>
              <a:buClr>
                <a:schemeClr val="accent3"/>
              </a:buClr>
              <a:buFont typeface="Georgia" panose="02040502050405020303" pitchFamily="18" charset="0"/>
              <a:buNone/>
              <a:defRPr/>
            </a:pPr>
            <a:r>
              <a:rPr lang="en-US" altLang="zh-CN" dirty="0"/>
              <a:t>#include &lt;</a:t>
            </a:r>
            <a:r>
              <a:rPr lang="en-US" altLang="zh-CN" dirty="0" err="1"/>
              <a:t>iostream</a:t>
            </a:r>
            <a:r>
              <a:rPr lang="en-US" altLang="zh-CN" dirty="0"/>
              <a:t>&gt;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using namespace std;</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err="1"/>
              <a:t>int</a:t>
            </a:r>
            <a:r>
              <a:rPr lang="en-US" altLang="zh-CN" dirty="0"/>
              <a:t> main()</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short </a:t>
            </a:r>
            <a:r>
              <a:rPr lang="en-US" altLang="zh-CN" dirty="0" err="1"/>
              <a:t>int</a:t>
            </a:r>
            <a:r>
              <a:rPr lang="en-US" altLang="zh-CN" dirty="0"/>
              <a:t> </a:t>
            </a:r>
            <a:r>
              <a:rPr lang="en-US" altLang="zh-CN" dirty="0" err="1"/>
              <a:t>i</a:t>
            </a:r>
            <a:r>
              <a:rPr lang="en-US" altLang="zh-CN" dirty="0"/>
              <a: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unsigned short </a:t>
            </a:r>
            <a:r>
              <a:rPr lang="en-US" altLang="zh-CN" dirty="0" err="1"/>
              <a:t>int</a:t>
            </a:r>
            <a:r>
              <a:rPr lang="en-US" altLang="zh-CN" dirty="0"/>
              <a:t> j;</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j = 50000; </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a:t>
            </a:r>
            <a:r>
              <a:rPr lang="en-US" altLang="zh-CN" dirty="0" err="1"/>
              <a:t>i</a:t>
            </a:r>
            <a:r>
              <a:rPr lang="en-US" altLang="zh-CN" dirty="0"/>
              <a:t> = j;</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cout &lt;&lt; "Short int is:"&lt;&lt;</a:t>
            </a:r>
            <a:r>
              <a:rPr lang="en-US" altLang="zh-CN" dirty="0" err="1"/>
              <a:t>i</a:t>
            </a:r>
            <a:r>
              <a:rPr lang="en-US" altLang="zh-CN" dirty="0"/>
              <a:t>&lt;&lt;</a:t>
            </a:r>
            <a:r>
              <a:rPr lang="en-US" altLang="zh-CN" dirty="0" err="1"/>
              <a:t>endl</a:t>
            </a:r>
            <a:r>
              <a:rPr lang="en-US" altLang="zh-CN" dirty="0"/>
              <a: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cout &lt;&lt; "Short unsigned int is: "&lt;&lt;j&lt;&lt;</a:t>
            </a:r>
            <a:r>
              <a:rPr lang="en-US" altLang="zh-CN" dirty="0" err="1"/>
              <a:t>endl</a:t>
            </a:r>
            <a:r>
              <a:rPr lang="en-US" altLang="zh-CN" dirty="0"/>
              <a: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return </a:t>
            </a:r>
            <a:r>
              <a:rPr lang="en-US" altLang="zh-CN" dirty="0">
                <a:latin typeface="+mn-ea"/>
              </a:rPr>
              <a:t>0</a:t>
            </a:r>
            <a:r>
              <a:rPr lang="en-US" altLang="zh-CN" dirty="0"/>
              <a: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a:t>
            </a:r>
            <a:r>
              <a:rPr lang="zh-CN" altLang="en-US" dirty="0"/>
              <a:t>观察思考：将正数</a:t>
            </a:r>
            <a:r>
              <a:rPr lang="en-US" altLang="zh-CN" dirty="0"/>
              <a:t>50000</a:t>
            </a:r>
            <a:r>
              <a:rPr lang="zh-CN" altLang="en-US" dirty="0"/>
              <a:t>赋值给变量</a:t>
            </a:r>
            <a:r>
              <a:rPr lang="en-US" altLang="zh-CN" dirty="0" err="1"/>
              <a:t>i</a:t>
            </a:r>
            <a:r>
              <a:rPr lang="zh-CN" altLang="en-US" dirty="0"/>
              <a:t>以后，输出</a:t>
            </a:r>
            <a:r>
              <a:rPr lang="en-US" altLang="zh-CN" dirty="0" err="1"/>
              <a:t>i</a:t>
            </a:r>
            <a:r>
              <a:rPr lang="zh-CN" altLang="en-US" dirty="0"/>
              <a:t>的结果是什么？为什么？输出</a:t>
            </a:r>
            <a:r>
              <a:rPr lang="en-US" altLang="zh-CN" dirty="0"/>
              <a:t>j</a:t>
            </a:r>
            <a:r>
              <a:rPr lang="zh-CN" altLang="en-US" dirty="0"/>
              <a:t>的结果是什么？为什么？</a:t>
            </a:r>
          </a:p>
        </p:txBody>
      </p:sp>
      <p:sp>
        <p:nvSpPr>
          <p:cNvPr id="58372" name="灯片编号占位符 5">
            <a:extLst>
              <a:ext uri="{FF2B5EF4-FFF2-40B4-BE49-F238E27FC236}">
                <a16:creationId xmlns:a16="http://schemas.microsoft.com/office/drawing/2014/main" id="{063A222F-52BB-B5E8-7548-3DC597FAF9D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74E8082-332A-4A8D-B529-F0A4EFA980B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34</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9FE47CA5-1690-CA6D-1C7D-849A2A06B6F4}"/>
              </a:ext>
            </a:extLst>
          </p:cNvPr>
          <p:cNvSpPr>
            <a:spLocks noGrp="1"/>
          </p:cNvSpPr>
          <p:nvPr>
            <p:ph type="title"/>
          </p:nvPr>
        </p:nvSpPr>
        <p:spPr/>
        <p:txBody>
          <a:bodyPr/>
          <a:lstStyle/>
          <a:p>
            <a:r>
              <a:rPr lang="zh-CN" altLang="en-US"/>
              <a:t>补充</a:t>
            </a:r>
            <a:r>
              <a:rPr lang="en-US" altLang="zh-CN"/>
              <a:t>2-5</a:t>
            </a:r>
            <a:r>
              <a:rPr lang="zh-CN" altLang="en-US"/>
              <a:t>：不同类型整数的最值</a:t>
            </a:r>
          </a:p>
        </p:txBody>
      </p:sp>
      <p:sp>
        <p:nvSpPr>
          <p:cNvPr id="60419" name="内容占位符 2">
            <a:extLst>
              <a:ext uri="{FF2B5EF4-FFF2-40B4-BE49-F238E27FC236}">
                <a16:creationId xmlns:a16="http://schemas.microsoft.com/office/drawing/2014/main" id="{0901FB0A-85EB-27BD-F1D1-50F66E280FE6}"/>
              </a:ext>
            </a:extLst>
          </p:cNvPr>
          <p:cNvSpPr>
            <a:spLocks noGrp="1"/>
          </p:cNvSpPr>
          <p:nvPr>
            <p:ph idx="1"/>
          </p:nvPr>
        </p:nvSpPr>
        <p:spPr/>
        <p:txBody>
          <a:bodyPr/>
          <a:lstStyle/>
          <a:p>
            <a:pPr>
              <a:lnSpc>
                <a:spcPct val="150000"/>
              </a:lnSpc>
            </a:pPr>
            <a:r>
              <a:rPr lang="zh-CN" altLang="en-US"/>
              <a:t>主要知识点：整数类型变量</a:t>
            </a:r>
          </a:p>
          <a:p>
            <a:pPr lvl="1">
              <a:lnSpc>
                <a:spcPct val="150000"/>
              </a:lnSpc>
            </a:pPr>
            <a:r>
              <a:rPr lang="zh-CN" altLang="en-US"/>
              <a:t>标准</a:t>
            </a:r>
            <a:r>
              <a:rPr lang="en-US" altLang="zh-CN"/>
              <a:t>C++</a:t>
            </a:r>
            <a:r>
              <a:rPr lang="zh-CN" altLang="en-US"/>
              <a:t>中有</a:t>
            </a:r>
            <a:r>
              <a:rPr lang="en-US" altLang="zh-CN"/>
              <a:t>6</a:t>
            </a:r>
            <a:r>
              <a:rPr lang="zh-CN" altLang="en-US"/>
              <a:t>种整数类型，它们是</a:t>
            </a:r>
            <a:r>
              <a:rPr lang="en-US" altLang="zh-CN"/>
              <a:t>short</a:t>
            </a:r>
            <a:r>
              <a:rPr lang="zh-CN" altLang="en-US"/>
              <a:t>、</a:t>
            </a:r>
            <a:r>
              <a:rPr lang="en-US" altLang="zh-CN"/>
              <a:t>int</a:t>
            </a:r>
            <a:r>
              <a:rPr lang="zh-CN" altLang="en-US"/>
              <a:t>、</a:t>
            </a:r>
            <a:r>
              <a:rPr lang="en-US" altLang="zh-CN"/>
              <a:t>long</a:t>
            </a:r>
            <a:r>
              <a:rPr lang="zh-CN" altLang="en-US"/>
              <a:t>、</a:t>
            </a:r>
            <a:r>
              <a:rPr lang="en-US" altLang="zh-CN"/>
              <a:t>unsigned short</a:t>
            </a:r>
            <a:r>
              <a:rPr lang="zh-CN" altLang="en-US"/>
              <a:t>、</a:t>
            </a:r>
            <a:r>
              <a:rPr lang="en-US" altLang="zh-CN"/>
              <a:t>unsigned int </a:t>
            </a:r>
            <a:r>
              <a:rPr lang="zh-CN" altLang="en-US"/>
              <a:t>和</a:t>
            </a:r>
            <a:r>
              <a:rPr lang="en-US" altLang="zh-CN"/>
              <a:t>unsigned long</a:t>
            </a:r>
            <a:r>
              <a:rPr lang="zh-CN" altLang="en-US"/>
              <a:t>。</a:t>
            </a:r>
            <a:endParaRPr lang="en-US" altLang="zh-CN"/>
          </a:p>
          <a:p>
            <a:pPr lvl="1">
              <a:lnSpc>
                <a:spcPct val="150000"/>
              </a:lnSpc>
            </a:pPr>
            <a:r>
              <a:rPr lang="en-US" altLang="zh-CN"/>
              <a:t>C++</a:t>
            </a:r>
            <a:r>
              <a:rPr lang="zh-CN" altLang="en-US"/>
              <a:t>头文件</a:t>
            </a:r>
            <a:r>
              <a:rPr lang="en-US" altLang="zh-CN"/>
              <a:t>limits</a:t>
            </a:r>
            <a:r>
              <a:rPr lang="zh-CN" altLang="en-US"/>
              <a:t>中定义了一系列符号常量来表示这些最值。</a:t>
            </a:r>
          </a:p>
          <a:p>
            <a:endParaRPr lang="zh-CN" altLang="en-US"/>
          </a:p>
        </p:txBody>
      </p:sp>
      <p:sp>
        <p:nvSpPr>
          <p:cNvPr id="60420" name="灯片编号占位符 3">
            <a:extLst>
              <a:ext uri="{FF2B5EF4-FFF2-40B4-BE49-F238E27FC236}">
                <a16:creationId xmlns:a16="http://schemas.microsoft.com/office/drawing/2014/main" id="{D69D9359-A9A4-D4FF-C1D1-400ADA831F3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D1B2742-6E46-435C-8EE0-C3FADBF1474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35</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3E8125-E52F-273E-5231-5AD2B25569E6}"/>
              </a:ext>
            </a:extLst>
          </p:cNvPr>
          <p:cNvSpPr>
            <a:spLocks noGrp="1"/>
          </p:cNvSpPr>
          <p:nvPr>
            <p:ph type="title"/>
          </p:nvPr>
        </p:nvSpPr>
        <p:spPr/>
        <p:txBody>
          <a:bodyPr/>
          <a:lstStyle/>
          <a:p>
            <a:pPr eaLnBrk="1" hangingPunct="1"/>
            <a:r>
              <a:rPr lang="zh-CN" altLang="en-US"/>
              <a:t>补充</a:t>
            </a:r>
            <a:r>
              <a:rPr lang="en-US" altLang="zh-CN"/>
              <a:t>2-5</a:t>
            </a:r>
            <a:r>
              <a:rPr lang="zh-CN" altLang="en-US"/>
              <a:t>：不同类型整数的最值（续）</a:t>
            </a:r>
          </a:p>
        </p:txBody>
      </p:sp>
      <p:sp>
        <p:nvSpPr>
          <p:cNvPr id="12" name="内容占位符 11">
            <a:extLst>
              <a:ext uri="{FF2B5EF4-FFF2-40B4-BE49-F238E27FC236}">
                <a16:creationId xmlns:a16="http://schemas.microsoft.com/office/drawing/2014/main" id="{7BF10502-B1A2-9E13-D24D-EB41354E50B2}"/>
              </a:ext>
            </a:extLst>
          </p:cNvPr>
          <p:cNvSpPr>
            <a:spLocks noGrp="1"/>
          </p:cNvSpPr>
          <p:nvPr>
            <p:ph idx="1"/>
          </p:nvPr>
        </p:nvSpPr>
        <p:spPr>
          <a:xfrm>
            <a:off x="457200" y="1412875"/>
            <a:ext cx="8229600" cy="5256213"/>
          </a:xfrm>
          <a:solidFill>
            <a:srgbClr val="85FFFF"/>
          </a:solidFill>
        </p:spPr>
        <p:txBody>
          <a:bodyPr>
            <a:noAutofit/>
          </a:bodyPr>
          <a:lstStyle/>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#include &lt;</a:t>
            </a:r>
            <a:r>
              <a:rPr lang="en-US" altLang="zh-CN" sz="2000" dirty="0" err="1"/>
              <a:t>iostream</a:t>
            </a:r>
            <a:r>
              <a:rPr lang="en-US" altLang="zh-CN" sz="2000" dirty="0"/>
              <a:t>&gt;</a:t>
            </a:r>
            <a:endParaRPr lang="zh-CN" altLang="en-US" sz="2000" dirty="0"/>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#include &lt;iostream&gt;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#include &lt;</a:t>
            </a:r>
            <a:r>
              <a:rPr lang="en-US" altLang="zh-CN" sz="2000" dirty="0" err="1"/>
              <a:t>climits</a:t>
            </a:r>
            <a:r>
              <a:rPr lang="en-US" altLang="zh-CN" sz="2000" dirty="0"/>
              <a:t>&gt;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using namespace std;</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int main()</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  cout &lt;&lt;"Min of short is: "&lt;&lt;SHRT_MIN&lt;&lt;</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   cout &lt;&lt;"Max of short is: "&lt;&lt;SHRT_MAX&lt;&lt;</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   cout &lt;&lt;"Min of int is: "&lt;&lt;INT_MIN&lt;&lt;</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   cout &lt;&lt;"Max of int is: "&lt;&lt;INT_MAX&lt;&lt;</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   cout &lt;&lt;"Min of long is: "&lt;&lt;LONG_MIN&lt;&lt;</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   cout &lt;&lt;"Max of long is: "&lt;&lt;LONG_MAX&lt;&lt;</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   cout &lt;&lt;"Max of unsigned short is: "&lt;&lt;USHRT_MAX&lt;&lt;</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   cout &lt;&lt;"Max of unsigned int is: "&lt;&lt;UINT_MAX&lt;&lt;</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   cout &lt;&lt;"Max of unsigned long is: "&lt;&lt;ULONG_MAX&lt;&lt;</a:t>
            </a:r>
            <a:r>
              <a:rPr lang="en-US" altLang="zh-CN" sz="2000" dirty="0" err="1"/>
              <a:t>endl</a:t>
            </a: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   return </a:t>
            </a:r>
            <a:r>
              <a:rPr lang="en-US" altLang="zh-CN" sz="2000" dirty="0">
                <a:latin typeface="+mn-ea"/>
              </a:rPr>
              <a:t>0</a:t>
            </a: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000" dirty="0"/>
              <a:t>//</a:t>
            </a:r>
            <a:r>
              <a:rPr lang="zh-CN" altLang="en-US" sz="2000" dirty="0"/>
              <a:t>观察：输出的值</a:t>
            </a:r>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0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0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000" dirty="0"/>
          </a:p>
        </p:txBody>
      </p:sp>
      <p:sp>
        <p:nvSpPr>
          <p:cNvPr id="61444" name="灯片编号占位符 5">
            <a:extLst>
              <a:ext uri="{FF2B5EF4-FFF2-40B4-BE49-F238E27FC236}">
                <a16:creationId xmlns:a16="http://schemas.microsoft.com/office/drawing/2014/main" id="{94A6B0D2-4810-30FE-29B8-A9B54766046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54AE17E-DCF6-4CCE-A747-E5784CEC8A7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36</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CDF09698-0A45-0783-F9E8-218D0F4D1A3D}"/>
              </a:ext>
            </a:extLst>
          </p:cNvPr>
          <p:cNvSpPr>
            <a:spLocks noGrp="1"/>
          </p:cNvSpPr>
          <p:nvPr>
            <p:ph type="title"/>
          </p:nvPr>
        </p:nvSpPr>
        <p:spPr/>
        <p:txBody>
          <a:bodyPr/>
          <a:lstStyle/>
          <a:p>
            <a:r>
              <a:rPr lang="zh-CN" altLang="en-US"/>
              <a:t>补充</a:t>
            </a:r>
            <a:r>
              <a:rPr lang="en-US" altLang="zh-CN"/>
              <a:t>2-6</a:t>
            </a:r>
            <a:r>
              <a:rPr lang="zh-CN" altLang="en-US"/>
              <a:t>：整型文字常量的应用</a:t>
            </a:r>
          </a:p>
        </p:txBody>
      </p:sp>
      <p:sp>
        <p:nvSpPr>
          <p:cNvPr id="63491" name="内容占位符 2">
            <a:extLst>
              <a:ext uri="{FF2B5EF4-FFF2-40B4-BE49-F238E27FC236}">
                <a16:creationId xmlns:a16="http://schemas.microsoft.com/office/drawing/2014/main" id="{2EE23C54-8F4A-F1FC-D4C8-734ABC1333C5}"/>
              </a:ext>
            </a:extLst>
          </p:cNvPr>
          <p:cNvSpPr>
            <a:spLocks noGrp="1"/>
          </p:cNvSpPr>
          <p:nvPr>
            <p:ph idx="1"/>
          </p:nvPr>
        </p:nvSpPr>
        <p:spPr>
          <a:xfrm>
            <a:off x="325438" y="1493838"/>
            <a:ext cx="8229600" cy="4787900"/>
          </a:xfrm>
        </p:spPr>
        <p:txBody>
          <a:bodyPr/>
          <a:lstStyle/>
          <a:p>
            <a:pPr>
              <a:lnSpc>
                <a:spcPct val="150000"/>
              </a:lnSpc>
            </a:pPr>
            <a:r>
              <a:rPr lang="zh-CN" altLang="en-US"/>
              <a:t>标准</a:t>
            </a:r>
            <a:r>
              <a:rPr lang="en-US" altLang="zh-CN"/>
              <a:t>C++</a:t>
            </a:r>
            <a:r>
              <a:rPr lang="zh-CN" altLang="en-US"/>
              <a:t>中整数文字常量有下列形式。</a:t>
            </a:r>
          </a:p>
          <a:p>
            <a:pPr lvl="1">
              <a:lnSpc>
                <a:spcPct val="150000"/>
              </a:lnSpc>
            </a:pPr>
            <a:r>
              <a:rPr lang="en-US" altLang="zh-CN"/>
              <a:t>3</a:t>
            </a:r>
            <a:r>
              <a:rPr lang="zh-CN" altLang="en-US"/>
              <a:t>种进位计数制</a:t>
            </a:r>
            <a:r>
              <a:rPr lang="en-US" altLang="zh-CN"/>
              <a:t>——</a:t>
            </a:r>
            <a:r>
              <a:rPr lang="zh-CN" altLang="en-US"/>
              <a:t>八进制、十进制、十六进制</a:t>
            </a:r>
          </a:p>
          <a:p>
            <a:pPr lvl="1">
              <a:lnSpc>
                <a:spcPct val="150000"/>
              </a:lnSpc>
            </a:pPr>
            <a:r>
              <a:rPr lang="zh-CN" altLang="en-US"/>
              <a:t>无符号整数文字常量（后缀</a:t>
            </a:r>
            <a:r>
              <a:rPr lang="en-US" altLang="zh-CN"/>
              <a:t>u</a:t>
            </a:r>
            <a:r>
              <a:rPr lang="zh-CN" altLang="en-US"/>
              <a:t>或</a:t>
            </a:r>
            <a:r>
              <a:rPr lang="en-US" altLang="zh-CN"/>
              <a:t>U</a:t>
            </a:r>
            <a:r>
              <a:rPr lang="zh-CN" altLang="en-US"/>
              <a:t>）</a:t>
            </a:r>
          </a:p>
          <a:p>
            <a:pPr lvl="1">
              <a:lnSpc>
                <a:spcPct val="150000"/>
              </a:lnSpc>
            </a:pPr>
            <a:r>
              <a:rPr lang="zh-CN" altLang="en-US"/>
              <a:t>长整数文字常量（后缀</a:t>
            </a:r>
            <a:r>
              <a:rPr lang="en-US" altLang="zh-CN"/>
              <a:t>l</a:t>
            </a:r>
            <a:r>
              <a:rPr lang="zh-CN" altLang="en-US"/>
              <a:t>或</a:t>
            </a:r>
            <a:r>
              <a:rPr lang="en-US" altLang="zh-CN"/>
              <a:t>L</a:t>
            </a:r>
            <a:r>
              <a:rPr lang="zh-CN" altLang="en-US"/>
              <a:t>）</a:t>
            </a:r>
          </a:p>
          <a:p>
            <a:pPr>
              <a:lnSpc>
                <a:spcPct val="150000"/>
              </a:lnSpc>
            </a:pPr>
            <a:r>
              <a:rPr lang="zh-CN" altLang="en-US"/>
              <a:t>各种进制整数的输入与输出</a:t>
            </a:r>
          </a:p>
          <a:p>
            <a:pPr lvl="1">
              <a:lnSpc>
                <a:spcPct val="150000"/>
              </a:lnSpc>
            </a:pPr>
            <a:r>
              <a:rPr lang="zh-CN" altLang="en-US"/>
              <a:t>程序中在输入与输出数据时可以使用操纵符来指出进制。</a:t>
            </a:r>
            <a:r>
              <a:rPr lang="en-US" altLang="zh-CN"/>
              <a:t>dec</a:t>
            </a:r>
            <a:r>
              <a:rPr lang="zh-CN" altLang="en-US"/>
              <a:t>是十进制操作符，</a:t>
            </a:r>
            <a:r>
              <a:rPr lang="en-US" altLang="zh-CN"/>
              <a:t>oct</a:t>
            </a:r>
            <a:r>
              <a:rPr lang="zh-CN" altLang="en-US"/>
              <a:t>是八进制操作符，</a:t>
            </a:r>
            <a:r>
              <a:rPr lang="en-US" altLang="zh-CN"/>
              <a:t>hex</a:t>
            </a:r>
            <a:r>
              <a:rPr lang="zh-CN" altLang="en-US"/>
              <a:t>是十六进制操作符。</a:t>
            </a:r>
          </a:p>
          <a:p>
            <a:endParaRPr lang="zh-CN" altLang="en-US"/>
          </a:p>
        </p:txBody>
      </p:sp>
      <p:sp>
        <p:nvSpPr>
          <p:cNvPr id="63492" name="灯片编号占位符 3">
            <a:extLst>
              <a:ext uri="{FF2B5EF4-FFF2-40B4-BE49-F238E27FC236}">
                <a16:creationId xmlns:a16="http://schemas.microsoft.com/office/drawing/2014/main" id="{3CE8FADA-3945-6FAD-226C-213627BD16D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3E7EAEC-FEFC-4D74-A5E5-98348892A44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37</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C9F2DC49-D3C6-786E-E499-E2EF877B6F04}"/>
              </a:ext>
            </a:extLst>
          </p:cNvPr>
          <p:cNvSpPr>
            <a:spLocks noGrp="1"/>
          </p:cNvSpPr>
          <p:nvPr>
            <p:ph type="title"/>
          </p:nvPr>
        </p:nvSpPr>
        <p:spPr/>
        <p:txBody>
          <a:bodyPr/>
          <a:lstStyle/>
          <a:p>
            <a:pPr eaLnBrk="1" hangingPunct="1"/>
            <a:r>
              <a:rPr lang="zh-CN" altLang="en-US"/>
              <a:t>补充</a:t>
            </a:r>
            <a:r>
              <a:rPr lang="en-US" altLang="zh-CN"/>
              <a:t>2-6</a:t>
            </a:r>
            <a:r>
              <a:rPr lang="zh-CN" altLang="en-US"/>
              <a:t>：整型文字常量的应用（续）</a:t>
            </a:r>
          </a:p>
        </p:txBody>
      </p:sp>
      <p:sp>
        <p:nvSpPr>
          <p:cNvPr id="12" name="内容占位符 11">
            <a:extLst>
              <a:ext uri="{FF2B5EF4-FFF2-40B4-BE49-F238E27FC236}">
                <a16:creationId xmlns:a16="http://schemas.microsoft.com/office/drawing/2014/main" id="{4D4F828F-6723-F247-2C16-5350AEB4DD7D}"/>
              </a:ext>
            </a:extLst>
          </p:cNvPr>
          <p:cNvSpPr>
            <a:spLocks noGrp="1"/>
          </p:cNvSpPr>
          <p:nvPr>
            <p:ph idx="1"/>
          </p:nvPr>
        </p:nvSpPr>
        <p:spPr>
          <a:solidFill>
            <a:srgbClr val="85FFFF"/>
          </a:solidFill>
        </p:spPr>
        <p:txBody>
          <a:bodyPr>
            <a:normAutofit fontScale="85000" lnSpcReduction="20000"/>
          </a:bodyPr>
          <a:lstStyle/>
          <a:p>
            <a:pPr marL="365760" indent="-256032" eaLnBrk="1" fontAlgn="auto" hangingPunct="1">
              <a:spcAft>
                <a:spcPts val="0"/>
              </a:spcAft>
              <a:buClr>
                <a:schemeClr val="accent3"/>
              </a:buClr>
              <a:buFont typeface="Georgia" panose="02040502050405020303" pitchFamily="18" charset="0"/>
              <a:buNone/>
              <a:defRPr/>
            </a:pPr>
            <a:r>
              <a:rPr lang="en-US" altLang="zh-CN" dirty="0"/>
              <a:t>#include &lt;</a:t>
            </a:r>
            <a:r>
              <a:rPr lang="en-US" altLang="zh-CN" dirty="0" err="1"/>
              <a:t>iostream</a:t>
            </a:r>
            <a:r>
              <a:rPr lang="en-US" altLang="zh-CN" dirty="0"/>
              <a:t>&gt;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#include &lt;limits&gt;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using namespace std;</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err="1"/>
              <a:t>int</a:t>
            </a:r>
            <a:r>
              <a:rPr lang="en-US" altLang="zh-CN" dirty="0"/>
              <a:t> main()</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a:t>
            </a:r>
            <a:r>
              <a:rPr lang="en-US" altLang="zh-CN" dirty="0" err="1"/>
              <a:t>int</a:t>
            </a:r>
            <a:r>
              <a:rPr lang="en-US" altLang="zh-CN" dirty="0"/>
              <a:t> </a:t>
            </a:r>
            <a:r>
              <a:rPr lang="en-US" altLang="zh-CN" dirty="0" err="1"/>
              <a:t>isample</a:t>
            </a:r>
            <a:r>
              <a:rPr lang="en-US" altLang="zh-CN" dirty="0"/>
              <a:t>, </a:t>
            </a:r>
            <a:r>
              <a:rPr lang="en-US" altLang="zh-CN" dirty="0" err="1"/>
              <a:t>osample</a:t>
            </a:r>
            <a:r>
              <a:rPr lang="en-US" altLang="zh-CN" dirty="0"/>
              <a:t>, </a:t>
            </a:r>
            <a:r>
              <a:rPr lang="en-US" altLang="zh-CN" dirty="0" err="1"/>
              <a:t>hsample</a:t>
            </a:r>
            <a:r>
              <a:rPr lang="en-US" altLang="zh-CN" dirty="0"/>
              <a: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unsigned long </a:t>
            </a:r>
            <a:r>
              <a:rPr lang="en-US" altLang="zh-CN" dirty="0" err="1"/>
              <a:t>ulsample</a:t>
            </a:r>
            <a:r>
              <a:rPr lang="en-US" altLang="zh-CN" dirty="0"/>
              <a:t>;   </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cin&gt;&gt;</a:t>
            </a:r>
            <a:r>
              <a:rPr lang="en-US" altLang="zh-CN" dirty="0" err="1"/>
              <a:t>isample</a:t>
            </a:r>
            <a:r>
              <a:rPr lang="en-US" altLang="zh-CN" dirty="0"/>
              <a:t>&gt;&gt;oct&gt;&gt;</a:t>
            </a:r>
            <a:r>
              <a:rPr lang="en-US" altLang="zh-CN" dirty="0" err="1"/>
              <a:t>osample</a:t>
            </a:r>
            <a:r>
              <a:rPr lang="en-US" altLang="zh-CN" dirty="0"/>
              <a:t>&gt;&gt;hex&gt;&gt;</a:t>
            </a:r>
            <a:r>
              <a:rPr lang="en-US" altLang="zh-CN" dirty="0" err="1"/>
              <a:t>hsample</a:t>
            </a:r>
            <a:r>
              <a:rPr lang="en-US" altLang="zh-CN" dirty="0"/>
              <a:t>; </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cout&lt;&lt;</a:t>
            </a:r>
            <a:r>
              <a:rPr lang="en-US" altLang="zh-CN" dirty="0" err="1"/>
              <a:t>isample</a:t>
            </a:r>
            <a:r>
              <a:rPr lang="en-US" altLang="zh-CN" dirty="0"/>
              <a:t>&lt;&lt;';'&lt;&lt;oct&lt;&lt;</a:t>
            </a:r>
            <a:r>
              <a:rPr lang="en-US" altLang="zh-CN" dirty="0" err="1"/>
              <a:t>osample</a:t>
            </a:r>
            <a:r>
              <a:rPr lang="en-US" altLang="zh-CN" dirty="0"/>
              <a:t>&lt;&lt;';‘</a:t>
            </a:r>
          </a:p>
          <a:p>
            <a:pPr marL="365760" indent="-256032" eaLnBrk="1" fontAlgn="auto" hangingPunct="1">
              <a:spcAft>
                <a:spcPts val="0"/>
              </a:spcAft>
              <a:buClr>
                <a:schemeClr val="accent3"/>
              </a:buClr>
              <a:buFont typeface="Georgia" panose="02040502050405020303" pitchFamily="18" charset="0"/>
              <a:buNone/>
              <a:defRPr/>
            </a:pPr>
            <a:r>
              <a:rPr lang="en-US" altLang="zh-CN" dirty="0"/>
              <a:t>          &lt;&lt;hex&lt;&lt;</a:t>
            </a:r>
            <a:r>
              <a:rPr lang="en-US" altLang="zh-CN" dirty="0" err="1"/>
              <a:t>hsample</a:t>
            </a:r>
            <a:r>
              <a:rPr lang="en-US" altLang="zh-CN" dirty="0"/>
              <a:t>&lt;&lt;</a:t>
            </a:r>
            <a:r>
              <a:rPr lang="en-US" altLang="zh-CN" dirty="0" err="1"/>
              <a:t>endl</a:t>
            </a:r>
            <a:r>
              <a:rPr lang="en-US" altLang="zh-CN" dirty="0"/>
              <a:t>;   </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a:t>
            </a:r>
            <a:r>
              <a:rPr lang="en-US" altLang="zh-CN" dirty="0" err="1"/>
              <a:t>isample</a:t>
            </a:r>
            <a:r>
              <a:rPr lang="en-US" altLang="zh-CN" dirty="0"/>
              <a:t>=123;</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a:t>
            </a:r>
            <a:r>
              <a:rPr lang="en-US" altLang="zh-CN" dirty="0" err="1"/>
              <a:t>osample</a:t>
            </a:r>
            <a:r>
              <a:rPr lang="en-US" altLang="zh-CN" dirty="0"/>
              <a:t>=</a:t>
            </a:r>
            <a:r>
              <a:rPr lang="en-US" altLang="zh-CN" dirty="0">
                <a:latin typeface="+mn-ea"/>
              </a:rPr>
              <a:t>0</a:t>
            </a:r>
            <a:r>
              <a:rPr lang="en-US" altLang="zh-CN" dirty="0"/>
              <a:t>173;</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   </a:t>
            </a:r>
            <a:r>
              <a:rPr lang="en-US" altLang="zh-CN" dirty="0" err="1"/>
              <a:t>hsample</a:t>
            </a:r>
            <a:r>
              <a:rPr lang="en-US" altLang="zh-CN" dirty="0"/>
              <a:t>=</a:t>
            </a:r>
            <a:r>
              <a:rPr lang="en-US" altLang="zh-CN" dirty="0">
                <a:latin typeface="+mn-ea"/>
              </a:rPr>
              <a:t>0x7B</a:t>
            </a:r>
            <a:r>
              <a:rPr lang="en-US" altLang="zh-CN" dirty="0"/>
              <a:t>;</a:t>
            </a:r>
            <a:endParaRPr lang="en-US" altLang="zh-CN" sz="2700" dirty="0"/>
          </a:p>
          <a:p>
            <a:pPr marL="365760" lvl="1" indent="-256032" eaLnBrk="1" fontAlgn="auto" hangingPunct="1">
              <a:spcAft>
                <a:spcPts val="0"/>
              </a:spcAft>
              <a:buClr>
                <a:schemeClr val="accent3"/>
              </a:buClr>
              <a:buFont typeface="Georgia" panose="02040502050405020303" pitchFamily="18" charset="0"/>
              <a:buNone/>
              <a:defRPr/>
            </a:pPr>
            <a:r>
              <a:rPr lang="en-US" altLang="zh-CN" sz="2700" dirty="0">
                <a:solidFill>
                  <a:schemeClr val="tx1"/>
                </a:solidFill>
              </a:rPr>
              <a:t>  </a:t>
            </a:r>
            <a:r>
              <a:rPr lang="en-US" altLang="zh-CN" sz="2700" dirty="0" err="1">
                <a:solidFill>
                  <a:schemeClr val="tx1"/>
                </a:solidFill>
              </a:rPr>
              <a:t>ulsample</a:t>
            </a:r>
            <a:r>
              <a:rPr lang="en-US" altLang="zh-CN" sz="2700" dirty="0">
                <a:solidFill>
                  <a:schemeClr val="tx1"/>
                </a:solidFill>
              </a:rPr>
              <a:t>=</a:t>
            </a:r>
            <a:r>
              <a:rPr lang="en-US" altLang="zh-CN" sz="2700" dirty="0">
                <a:solidFill>
                  <a:schemeClr val="tx1"/>
                </a:solidFill>
                <a:latin typeface="+mn-ea"/>
              </a:rPr>
              <a:t>4294967295</a:t>
            </a:r>
            <a:r>
              <a:rPr lang="en-US" altLang="zh-CN" sz="2700" dirty="0">
                <a:solidFill>
                  <a:schemeClr val="tx1"/>
                </a:solidFill>
              </a:rPr>
              <a:t>UL;</a:t>
            </a:r>
            <a:endParaRPr lang="zh-CN" altLang="en-US" sz="2700" dirty="0">
              <a:solidFill>
                <a:schemeClr val="tx1"/>
              </a:solidFill>
            </a:endParaRPr>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p:txBody>
      </p:sp>
      <p:sp>
        <p:nvSpPr>
          <p:cNvPr id="64516" name="灯片编号占位符 5">
            <a:extLst>
              <a:ext uri="{FF2B5EF4-FFF2-40B4-BE49-F238E27FC236}">
                <a16:creationId xmlns:a16="http://schemas.microsoft.com/office/drawing/2014/main" id="{07756462-A76F-20F4-4B49-AC9C4E7BE47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5A925F5-78A8-4F1E-86D3-B621B4B277C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38</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FC4E9501-D749-0FF8-11FC-11EE6DBD8506}"/>
              </a:ext>
            </a:extLst>
          </p:cNvPr>
          <p:cNvSpPr>
            <a:spLocks noGrp="1"/>
          </p:cNvSpPr>
          <p:nvPr>
            <p:ph type="title"/>
          </p:nvPr>
        </p:nvSpPr>
        <p:spPr/>
        <p:txBody>
          <a:bodyPr/>
          <a:lstStyle/>
          <a:p>
            <a:pPr eaLnBrk="1" hangingPunct="1"/>
            <a:r>
              <a:rPr lang="zh-CN" altLang="en-US"/>
              <a:t>补充</a:t>
            </a:r>
            <a:r>
              <a:rPr lang="en-US" altLang="zh-CN"/>
              <a:t>2-6</a:t>
            </a:r>
            <a:r>
              <a:rPr lang="zh-CN" altLang="en-US"/>
              <a:t>（续）</a:t>
            </a:r>
          </a:p>
        </p:txBody>
      </p:sp>
      <p:sp>
        <p:nvSpPr>
          <p:cNvPr id="12" name="内容占位符 11">
            <a:extLst>
              <a:ext uri="{FF2B5EF4-FFF2-40B4-BE49-F238E27FC236}">
                <a16:creationId xmlns:a16="http://schemas.microsoft.com/office/drawing/2014/main" id="{6B7D7F62-7983-23F2-7D40-ECC418BB0A10}"/>
              </a:ext>
            </a:extLst>
          </p:cNvPr>
          <p:cNvSpPr>
            <a:spLocks noGrp="1"/>
          </p:cNvSpPr>
          <p:nvPr>
            <p:ph idx="1"/>
          </p:nvPr>
        </p:nvSpPr>
        <p:spPr>
          <a:solidFill>
            <a:srgbClr val="85FFFF"/>
          </a:solidFill>
        </p:spPr>
        <p:txBody>
          <a:bodyPr>
            <a:noAutofit/>
          </a:bodyPr>
          <a:lstStyle/>
          <a:p>
            <a:pPr marL="365760" indent="-256032" eaLnBrk="1" fontAlgn="auto" hangingPunct="1">
              <a:spcAft>
                <a:spcPts val="0"/>
              </a:spcAft>
              <a:buClr>
                <a:schemeClr val="accent3"/>
              </a:buClr>
              <a:buFont typeface="Georgia" panose="02040502050405020303" pitchFamily="18" charset="0"/>
              <a:buNone/>
              <a:defRPr/>
            </a:pPr>
            <a:r>
              <a:rPr lang="en-US" altLang="zh-CN" sz="2400" dirty="0"/>
              <a:t>  cout&lt;&lt;dec&lt;&lt;</a:t>
            </a:r>
            <a:r>
              <a:rPr lang="en-US" altLang="zh-CN" sz="2400" dirty="0" err="1"/>
              <a:t>isample</a:t>
            </a:r>
            <a:r>
              <a:rPr lang="en-US" altLang="zh-CN" sz="2400" dirty="0"/>
              <a:t>&lt;&lt;';'&lt;&lt;oct&lt;&lt; </a:t>
            </a:r>
            <a:r>
              <a:rPr lang="en-US" altLang="zh-CN" sz="2400" dirty="0" err="1"/>
              <a:t>isample</a:t>
            </a:r>
            <a:r>
              <a:rPr lang="en-US" altLang="zh-CN" sz="2400" dirty="0"/>
              <a:t> </a:t>
            </a:r>
          </a:p>
          <a:p>
            <a:pPr marL="365760" indent="-256032" eaLnBrk="1" fontAlgn="auto" hangingPunct="1">
              <a:spcAft>
                <a:spcPts val="0"/>
              </a:spcAft>
              <a:buClr>
                <a:schemeClr val="accent3"/>
              </a:buClr>
              <a:buFont typeface="Georgia" panose="02040502050405020303" pitchFamily="18" charset="0"/>
              <a:buNone/>
              <a:defRPr/>
            </a:pPr>
            <a:r>
              <a:rPr lang="en-US" altLang="zh-CN" sz="2400" dirty="0"/>
              <a:t>       &lt;&lt;';'&lt;&lt;hex&lt;&lt; </a:t>
            </a:r>
            <a:r>
              <a:rPr lang="en-US" altLang="zh-CN" sz="2400" dirty="0" err="1"/>
              <a:t>isample</a:t>
            </a:r>
            <a:r>
              <a:rPr lang="en-US" altLang="zh-CN" sz="2400" dirty="0"/>
              <a:t> &lt;&lt;</a:t>
            </a:r>
            <a:r>
              <a:rPr lang="en-US" altLang="zh-CN" sz="2400" dirty="0" err="1"/>
              <a:t>endl</a:t>
            </a:r>
            <a:r>
              <a:rPr lang="en-US" altLang="zh-CN" sz="2400" dirty="0"/>
              <a:t>;</a:t>
            </a:r>
          </a:p>
          <a:p>
            <a:pPr marL="365760" indent="-256032" eaLnBrk="1" fontAlgn="auto" hangingPunct="1">
              <a:spcAft>
                <a:spcPts val="0"/>
              </a:spcAft>
              <a:buClr>
                <a:schemeClr val="accent3"/>
              </a:buClr>
              <a:buFont typeface="Georgia" panose="02040502050405020303" pitchFamily="18" charset="0"/>
              <a:buNone/>
              <a:defRPr/>
            </a:pPr>
            <a:r>
              <a:rPr lang="en-US" altLang="zh-CN" sz="2400" dirty="0"/>
              <a:t>  cout&lt;&lt;dec&lt;&lt; </a:t>
            </a:r>
            <a:r>
              <a:rPr lang="en-US" altLang="zh-CN" sz="2400" dirty="0" err="1"/>
              <a:t>osample</a:t>
            </a:r>
            <a:r>
              <a:rPr lang="en-US" altLang="zh-CN" sz="2400" dirty="0"/>
              <a:t>&lt;&lt;';' &lt;&lt;oct&lt;&lt;</a:t>
            </a:r>
            <a:r>
              <a:rPr lang="en-US" altLang="zh-CN" sz="2400" dirty="0" err="1"/>
              <a:t>osample</a:t>
            </a:r>
            <a:endParaRPr lang="en-US" altLang="zh-CN"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a:t>       &lt;&lt;';'&lt;&lt;hex&lt;&lt; </a:t>
            </a:r>
            <a:r>
              <a:rPr lang="en-US" altLang="zh-CN" sz="2400" dirty="0" err="1"/>
              <a:t>osample</a:t>
            </a:r>
            <a:r>
              <a:rPr lang="en-US" altLang="zh-CN" sz="2400" dirty="0"/>
              <a:t> &lt;&lt;</a:t>
            </a:r>
            <a:r>
              <a:rPr lang="en-US" altLang="zh-CN" sz="2400" dirty="0" err="1"/>
              <a:t>endl</a:t>
            </a:r>
            <a:r>
              <a:rPr lang="en-US" altLang="zh-CN" sz="2400" dirty="0"/>
              <a:t>;</a:t>
            </a:r>
          </a:p>
          <a:p>
            <a:pPr marL="365760" indent="-256032" eaLnBrk="1" fontAlgn="auto" hangingPunct="1">
              <a:spcAft>
                <a:spcPts val="0"/>
              </a:spcAft>
              <a:buClr>
                <a:schemeClr val="accent3"/>
              </a:buClr>
              <a:buFont typeface="Georgia" panose="02040502050405020303" pitchFamily="18" charset="0"/>
              <a:buNone/>
              <a:defRPr/>
            </a:pPr>
            <a:r>
              <a:rPr lang="en-US" altLang="zh-CN" sz="2400" dirty="0"/>
              <a:t>  cout&lt;&lt; dec&lt;&lt;</a:t>
            </a:r>
            <a:r>
              <a:rPr lang="en-US" altLang="zh-CN" sz="2400" dirty="0" err="1"/>
              <a:t>hsample</a:t>
            </a:r>
            <a:r>
              <a:rPr lang="en-US" altLang="zh-CN" sz="2400" dirty="0"/>
              <a:t> &lt;&lt;';'&lt;&lt;oct&lt;&lt; </a:t>
            </a:r>
            <a:r>
              <a:rPr lang="en-US" altLang="zh-CN" sz="2400" dirty="0" err="1"/>
              <a:t>hsample</a:t>
            </a:r>
            <a:r>
              <a:rPr lang="en-US" altLang="zh-CN" sz="2400" dirty="0"/>
              <a:t>&lt;&lt;';'  </a:t>
            </a:r>
          </a:p>
          <a:p>
            <a:pPr marL="365760" indent="-256032" eaLnBrk="1" fontAlgn="auto" hangingPunct="1">
              <a:spcAft>
                <a:spcPts val="0"/>
              </a:spcAft>
              <a:buClr>
                <a:schemeClr val="accent3"/>
              </a:buClr>
              <a:buFont typeface="Georgia" panose="02040502050405020303" pitchFamily="18" charset="0"/>
              <a:buNone/>
              <a:defRPr/>
            </a:pPr>
            <a:r>
              <a:rPr lang="en-US" altLang="zh-CN" sz="2400" dirty="0"/>
              <a:t>       &lt;&lt;hex&lt;&lt;</a:t>
            </a:r>
            <a:r>
              <a:rPr lang="en-US" altLang="zh-CN" sz="2400" dirty="0" err="1"/>
              <a:t>hsample</a:t>
            </a:r>
            <a:r>
              <a:rPr lang="en-US" altLang="zh-CN" sz="2400" dirty="0"/>
              <a:t>&lt;&lt;</a:t>
            </a:r>
            <a:r>
              <a:rPr lang="en-US" altLang="zh-CN" sz="2400" dirty="0" err="1"/>
              <a:t>endl</a:t>
            </a:r>
            <a:r>
              <a:rPr lang="en-US" altLang="zh-CN" sz="2400" dirty="0"/>
              <a:t>;</a:t>
            </a:r>
          </a:p>
          <a:p>
            <a:pPr marL="365760" indent="-256032" eaLnBrk="1" fontAlgn="auto" hangingPunct="1">
              <a:spcAft>
                <a:spcPts val="0"/>
              </a:spcAft>
              <a:buClr>
                <a:schemeClr val="accent3"/>
              </a:buClr>
              <a:buFont typeface="Georgia" panose="02040502050405020303" pitchFamily="18" charset="0"/>
              <a:buNone/>
              <a:defRPr/>
            </a:pPr>
            <a:r>
              <a:rPr lang="en-US" altLang="zh-CN" sz="2400" dirty="0"/>
              <a:t>  cout&lt;&lt;dec&lt;&lt; </a:t>
            </a:r>
            <a:r>
              <a:rPr lang="en-US" altLang="zh-CN" sz="2400" dirty="0" err="1"/>
              <a:t>ulsample</a:t>
            </a:r>
            <a:r>
              <a:rPr lang="en-US" altLang="zh-CN" sz="2400" dirty="0"/>
              <a:t> &lt;&lt;';'&lt;&lt;oct&lt;&lt;</a:t>
            </a:r>
            <a:r>
              <a:rPr lang="en-US" altLang="zh-CN" sz="2400" dirty="0" err="1"/>
              <a:t>ulsample</a:t>
            </a:r>
            <a:r>
              <a:rPr lang="en-US" altLang="zh-CN" sz="2400" dirty="0"/>
              <a:t>&lt;&lt;';' </a:t>
            </a:r>
          </a:p>
          <a:p>
            <a:pPr marL="365760" indent="-256032" eaLnBrk="1" fontAlgn="auto" hangingPunct="1">
              <a:spcAft>
                <a:spcPts val="0"/>
              </a:spcAft>
              <a:buClr>
                <a:schemeClr val="accent3"/>
              </a:buClr>
              <a:buFont typeface="Georgia" panose="02040502050405020303" pitchFamily="18" charset="0"/>
              <a:buNone/>
              <a:defRPr/>
            </a:pPr>
            <a:r>
              <a:rPr lang="en-US" altLang="zh-CN" sz="2400" dirty="0"/>
              <a:t>       &lt;&lt;hex&lt;&lt;</a:t>
            </a:r>
            <a:r>
              <a:rPr lang="en-US" altLang="zh-CN" sz="2400" dirty="0" err="1"/>
              <a:t>ulsample</a:t>
            </a:r>
            <a:r>
              <a:rPr lang="en-US" altLang="zh-CN" sz="2400" dirty="0"/>
              <a:t>&lt;&lt;</a:t>
            </a:r>
            <a:r>
              <a:rPr lang="en-US" altLang="zh-CN" sz="2400" dirty="0" err="1"/>
              <a:t>endl</a:t>
            </a:r>
            <a:r>
              <a:rPr lang="en-US" altLang="zh-CN" sz="2400" dirty="0"/>
              <a:t>;</a:t>
            </a:r>
          </a:p>
          <a:p>
            <a:pPr marL="365760" indent="-256032" eaLnBrk="1" fontAlgn="auto" hangingPunct="1">
              <a:spcAft>
                <a:spcPts val="0"/>
              </a:spcAft>
              <a:buClr>
                <a:schemeClr val="accent3"/>
              </a:buClr>
              <a:buFont typeface="Georgia" panose="02040502050405020303" pitchFamily="18" charset="0"/>
              <a:buNone/>
              <a:defRPr/>
            </a:pPr>
            <a:r>
              <a:rPr lang="en-US" altLang="zh-CN" sz="2400" dirty="0"/>
              <a:t> return </a:t>
            </a:r>
            <a:r>
              <a:rPr lang="en-US" altLang="zh-CN" sz="2400" dirty="0">
                <a:latin typeface="+mn-ea"/>
              </a:rPr>
              <a:t>0</a:t>
            </a:r>
            <a:r>
              <a:rPr lang="en-US" altLang="zh-CN" sz="2400" dirty="0"/>
              <a:t>;</a:t>
            </a:r>
          </a:p>
          <a:p>
            <a:pPr marL="365760" indent="-256032" eaLnBrk="1" fontAlgn="auto" hangingPunct="1">
              <a:spcAft>
                <a:spcPts val="0"/>
              </a:spcAft>
              <a:buClr>
                <a:schemeClr val="accent3"/>
              </a:buClr>
              <a:buFont typeface="Georgia" panose="02040502050405020303" pitchFamily="18" charset="0"/>
              <a:buNone/>
              <a:defRPr/>
            </a:pPr>
            <a:r>
              <a:rPr lang="en-US" altLang="zh-CN" sz="2400" dirty="0"/>
              <a:t>}</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a:t>//</a:t>
            </a:r>
            <a:r>
              <a:rPr lang="zh-CN" altLang="en-US" sz="2400" dirty="0"/>
              <a:t>观察：</a:t>
            </a:r>
            <a:r>
              <a:rPr lang="en-US" altLang="zh-CN" sz="2400" dirty="0"/>
              <a:t>123</a:t>
            </a:r>
            <a:r>
              <a:rPr lang="zh-CN" altLang="en-US" sz="2400" dirty="0"/>
              <a:t>、</a:t>
            </a:r>
            <a:r>
              <a:rPr lang="en-US" altLang="zh-CN" sz="2400" dirty="0"/>
              <a:t>0173</a:t>
            </a:r>
            <a:r>
              <a:rPr lang="zh-CN" altLang="en-US" sz="2400" dirty="0"/>
              <a:t>、</a:t>
            </a:r>
            <a:r>
              <a:rPr lang="en-US" altLang="zh-CN" sz="2400" dirty="0"/>
              <a:t>0x7B</a:t>
            </a:r>
            <a:r>
              <a:rPr lang="zh-CN" altLang="en-US" sz="2400" dirty="0"/>
              <a:t>是同一个数的不同进制表示形式，输入和输出时都可以采用不同的进制。</a:t>
            </a:r>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p:txBody>
      </p:sp>
      <p:sp>
        <p:nvSpPr>
          <p:cNvPr id="66564" name="灯片编号占位符 5">
            <a:extLst>
              <a:ext uri="{FF2B5EF4-FFF2-40B4-BE49-F238E27FC236}">
                <a16:creationId xmlns:a16="http://schemas.microsoft.com/office/drawing/2014/main" id="{2C67B0B1-8822-82AC-4144-5C054800F9D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156F438-D2DF-4026-A29D-050F88BA978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39</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84B82316-E650-48FE-7143-13EA7A284D73}"/>
              </a:ext>
            </a:extLst>
          </p:cNvPr>
          <p:cNvSpPr>
            <a:spLocks noGrp="1"/>
          </p:cNvSpPr>
          <p:nvPr>
            <p:ph type="title"/>
          </p:nvPr>
        </p:nvSpPr>
        <p:spPr/>
        <p:txBody>
          <a:bodyPr/>
          <a:lstStyle/>
          <a:p>
            <a:r>
              <a:rPr lang="zh-CN" altLang="en-US"/>
              <a:t>补充</a:t>
            </a:r>
            <a:r>
              <a:rPr lang="en-US" altLang="zh-CN"/>
              <a:t>2-7</a:t>
            </a:r>
            <a:r>
              <a:rPr lang="zh-CN" altLang="en-US"/>
              <a:t>：不同类型浮点数的应用</a:t>
            </a:r>
          </a:p>
        </p:txBody>
      </p:sp>
      <p:sp>
        <p:nvSpPr>
          <p:cNvPr id="68611" name="内容占位符 2">
            <a:extLst>
              <a:ext uri="{FF2B5EF4-FFF2-40B4-BE49-F238E27FC236}">
                <a16:creationId xmlns:a16="http://schemas.microsoft.com/office/drawing/2014/main" id="{8910940D-5D57-5B86-B383-00002472F15C}"/>
              </a:ext>
            </a:extLst>
          </p:cNvPr>
          <p:cNvSpPr>
            <a:spLocks noGrp="1"/>
          </p:cNvSpPr>
          <p:nvPr>
            <p:ph idx="1"/>
          </p:nvPr>
        </p:nvSpPr>
        <p:spPr/>
        <p:txBody>
          <a:bodyPr/>
          <a:lstStyle/>
          <a:p>
            <a:pPr>
              <a:lnSpc>
                <a:spcPct val="150000"/>
              </a:lnSpc>
            </a:pPr>
            <a:r>
              <a:rPr lang="zh-CN" altLang="en-US"/>
              <a:t>主要知识点：浮点类型文字常量</a:t>
            </a:r>
          </a:p>
          <a:p>
            <a:pPr lvl="1">
              <a:lnSpc>
                <a:spcPct val="150000"/>
              </a:lnSpc>
            </a:pPr>
            <a:r>
              <a:rPr lang="zh-CN" altLang="en-US"/>
              <a:t>默认情况下浮点文字常量的类型是</a:t>
            </a:r>
            <a:r>
              <a:rPr lang="en-US" altLang="zh-CN"/>
              <a:t>double</a:t>
            </a:r>
            <a:r>
              <a:rPr lang="zh-CN" altLang="en-US"/>
              <a:t>，</a:t>
            </a:r>
            <a:endParaRPr lang="en-US" altLang="zh-CN"/>
          </a:p>
          <a:p>
            <a:pPr lvl="1">
              <a:lnSpc>
                <a:spcPct val="150000"/>
              </a:lnSpc>
            </a:pPr>
            <a:r>
              <a:rPr lang="en-US" altLang="zh-CN"/>
              <a:t>float</a:t>
            </a:r>
            <a:r>
              <a:rPr lang="zh-CN" altLang="en-US"/>
              <a:t>的浮点文字常量，需要后缀</a:t>
            </a:r>
            <a:r>
              <a:rPr lang="en-US" altLang="zh-CN"/>
              <a:t>f</a:t>
            </a:r>
            <a:r>
              <a:rPr lang="zh-CN" altLang="en-US"/>
              <a:t>或者</a:t>
            </a:r>
            <a:r>
              <a:rPr lang="en-US" altLang="zh-CN"/>
              <a:t>F</a:t>
            </a:r>
          </a:p>
          <a:p>
            <a:pPr lvl="1">
              <a:lnSpc>
                <a:spcPct val="150000"/>
              </a:lnSpc>
            </a:pPr>
            <a:r>
              <a:rPr lang="en-US" altLang="zh-CN"/>
              <a:t>long double</a:t>
            </a:r>
            <a:r>
              <a:rPr lang="zh-CN" altLang="en-US"/>
              <a:t>的浮点文字常量，后缀</a:t>
            </a:r>
            <a:r>
              <a:rPr lang="en-US" altLang="zh-CN"/>
              <a:t>l</a:t>
            </a:r>
            <a:r>
              <a:rPr lang="zh-CN" altLang="en-US"/>
              <a:t>或者</a:t>
            </a:r>
            <a:r>
              <a:rPr lang="en-US" altLang="zh-CN"/>
              <a:t>L</a:t>
            </a:r>
          </a:p>
          <a:p>
            <a:pPr lvl="1">
              <a:lnSpc>
                <a:spcPct val="150000"/>
              </a:lnSpc>
            </a:pPr>
            <a:r>
              <a:rPr lang="en-US" altLang="zh-CN"/>
              <a:t>C++</a:t>
            </a:r>
            <a:r>
              <a:rPr lang="zh-CN" altLang="en-US"/>
              <a:t>标准没有规定每一种浮点类型的字节数，如果需要知道字节数，可以用</a:t>
            </a:r>
            <a:r>
              <a:rPr lang="en-US" altLang="zh-CN"/>
              <a:t>sizeof</a:t>
            </a:r>
            <a:r>
              <a:rPr lang="zh-CN" altLang="en-US"/>
              <a:t>运算得到。</a:t>
            </a:r>
          </a:p>
        </p:txBody>
      </p:sp>
      <p:sp>
        <p:nvSpPr>
          <p:cNvPr id="68612" name="灯片编号占位符 3">
            <a:extLst>
              <a:ext uri="{FF2B5EF4-FFF2-40B4-BE49-F238E27FC236}">
                <a16:creationId xmlns:a16="http://schemas.microsoft.com/office/drawing/2014/main" id="{5F90DA7E-9097-2353-830C-E6F525EB34C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E008B20-4D5B-4C06-B264-E8356A7A300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40</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2128E8B9-7026-9757-48C7-13E31426C61B}"/>
              </a:ext>
            </a:extLst>
          </p:cNvPr>
          <p:cNvSpPr>
            <a:spLocks noGrp="1"/>
          </p:cNvSpPr>
          <p:nvPr>
            <p:ph type="title"/>
          </p:nvPr>
        </p:nvSpPr>
        <p:spPr>
          <a:xfrm>
            <a:off x="250825" y="576263"/>
            <a:ext cx="8569325" cy="1066800"/>
          </a:xfrm>
        </p:spPr>
        <p:txBody>
          <a:bodyPr/>
          <a:lstStyle/>
          <a:p>
            <a:pPr eaLnBrk="1" hangingPunct="1"/>
            <a:r>
              <a:rPr lang="zh-CN" altLang="en-US"/>
              <a:t>补充</a:t>
            </a:r>
            <a:r>
              <a:rPr lang="en-US" altLang="zh-CN"/>
              <a:t>2-7</a:t>
            </a:r>
            <a:r>
              <a:rPr lang="zh-CN" altLang="en-US"/>
              <a:t>：不同类型浮点数的应用（续）</a:t>
            </a:r>
          </a:p>
        </p:txBody>
      </p:sp>
      <p:sp>
        <p:nvSpPr>
          <p:cNvPr id="12" name="内容占位符 11">
            <a:extLst>
              <a:ext uri="{FF2B5EF4-FFF2-40B4-BE49-F238E27FC236}">
                <a16:creationId xmlns:a16="http://schemas.microsoft.com/office/drawing/2014/main" id="{6D7616CC-6EC3-8C72-DED8-4E3180BF50ED}"/>
              </a:ext>
            </a:extLst>
          </p:cNvPr>
          <p:cNvSpPr>
            <a:spLocks noGrp="1"/>
          </p:cNvSpPr>
          <p:nvPr>
            <p:ph idx="1"/>
          </p:nvPr>
        </p:nvSpPr>
        <p:spPr>
          <a:solidFill>
            <a:srgbClr val="85FFFF"/>
          </a:solidFill>
        </p:spPr>
        <p:txBody>
          <a:bodyPr>
            <a:normAutofit fontScale="85000" lnSpcReduction="20000"/>
          </a:bodyPr>
          <a:lstStyle/>
          <a:p>
            <a:pPr marL="365760" indent="-256032" eaLnBrk="1" fontAlgn="auto" hangingPunct="1">
              <a:spcAft>
                <a:spcPts val="0"/>
              </a:spcAft>
              <a:buClr>
                <a:schemeClr val="accent3"/>
              </a:buClr>
              <a:buFont typeface="Georgia" panose="02040502050405020303" pitchFamily="18" charset="0"/>
              <a:buNone/>
              <a:defRPr/>
            </a:pPr>
            <a:r>
              <a:rPr lang="en-US" altLang="zh-CN" dirty="0"/>
              <a:t>#include &lt;</a:t>
            </a:r>
            <a:r>
              <a:rPr lang="en-US" altLang="zh-CN" dirty="0" err="1"/>
              <a:t>iostream</a:t>
            </a:r>
            <a:r>
              <a:rPr lang="en-US" altLang="zh-CN" dirty="0"/>
              <a:t>&gt;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#include &lt;limits&gt;</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using namespace std;</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const float PI_FLOAT = 3.1415926f;</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const double PI_DOUBLE = 3.1415926;</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const long double PI_LDOUBLE = 3.1415926; </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err="1"/>
              <a:t>int</a:t>
            </a:r>
            <a:r>
              <a:rPr lang="en-US" altLang="zh-CN" dirty="0"/>
              <a:t> main()</a:t>
            </a:r>
            <a:endParaRPr lang="zh-CN" altLang="en-US" dirty="0"/>
          </a:p>
          <a:p>
            <a:pPr marL="365760" indent="-256032" eaLnBrk="1" fontAlgn="auto" hangingPunct="1">
              <a:spcAft>
                <a:spcPts val="0"/>
              </a:spcAft>
              <a:buClr>
                <a:schemeClr val="accent3"/>
              </a:buClr>
              <a:buFont typeface="Georgia" panose="02040502050405020303" pitchFamily="18" charset="0"/>
              <a:buNone/>
              <a:defRPr/>
            </a:pPr>
            <a:r>
              <a:rPr lang="en-US" altLang="zh-CN" dirty="0"/>
              <a:t>{</a:t>
            </a:r>
            <a:endParaRPr lang="zh-CN" altLang="en-US" dirty="0"/>
          </a:p>
          <a:p>
            <a:pPr marL="657860" lvl="1" indent="-256032" eaLnBrk="1" fontAlgn="auto" hangingPunct="1">
              <a:spcAft>
                <a:spcPts val="0"/>
              </a:spcAft>
              <a:buClr>
                <a:schemeClr val="accent3"/>
              </a:buClr>
              <a:buFont typeface="Georgia" panose="02040502050405020303" pitchFamily="18" charset="0"/>
              <a:buNone/>
              <a:defRPr/>
            </a:pPr>
            <a:r>
              <a:rPr lang="en-US" altLang="zh-CN" sz="2800" dirty="0">
                <a:solidFill>
                  <a:schemeClr val="tx1"/>
                </a:solidFill>
              </a:rPr>
              <a:t>  float </a:t>
            </a:r>
            <a:r>
              <a:rPr lang="en-US" altLang="zh-CN" sz="2800" dirty="0" err="1">
                <a:solidFill>
                  <a:schemeClr val="tx1"/>
                </a:solidFill>
              </a:rPr>
              <a:t>nRadiusFloat</a:t>
            </a:r>
            <a:r>
              <a:rPr lang="en-US" altLang="zh-CN" sz="2800" dirty="0">
                <a:solidFill>
                  <a:schemeClr val="tx1"/>
                </a:solidFill>
              </a:rPr>
              <a:t> = 5.5f, </a:t>
            </a:r>
            <a:r>
              <a:rPr lang="en-US" altLang="zh-CN" sz="2800" dirty="0" err="1">
                <a:solidFill>
                  <a:schemeClr val="tx1"/>
                </a:solidFill>
              </a:rPr>
              <a:t>nAreaFloat</a:t>
            </a:r>
            <a:r>
              <a:rPr lang="en-US" altLang="zh-CN" sz="2800" dirty="0">
                <a:solidFill>
                  <a:schemeClr val="tx1"/>
                </a:solidFill>
              </a:rPr>
              <a:t>;</a:t>
            </a:r>
            <a:endParaRPr lang="zh-CN" altLang="en-US" sz="2800" dirty="0">
              <a:solidFill>
                <a:schemeClr val="tx1"/>
              </a:solidFill>
            </a:endParaRPr>
          </a:p>
          <a:p>
            <a:pPr marL="657860" lvl="1" indent="-256032" eaLnBrk="1" fontAlgn="auto" hangingPunct="1">
              <a:spcAft>
                <a:spcPts val="0"/>
              </a:spcAft>
              <a:buClr>
                <a:schemeClr val="accent3"/>
              </a:buClr>
              <a:buFont typeface="Georgia" panose="02040502050405020303" pitchFamily="18" charset="0"/>
              <a:buNone/>
              <a:defRPr/>
            </a:pPr>
            <a:r>
              <a:rPr lang="en-US" altLang="zh-CN" sz="2800" dirty="0">
                <a:solidFill>
                  <a:schemeClr val="tx1"/>
                </a:solidFill>
              </a:rPr>
              <a:t>  double </a:t>
            </a:r>
            <a:r>
              <a:rPr lang="en-US" altLang="zh-CN" sz="2800" dirty="0" err="1">
                <a:solidFill>
                  <a:schemeClr val="tx1"/>
                </a:solidFill>
              </a:rPr>
              <a:t>nRadiusDouble</a:t>
            </a:r>
            <a:r>
              <a:rPr lang="en-US" altLang="zh-CN" sz="2800" dirty="0">
                <a:solidFill>
                  <a:schemeClr val="tx1"/>
                </a:solidFill>
              </a:rPr>
              <a:t> = 5.5, </a:t>
            </a:r>
            <a:r>
              <a:rPr lang="en-US" altLang="zh-CN" sz="2800" dirty="0" err="1">
                <a:solidFill>
                  <a:schemeClr val="tx1"/>
                </a:solidFill>
              </a:rPr>
              <a:t>nAreaDouble</a:t>
            </a:r>
            <a:r>
              <a:rPr lang="en-US" altLang="zh-CN" sz="2800" dirty="0">
                <a:solidFill>
                  <a:schemeClr val="tx1"/>
                </a:solidFill>
              </a:rPr>
              <a:t>;</a:t>
            </a:r>
            <a:endParaRPr lang="zh-CN" altLang="en-US" sz="2800" dirty="0">
              <a:solidFill>
                <a:schemeClr val="tx1"/>
              </a:solidFill>
            </a:endParaRPr>
          </a:p>
          <a:p>
            <a:pPr marL="657860" lvl="1" indent="-256032" eaLnBrk="1" fontAlgn="auto" hangingPunct="1">
              <a:spcAft>
                <a:spcPts val="0"/>
              </a:spcAft>
              <a:buClr>
                <a:schemeClr val="accent3"/>
              </a:buClr>
              <a:buFont typeface="Georgia" panose="02040502050405020303" pitchFamily="18" charset="0"/>
              <a:buNone/>
              <a:defRPr/>
            </a:pPr>
            <a:r>
              <a:rPr lang="en-US" altLang="zh-CN" sz="2800" dirty="0">
                <a:solidFill>
                  <a:schemeClr val="tx1"/>
                </a:solidFill>
              </a:rPr>
              <a:t>  long double </a:t>
            </a:r>
            <a:r>
              <a:rPr lang="en-US" altLang="zh-CN" sz="2800" dirty="0" err="1">
                <a:solidFill>
                  <a:schemeClr val="tx1"/>
                </a:solidFill>
              </a:rPr>
              <a:t>nRadiusLDouble</a:t>
            </a:r>
            <a:r>
              <a:rPr lang="en-US" altLang="zh-CN" sz="2800" dirty="0">
                <a:solidFill>
                  <a:schemeClr val="tx1"/>
                </a:solidFill>
              </a:rPr>
              <a:t> = 5.5, </a:t>
            </a:r>
            <a:r>
              <a:rPr lang="en-US" altLang="zh-CN" sz="2800" dirty="0" err="1">
                <a:solidFill>
                  <a:schemeClr val="tx1"/>
                </a:solidFill>
              </a:rPr>
              <a:t>nAreaLDouble</a:t>
            </a:r>
            <a:r>
              <a:rPr lang="en-US" altLang="zh-CN" sz="2800" dirty="0">
                <a:solidFill>
                  <a:schemeClr val="tx1"/>
                </a:solidFill>
              </a:rPr>
              <a:t>;</a:t>
            </a:r>
            <a:endParaRPr lang="zh-CN" altLang="en-US" sz="2800" dirty="0">
              <a:solidFill>
                <a:schemeClr val="tx1"/>
              </a:solidFill>
            </a:endParaRPr>
          </a:p>
          <a:p>
            <a:pPr marL="657860" lvl="1" indent="-256032" eaLnBrk="1" fontAlgn="auto" hangingPunct="1">
              <a:spcAft>
                <a:spcPts val="0"/>
              </a:spcAft>
              <a:buClr>
                <a:schemeClr val="accent3"/>
              </a:buClr>
              <a:buFont typeface="Georgia" panose="02040502050405020303" pitchFamily="18" charset="0"/>
              <a:buNone/>
              <a:defRPr/>
            </a:pPr>
            <a:r>
              <a:rPr lang="en-US" altLang="zh-CN" sz="2800" dirty="0">
                <a:solidFill>
                  <a:schemeClr val="tx1"/>
                </a:solidFill>
              </a:rPr>
              <a:t>  </a:t>
            </a:r>
            <a:r>
              <a:rPr lang="en-US" altLang="zh-CN" sz="2800" dirty="0" err="1">
                <a:solidFill>
                  <a:schemeClr val="tx1"/>
                </a:solidFill>
              </a:rPr>
              <a:t>nAreaFloat</a:t>
            </a:r>
            <a:r>
              <a:rPr lang="en-US" altLang="zh-CN" sz="2800" dirty="0">
                <a:solidFill>
                  <a:schemeClr val="tx1"/>
                </a:solidFill>
              </a:rPr>
              <a:t> = PI_FLOAT* </a:t>
            </a:r>
            <a:r>
              <a:rPr lang="en-US" altLang="zh-CN" sz="2800" dirty="0" err="1">
                <a:solidFill>
                  <a:schemeClr val="tx1"/>
                </a:solidFill>
              </a:rPr>
              <a:t>nRadiusFloat</a:t>
            </a:r>
            <a:r>
              <a:rPr lang="en-US" altLang="zh-CN" sz="2800" dirty="0">
                <a:solidFill>
                  <a:schemeClr val="tx1"/>
                </a:solidFill>
              </a:rPr>
              <a:t>* </a:t>
            </a:r>
            <a:r>
              <a:rPr lang="en-US" altLang="zh-CN" sz="2800" dirty="0" err="1">
                <a:solidFill>
                  <a:schemeClr val="tx1"/>
                </a:solidFill>
              </a:rPr>
              <a:t>nRadiusFloat</a:t>
            </a:r>
            <a:r>
              <a:rPr lang="en-US" altLang="zh-CN" sz="2800" dirty="0">
                <a:solidFill>
                  <a:schemeClr val="tx1"/>
                </a:solidFill>
              </a:rPr>
              <a:t>;</a:t>
            </a:r>
          </a:p>
          <a:p>
            <a:pPr marL="365760" indent="-256032" eaLnBrk="1" fontAlgn="auto" hangingPunct="1">
              <a:spcAft>
                <a:spcPts val="0"/>
              </a:spcAft>
              <a:buClr>
                <a:schemeClr val="accent3"/>
              </a:buClr>
              <a:buFont typeface="Georgia" panose="02040502050405020303" pitchFamily="18" charset="0"/>
              <a:buNone/>
              <a:defRPr/>
            </a:pPr>
            <a:r>
              <a:rPr lang="en-US" altLang="zh-CN" sz="2700" dirty="0"/>
              <a:t>	   </a:t>
            </a:r>
            <a:r>
              <a:rPr lang="en-US" altLang="zh-CN" sz="2700" dirty="0" err="1"/>
              <a:t>nAreaDouble</a:t>
            </a:r>
            <a:r>
              <a:rPr lang="en-US" altLang="zh-CN" sz="2700" dirty="0"/>
              <a:t> = PI_DOUBLE* </a:t>
            </a:r>
            <a:r>
              <a:rPr lang="en-US" altLang="zh-CN" sz="2700" dirty="0" err="1"/>
              <a:t>nRadiusDouble</a:t>
            </a:r>
            <a:r>
              <a:rPr lang="en-US" altLang="zh-CN" sz="2700" dirty="0"/>
              <a:t>* </a:t>
            </a:r>
          </a:p>
          <a:p>
            <a:pPr marL="365760" indent="-256032" eaLnBrk="1" fontAlgn="auto" hangingPunct="1">
              <a:spcAft>
                <a:spcPts val="0"/>
              </a:spcAft>
              <a:buClr>
                <a:schemeClr val="accent3"/>
              </a:buClr>
              <a:buFont typeface="Georgia" panose="02040502050405020303" pitchFamily="18" charset="0"/>
              <a:buNone/>
              <a:defRPr/>
            </a:pPr>
            <a:r>
              <a:rPr lang="en-US" altLang="zh-CN" sz="2700" dirty="0"/>
              <a:t>                          </a:t>
            </a:r>
            <a:r>
              <a:rPr lang="en-US" altLang="zh-CN" sz="2700" dirty="0" err="1"/>
              <a:t>nRadiusDouble</a:t>
            </a:r>
            <a:r>
              <a:rPr lang="en-US" altLang="zh-CN" sz="2700" dirty="0"/>
              <a:t>;</a:t>
            </a:r>
            <a:endParaRPr lang="zh-CN" altLang="en-US" sz="2700" dirty="0"/>
          </a:p>
          <a:p>
            <a:pPr marL="657860" lvl="1" indent="-256032" eaLnBrk="1" fontAlgn="auto" hangingPunct="1">
              <a:spcAft>
                <a:spcPts val="0"/>
              </a:spcAft>
              <a:buClr>
                <a:schemeClr val="accent3"/>
              </a:buClr>
              <a:buFont typeface="Georgia" panose="02040502050405020303" pitchFamily="18" charset="0"/>
              <a:buNone/>
              <a:defRPr/>
            </a:pPr>
            <a:endParaRPr lang="zh-CN" altLang="en-US" sz="2800" dirty="0">
              <a:solidFill>
                <a:schemeClr val="tx1"/>
              </a:solidFill>
            </a:endParaRPr>
          </a:p>
          <a:p>
            <a:pPr marL="365760" lvl="1" indent="-256032" eaLnBrk="1" fontAlgn="auto" hangingPunct="1">
              <a:spcAft>
                <a:spcPts val="0"/>
              </a:spcAft>
              <a:buClr>
                <a:schemeClr val="accent3"/>
              </a:buClr>
              <a:buFont typeface="Georgia" panose="02040502050405020303" pitchFamily="18" charset="0"/>
              <a:buNone/>
              <a:defRPr/>
            </a:pPr>
            <a:endParaRPr lang="zh-CN" altLang="en-US" sz="2800" dirty="0">
              <a:solidFill>
                <a:schemeClr val="tx1"/>
              </a:solidFill>
            </a:endParaRPr>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p:txBody>
      </p:sp>
      <p:sp>
        <p:nvSpPr>
          <p:cNvPr id="69636" name="灯片编号占位符 5">
            <a:extLst>
              <a:ext uri="{FF2B5EF4-FFF2-40B4-BE49-F238E27FC236}">
                <a16:creationId xmlns:a16="http://schemas.microsoft.com/office/drawing/2014/main" id="{F5B02EC7-1DE1-3FEC-598C-8376BE6B1C0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E2E3DF5-1F40-4883-BC34-9C9D798CFB0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41</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07E5408-B43A-5B68-51E6-E87DFB57E712}"/>
              </a:ext>
            </a:extLst>
          </p:cNvPr>
          <p:cNvSpPr>
            <a:spLocks noGrp="1"/>
          </p:cNvSpPr>
          <p:nvPr>
            <p:ph type="title"/>
          </p:nvPr>
        </p:nvSpPr>
        <p:spPr/>
        <p:txBody>
          <a:bodyPr/>
          <a:lstStyle/>
          <a:p>
            <a:pPr eaLnBrk="1" hangingPunct="1"/>
            <a:r>
              <a:rPr lang="zh-CN" altLang="en-US"/>
              <a:t>补充</a:t>
            </a:r>
            <a:r>
              <a:rPr lang="en-US" altLang="zh-CN"/>
              <a:t>2-7</a:t>
            </a:r>
            <a:r>
              <a:rPr lang="zh-CN" altLang="en-US"/>
              <a:t>（续）</a:t>
            </a:r>
          </a:p>
        </p:txBody>
      </p:sp>
      <p:sp>
        <p:nvSpPr>
          <p:cNvPr id="12" name="内容占位符 11">
            <a:extLst>
              <a:ext uri="{FF2B5EF4-FFF2-40B4-BE49-F238E27FC236}">
                <a16:creationId xmlns:a16="http://schemas.microsoft.com/office/drawing/2014/main" id="{52EAB226-1CDA-2D5D-044F-80EE640E0A59}"/>
              </a:ext>
            </a:extLst>
          </p:cNvPr>
          <p:cNvSpPr>
            <a:spLocks noGrp="1"/>
          </p:cNvSpPr>
          <p:nvPr>
            <p:ph idx="1"/>
          </p:nvPr>
        </p:nvSpPr>
        <p:spPr>
          <a:solidFill>
            <a:srgbClr val="85FFFF"/>
          </a:solidFill>
        </p:spPr>
        <p:txBody>
          <a:bodyPr>
            <a:noAutofit/>
          </a:bodyPr>
          <a:lstStyle/>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err="1"/>
              <a:t>nAreaLDouble</a:t>
            </a:r>
            <a:r>
              <a:rPr lang="en-US" altLang="zh-CN" sz="2400" dirty="0"/>
              <a:t> = PI_DOUBLE* </a:t>
            </a:r>
            <a:r>
              <a:rPr lang="en-US" altLang="zh-CN" sz="2400" dirty="0" err="1"/>
              <a:t>nRadiusDouble</a:t>
            </a:r>
            <a:r>
              <a:rPr lang="en-US" altLang="zh-CN" sz="2400" dirty="0"/>
              <a:t>*  </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a:t>
            </a:r>
            <a:r>
              <a:rPr lang="en-US" altLang="zh-CN" sz="2400" dirty="0" err="1"/>
              <a:t>nRadiusDouble</a:t>
            </a:r>
            <a:r>
              <a:rPr lang="en-US" altLang="zh-CN" sz="2400" dirty="0"/>
              <a:t>;</a:t>
            </a: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cout &lt;&lt; "</a:t>
            </a:r>
            <a:r>
              <a:rPr lang="en-US" altLang="zh-CN" sz="2400" dirty="0" err="1"/>
              <a:t>nAreaFloat</a:t>
            </a:r>
            <a:r>
              <a:rPr lang="en-US" altLang="zh-CN" sz="2400" dirty="0"/>
              <a:t> = "&lt;&lt; </a:t>
            </a:r>
            <a:r>
              <a:rPr lang="en-US" altLang="zh-CN" sz="2400" dirty="0" err="1"/>
              <a:t>nAreaFloat</a:t>
            </a:r>
            <a:r>
              <a:rPr lang="en-US" altLang="zh-CN" sz="2400" dirty="0"/>
              <a:t> &lt;&lt;",sizeof(</a:t>
            </a:r>
            <a:r>
              <a:rPr lang="en-US" altLang="zh-CN" sz="2400" dirty="0" err="1"/>
              <a:t>nAreaFloat</a:t>
            </a:r>
            <a:r>
              <a:rPr lang="en-US" altLang="zh-CN" sz="2400" dirty="0"/>
              <a:t>) = "&lt;&lt; sizeof(</a:t>
            </a:r>
            <a:r>
              <a:rPr lang="en-US" altLang="zh-CN" sz="2400" dirty="0" err="1"/>
              <a:t>nAreaFloat</a:t>
            </a:r>
            <a:r>
              <a:rPr lang="en-US" altLang="zh-CN" sz="2400" dirty="0"/>
              <a:t>)&lt;&lt; </a:t>
            </a:r>
            <a:r>
              <a:rPr lang="en-US" altLang="zh-CN" sz="2400" dirty="0" err="1"/>
              <a:t>endl</a:t>
            </a:r>
            <a:r>
              <a:rPr lang="en-US" altLang="zh-CN" sz="24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cout &lt;&lt; "</a:t>
            </a:r>
            <a:r>
              <a:rPr lang="en-US" altLang="zh-CN" sz="2400" dirty="0" err="1"/>
              <a:t>nAreaDouble</a:t>
            </a:r>
            <a:r>
              <a:rPr lang="en-US" altLang="zh-CN" sz="2400" dirty="0"/>
              <a:t> = "&lt;&lt; </a:t>
            </a:r>
            <a:r>
              <a:rPr lang="en-US" altLang="zh-CN" sz="2400" dirty="0" err="1"/>
              <a:t>nAreaDouble</a:t>
            </a:r>
            <a:endParaRPr lang="en-US" altLang="zh-CN" sz="2400" dirty="0"/>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&lt;&lt;" , </a:t>
            </a:r>
            <a:r>
              <a:rPr lang="en-US" altLang="zh-CN" sz="2400" dirty="0" err="1"/>
              <a:t>sizeof</a:t>
            </a:r>
            <a:r>
              <a:rPr lang="en-US" altLang="zh-CN" sz="2400" dirty="0"/>
              <a:t>(</a:t>
            </a:r>
            <a:r>
              <a:rPr lang="en-US" altLang="zh-CN" sz="2400" dirty="0" err="1"/>
              <a:t>nAreaDouble</a:t>
            </a:r>
            <a:r>
              <a:rPr lang="en-US" altLang="zh-CN" sz="2400" dirty="0"/>
              <a:t>) = "</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&lt;&lt; </a:t>
            </a:r>
            <a:r>
              <a:rPr lang="en-US" altLang="zh-CN" sz="2400" dirty="0" err="1"/>
              <a:t>sizeof</a:t>
            </a:r>
            <a:r>
              <a:rPr lang="en-US" altLang="zh-CN" sz="2400" dirty="0"/>
              <a:t>(</a:t>
            </a:r>
            <a:r>
              <a:rPr lang="en-US" altLang="zh-CN" sz="2400" dirty="0" err="1"/>
              <a:t>nAreaDouble</a:t>
            </a:r>
            <a:r>
              <a:rPr lang="en-US" altLang="zh-CN" sz="2400" dirty="0"/>
              <a:t>)&lt;&lt;</a:t>
            </a:r>
            <a:r>
              <a:rPr lang="en-US" altLang="zh-CN" sz="2400" dirty="0" err="1"/>
              <a:t>endl</a:t>
            </a:r>
            <a:r>
              <a:rPr lang="en-US" altLang="zh-CN" sz="24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cout &lt;&lt; "</a:t>
            </a:r>
            <a:r>
              <a:rPr lang="en-US" altLang="zh-CN" sz="2400" dirty="0" err="1"/>
              <a:t>nAreaLDouble</a:t>
            </a:r>
            <a:r>
              <a:rPr lang="en-US" altLang="zh-CN" sz="2400" dirty="0"/>
              <a:t> = "&lt;&lt; </a:t>
            </a:r>
            <a:r>
              <a:rPr lang="en-US" altLang="zh-CN" sz="2400" dirty="0" err="1"/>
              <a:t>nAreaLDouble</a:t>
            </a:r>
            <a:endParaRPr lang="en-US" altLang="zh-CN" sz="2400" dirty="0"/>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&lt;&lt;" , </a:t>
            </a:r>
            <a:r>
              <a:rPr lang="en-US" altLang="zh-CN" sz="2400" dirty="0" err="1"/>
              <a:t>sizeof</a:t>
            </a:r>
            <a:r>
              <a:rPr lang="en-US" altLang="zh-CN" sz="2400" dirty="0"/>
              <a:t>(</a:t>
            </a:r>
            <a:r>
              <a:rPr lang="en-US" altLang="zh-CN" sz="2400" dirty="0" err="1"/>
              <a:t>nAreaLDouble</a:t>
            </a:r>
            <a:r>
              <a:rPr lang="en-US" altLang="zh-CN" sz="2400" dirty="0"/>
              <a:t>) = "</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&lt;&lt; </a:t>
            </a:r>
            <a:r>
              <a:rPr lang="en-US" altLang="zh-CN" sz="2400" dirty="0" err="1"/>
              <a:t>sizeof</a:t>
            </a:r>
            <a:r>
              <a:rPr lang="en-US" altLang="zh-CN" sz="2400" dirty="0"/>
              <a:t>(</a:t>
            </a:r>
            <a:r>
              <a:rPr lang="en-US" altLang="zh-CN" sz="2400" dirty="0" err="1"/>
              <a:t>nAreaLDouble</a:t>
            </a:r>
            <a:r>
              <a:rPr lang="en-US" altLang="zh-CN" sz="2400" dirty="0"/>
              <a:t>)&lt;&lt;</a:t>
            </a:r>
            <a:r>
              <a:rPr lang="en-US" altLang="zh-CN" sz="2400" dirty="0" err="1"/>
              <a:t>endl</a:t>
            </a:r>
            <a:r>
              <a:rPr lang="en-US" altLang="zh-CN" sz="2400" dirty="0"/>
              <a:t>;</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return </a:t>
            </a:r>
            <a:r>
              <a:rPr lang="en-US" altLang="zh-CN" sz="2400" dirty="0">
                <a:latin typeface="+mn-ea"/>
              </a:rPr>
              <a:t>0</a:t>
            </a:r>
            <a:r>
              <a:rPr lang="en-US" altLang="zh-CN" sz="2400" dirty="0"/>
              <a:t>; }</a:t>
            </a:r>
          </a:p>
          <a:p>
            <a:pPr marL="365760"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a:t>
            </a:r>
            <a:r>
              <a:rPr lang="zh-CN" altLang="en-US" sz="2400" dirty="0"/>
              <a:t>观察运行结果</a:t>
            </a:r>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err="1"/>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p:txBody>
      </p:sp>
      <p:sp>
        <p:nvSpPr>
          <p:cNvPr id="71684" name="灯片编号占位符 5">
            <a:extLst>
              <a:ext uri="{FF2B5EF4-FFF2-40B4-BE49-F238E27FC236}">
                <a16:creationId xmlns:a16="http://schemas.microsoft.com/office/drawing/2014/main" id="{82272DCF-59CF-325A-A670-3A2A26D878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525ABFD-252D-449C-9C59-2288DB535A3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42</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6C0C80E1-C50F-7242-5579-C61A4CAFD247}"/>
              </a:ext>
            </a:extLst>
          </p:cNvPr>
          <p:cNvSpPr>
            <a:spLocks noGrp="1"/>
          </p:cNvSpPr>
          <p:nvPr>
            <p:ph type="title"/>
          </p:nvPr>
        </p:nvSpPr>
        <p:spPr/>
        <p:txBody>
          <a:bodyPr/>
          <a:lstStyle/>
          <a:p>
            <a:r>
              <a:rPr lang="zh-CN" altLang="en-US"/>
              <a:t>补充</a:t>
            </a:r>
            <a:r>
              <a:rPr lang="en-US" altLang="zh-CN"/>
              <a:t>2-8</a:t>
            </a:r>
            <a:r>
              <a:rPr lang="zh-CN" altLang="en-US"/>
              <a:t>：字符数据的应用</a:t>
            </a:r>
          </a:p>
        </p:txBody>
      </p:sp>
      <p:sp>
        <p:nvSpPr>
          <p:cNvPr id="73731" name="内容占位符 2">
            <a:extLst>
              <a:ext uri="{FF2B5EF4-FFF2-40B4-BE49-F238E27FC236}">
                <a16:creationId xmlns:a16="http://schemas.microsoft.com/office/drawing/2014/main" id="{B93ACC4E-A7FD-18AB-AD58-C54CFBA8FE7A}"/>
              </a:ext>
            </a:extLst>
          </p:cNvPr>
          <p:cNvSpPr>
            <a:spLocks noGrp="1"/>
          </p:cNvSpPr>
          <p:nvPr>
            <p:ph idx="1"/>
          </p:nvPr>
        </p:nvSpPr>
        <p:spPr/>
        <p:txBody>
          <a:bodyPr/>
          <a:lstStyle/>
          <a:p>
            <a:pPr>
              <a:lnSpc>
                <a:spcPct val="150000"/>
              </a:lnSpc>
            </a:pPr>
            <a:r>
              <a:rPr lang="zh-CN" altLang="en-US"/>
              <a:t>主要知识点：字符常量、字符串常量、转义序列</a:t>
            </a:r>
          </a:p>
          <a:p>
            <a:pPr lvl="1">
              <a:lnSpc>
                <a:spcPct val="150000"/>
              </a:lnSpc>
            </a:pPr>
            <a:r>
              <a:rPr lang="zh-CN" altLang="en-US"/>
              <a:t>字符常量的一般形式是单引号括起来的一个字符；</a:t>
            </a:r>
            <a:endParaRPr lang="en-US" altLang="zh-CN"/>
          </a:p>
          <a:p>
            <a:pPr lvl="1">
              <a:lnSpc>
                <a:spcPct val="150000"/>
              </a:lnSpc>
            </a:pPr>
            <a:r>
              <a:rPr lang="zh-CN" altLang="en-US"/>
              <a:t>一些不可显示的字符，无法通过键盘输入，可以用转义序列来表示。</a:t>
            </a:r>
          </a:p>
          <a:p>
            <a:pPr>
              <a:buFont typeface="Georgia" panose="02040502050405020303" pitchFamily="18" charset="0"/>
              <a:buNone/>
            </a:pPr>
            <a:endParaRPr lang="zh-CN" altLang="en-US"/>
          </a:p>
        </p:txBody>
      </p:sp>
      <p:sp>
        <p:nvSpPr>
          <p:cNvPr id="73732" name="灯片编号占位符 3">
            <a:extLst>
              <a:ext uri="{FF2B5EF4-FFF2-40B4-BE49-F238E27FC236}">
                <a16:creationId xmlns:a16="http://schemas.microsoft.com/office/drawing/2014/main" id="{29B00DE1-F6CC-139E-D2F9-B8B7CFB77A8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00627C1-6363-4D86-B317-882EFF177F6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43</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E4A56C84-66E6-2514-1287-B19D089E2243}"/>
              </a:ext>
            </a:extLst>
          </p:cNvPr>
          <p:cNvSpPr>
            <a:spLocks noGrp="1"/>
          </p:cNvSpPr>
          <p:nvPr>
            <p:ph type="title"/>
          </p:nvPr>
        </p:nvSpPr>
        <p:spPr/>
        <p:txBody>
          <a:bodyPr/>
          <a:lstStyle/>
          <a:p>
            <a:pPr eaLnBrk="1" hangingPunct="1"/>
            <a:r>
              <a:rPr lang="zh-CN" altLang="en-US"/>
              <a:t>补充</a:t>
            </a:r>
            <a:r>
              <a:rPr lang="en-US" altLang="zh-CN"/>
              <a:t>2-8</a:t>
            </a:r>
            <a:r>
              <a:rPr lang="zh-CN" altLang="en-US"/>
              <a:t>：字符数据的应用（续）</a:t>
            </a:r>
          </a:p>
        </p:txBody>
      </p:sp>
      <p:sp>
        <p:nvSpPr>
          <p:cNvPr id="12" name="内容占位符 11">
            <a:extLst>
              <a:ext uri="{FF2B5EF4-FFF2-40B4-BE49-F238E27FC236}">
                <a16:creationId xmlns:a16="http://schemas.microsoft.com/office/drawing/2014/main" id="{E33ED757-EE93-2E10-107B-1AEB4A5FC228}"/>
              </a:ext>
            </a:extLst>
          </p:cNvPr>
          <p:cNvSpPr>
            <a:spLocks noGrp="1"/>
          </p:cNvSpPr>
          <p:nvPr>
            <p:ph idx="1"/>
          </p:nvPr>
        </p:nvSpPr>
        <p:spPr>
          <a:solidFill>
            <a:srgbClr val="85FFFF"/>
          </a:solidFill>
        </p:spPr>
        <p:txBody>
          <a:bodyPr>
            <a:normAutofit/>
          </a:bodyPr>
          <a:lstStyle/>
          <a:p>
            <a:pPr indent="-256032" eaLnBrk="1" fontAlgn="auto" hangingPunct="1">
              <a:spcAft>
                <a:spcPts val="0"/>
              </a:spcAft>
              <a:buClr>
                <a:schemeClr val="accent3"/>
              </a:buClr>
              <a:buFont typeface="Georgia" panose="02040502050405020303" pitchFamily="18" charset="0"/>
              <a:buNone/>
              <a:defRPr/>
            </a:pPr>
            <a:r>
              <a:rPr lang="en-US" altLang="zh-CN" sz="2400" dirty="0"/>
              <a:t>#include &lt;</a:t>
            </a:r>
            <a:r>
              <a:rPr lang="en-US" altLang="zh-CN" sz="2400" dirty="0" err="1"/>
              <a:t>iostream</a:t>
            </a:r>
            <a:r>
              <a:rPr lang="en-US" altLang="zh-CN" sz="2400" dirty="0"/>
              <a:t>&gt;</a:t>
            </a:r>
            <a:endParaRPr lang="zh-CN" altLang="en-US" sz="2400" dirty="0"/>
          </a:p>
          <a:p>
            <a:pPr indent="-256032" eaLnBrk="1" fontAlgn="auto" hangingPunct="1">
              <a:spcAft>
                <a:spcPts val="0"/>
              </a:spcAft>
              <a:buClr>
                <a:schemeClr val="accent3"/>
              </a:buClr>
              <a:buFont typeface="Georgia" panose="02040502050405020303" pitchFamily="18" charset="0"/>
              <a:buNone/>
              <a:defRPr/>
            </a:pPr>
            <a:r>
              <a:rPr lang="en-US" altLang="zh-CN" sz="2400" dirty="0"/>
              <a:t>using namespace std;</a:t>
            </a:r>
            <a:endParaRPr lang="zh-CN" altLang="en-US" sz="2400" dirty="0"/>
          </a:p>
          <a:p>
            <a:pPr indent="-256032" eaLnBrk="1" fontAlgn="auto" hangingPunct="1">
              <a:spcAft>
                <a:spcPts val="0"/>
              </a:spcAft>
              <a:buClr>
                <a:schemeClr val="accent3"/>
              </a:buClr>
              <a:buFont typeface="Georgia" panose="02040502050405020303" pitchFamily="18" charset="0"/>
              <a:buNone/>
              <a:defRPr/>
            </a:pPr>
            <a:r>
              <a:rPr lang="en-US" altLang="zh-CN" sz="2400" dirty="0" err="1"/>
              <a:t>int</a:t>
            </a:r>
            <a:r>
              <a:rPr lang="en-US" altLang="zh-CN" sz="2400" dirty="0"/>
              <a:t> main()</a:t>
            </a:r>
            <a:endParaRPr lang="zh-CN" altLang="en-US" sz="2400" dirty="0"/>
          </a:p>
          <a:p>
            <a:pPr indent="-256032" eaLnBrk="1" fontAlgn="auto" hangingPunct="1">
              <a:spcAft>
                <a:spcPts val="0"/>
              </a:spcAft>
              <a:buClr>
                <a:schemeClr val="accent3"/>
              </a:buClr>
              <a:buFont typeface="Georgia" panose="02040502050405020303" pitchFamily="18" charset="0"/>
              <a:buNone/>
              <a:defRPr/>
            </a:pPr>
            <a:r>
              <a:rPr lang="en-US" altLang="zh-CN" sz="2400" dirty="0"/>
              <a:t>{</a:t>
            </a:r>
            <a:endParaRPr lang="zh-CN" altLang="en-US" sz="2400" dirty="0"/>
          </a:p>
          <a:p>
            <a:pPr indent="-256032" eaLnBrk="1" fontAlgn="auto" hangingPunct="1">
              <a:spcAft>
                <a:spcPts val="0"/>
              </a:spcAft>
              <a:buClr>
                <a:schemeClr val="accent3"/>
              </a:buClr>
              <a:buFont typeface="Georgia" panose="02040502050405020303" pitchFamily="18" charset="0"/>
              <a:buNone/>
              <a:defRPr/>
            </a:pPr>
            <a:r>
              <a:rPr lang="en-US" altLang="zh-CN" sz="2400" dirty="0"/>
              <a:t>   cout &lt;&lt; 'A'&lt;&lt; ' '&lt;&lt;'a'&lt;&lt;</a:t>
            </a:r>
            <a:r>
              <a:rPr lang="en-US" altLang="zh-CN" sz="2400" dirty="0" err="1"/>
              <a:t>endl</a:t>
            </a:r>
            <a:r>
              <a:rPr lang="en-US" altLang="zh-CN" sz="2400" dirty="0"/>
              <a:t>;     //</a:t>
            </a:r>
            <a:r>
              <a:rPr lang="zh-CN" altLang="en-US" sz="2400" dirty="0"/>
              <a:t>输出普通字符</a:t>
            </a:r>
          </a:p>
          <a:p>
            <a:pPr indent="-256032" eaLnBrk="1" fontAlgn="auto" hangingPunct="1">
              <a:spcAft>
                <a:spcPts val="0"/>
              </a:spcAft>
              <a:buClr>
                <a:schemeClr val="accent3"/>
              </a:buClr>
              <a:buFont typeface="Georgia" panose="02040502050405020303" pitchFamily="18" charset="0"/>
              <a:buNone/>
              <a:defRPr/>
            </a:pPr>
            <a:r>
              <a:rPr lang="en-US" altLang="zh-CN" sz="2400" dirty="0"/>
              <a:t>   cout &lt;&lt; "one\</a:t>
            </a:r>
            <a:r>
              <a:rPr lang="en-US" altLang="zh-CN" sz="2400" dirty="0" err="1"/>
              <a:t>ttwo</a:t>
            </a:r>
            <a:r>
              <a:rPr lang="en-US" altLang="zh-CN" sz="2400" dirty="0"/>
              <a:t>\</a:t>
            </a:r>
            <a:r>
              <a:rPr lang="en-US" altLang="zh-CN" sz="2400" dirty="0" err="1"/>
              <a:t>tthree</a:t>
            </a:r>
            <a:r>
              <a:rPr lang="en-US" altLang="zh-CN" sz="2400" dirty="0"/>
              <a:t>\n";    //</a:t>
            </a:r>
            <a:r>
              <a:rPr lang="zh-CN" altLang="en-US" sz="2400" dirty="0"/>
              <a:t>使用水平制表符</a:t>
            </a:r>
          </a:p>
          <a:p>
            <a:pPr indent="-256032" eaLnBrk="1" fontAlgn="auto" hangingPunct="1">
              <a:spcAft>
                <a:spcPts val="0"/>
              </a:spcAft>
              <a:buClr>
                <a:schemeClr val="accent3"/>
              </a:buClr>
              <a:buFont typeface="Georgia" panose="02040502050405020303" pitchFamily="18" charset="0"/>
              <a:buNone/>
              <a:defRPr/>
            </a:pPr>
            <a:r>
              <a:rPr lang="en-US" altLang="zh-CN" sz="2400" dirty="0"/>
              <a:t>   cout &lt;&lt; "123\b\b45\n";             //</a:t>
            </a:r>
            <a:r>
              <a:rPr lang="zh-CN" altLang="en-US" sz="2400" dirty="0"/>
              <a:t>使用退格符</a:t>
            </a:r>
          </a:p>
          <a:p>
            <a:pPr indent="-256032" eaLnBrk="1" fontAlgn="auto" hangingPunct="1">
              <a:spcAft>
                <a:spcPts val="0"/>
              </a:spcAft>
              <a:buClr>
                <a:schemeClr val="accent3"/>
              </a:buClr>
              <a:buFont typeface="Georgia" panose="02040502050405020303" pitchFamily="18" charset="0"/>
              <a:buNone/>
              <a:defRPr/>
            </a:pPr>
            <a:r>
              <a:rPr lang="en-US" altLang="zh-CN" sz="2400" dirty="0"/>
              <a:t>   cout &lt;&lt; "Alert\a\n";                   //</a:t>
            </a:r>
            <a:r>
              <a:rPr lang="zh-CN" altLang="en-US" sz="2400" dirty="0"/>
              <a:t>使用响铃键</a:t>
            </a:r>
          </a:p>
          <a:p>
            <a:pPr indent="-256032" eaLnBrk="1" fontAlgn="auto" hangingPunct="1">
              <a:spcAft>
                <a:spcPts val="0"/>
              </a:spcAft>
              <a:buClr>
                <a:schemeClr val="accent3"/>
              </a:buClr>
              <a:buFont typeface="Georgia" panose="02040502050405020303" pitchFamily="18" charset="0"/>
              <a:buNone/>
              <a:defRPr/>
            </a:pPr>
            <a:r>
              <a:rPr lang="en-US" altLang="zh-CN" sz="2400" dirty="0"/>
              <a:t>   return </a:t>
            </a:r>
            <a:r>
              <a:rPr lang="en-US" altLang="zh-CN" sz="2400" dirty="0">
                <a:latin typeface="+mn-ea"/>
              </a:rPr>
              <a:t>0</a:t>
            </a:r>
            <a:r>
              <a:rPr lang="en-US" altLang="zh-CN" sz="2400" dirty="0"/>
              <a:t>;</a:t>
            </a:r>
            <a:endParaRPr lang="zh-CN" altLang="en-US" sz="2400" dirty="0"/>
          </a:p>
          <a:p>
            <a:pPr indent="-256032" eaLnBrk="1" fontAlgn="auto" hangingPunct="1">
              <a:spcAft>
                <a:spcPts val="0"/>
              </a:spcAft>
              <a:buClr>
                <a:schemeClr val="accent3"/>
              </a:buClr>
              <a:buFont typeface="Georgia" panose="02040502050405020303" pitchFamily="18" charset="0"/>
              <a:buNone/>
              <a:defRPr/>
            </a:pPr>
            <a:r>
              <a:rPr lang="en-US" altLang="zh-CN" sz="2400" dirty="0"/>
              <a:t>}</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a:t>//</a:t>
            </a:r>
            <a:r>
              <a:rPr lang="zh-CN" altLang="en-US" sz="2400" dirty="0"/>
              <a:t>观察运行结果</a:t>
            </a:r>
          </a:p>
          <a:p>
            <a:pPr marL="657860" lvl="1" indent="-256032" eaLnBrk="1" fontAlgn="auto" hangingPunct="1">
              <a:spcAft>
                <a:spcPts val="0"/>
              </a:spcAft>
              <a:buClr>
                <a:schemeClr val="accent3"/>
              </a:buClr>
              <a:buFont typeface="Georgia" panose="02040502050405020303" pitchFamily="18" charset="0"/>
              <a:buNone/>
              <a:defRPr/>
            </a:pPr>
            <a:endParaRPr lang="zh-CN" altLang="en-US" sz="2400" dirty="0">
              <a:solidFill>
                <a:schemeClr val="tx1"/>
              </a:solidFill>
            </a:endParaRPr>
          </a:p>
          <a:p>
            <a:pPr marL="365760" lvl="1" indent="-256032" eaLnBrk="1" fontAlgn="auto" hangingPunct="1">
              <a:spcAft>
                <a:spcPts val="0"/>
              </a:spcAft>
              <a:buClr>
                <a:schemeClr val="accent3"/>
              </a:buClr>
              <a:buFont typeface="Georgia" panose="02040502050405020303" pitchFamily="18" charset="0"/>
              <a:buNone/>
              <a:defRPr/>
            </a:pPr>
            <a:endParaRPr lang="zh-CN" altLang="en-US" sz="2400" dirty="0">
              <a:solidFill>
                <a:schemeClr val="tx1"/>
              </a:solidFill>
            </a:endParaRPr>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p:txBody>
      </p:sp>
      <p:sp>
        <p:nvSpPr>
          <p:cNvPr id="74756" name="灯片编号占位符 5">
            <a:extLst>
              <a:ext uri="{FF2B5EF4-FFF2-40B4-BE49-F238E27FC236}">
                <a16:creationId xmlns:a16="http://schemas.microsoft.com/office/drawing/2014/main" id="{2B68AED7-4E1F-E129-3037-00BC82D832A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94605FF-98AF-4852-BC86-9E791883AA3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44</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EAE7C46F-3D2E-51AF-71B4-1DCE5849B704}"/>
              </a:ext>
            </a:extLst>
          </p:cNvPr>
          <p:cNvSpPr>
            <a:spLocks noGrp="1"/>
          </p:cNvSpPr>
          <p:nvPr>
            <p:ph type="title"/>
          </p:nvPr>
        </p:nvSpPr>
        <p:spPr/>
        <p:txBody>
          <a:bodyPr/>
          <a:lstStyle/>
          <a:p>
            <a:r>
              <a:rPr lang="zh-CN" altLang="en-US"/>
              <a:t>补充</a:t>
            </a:r>
            <a:r>
              <a:rPr lang="en-US" altLang="zh-CN"/>
              <a:t>2-9</a:t>
            </a:r>
            <a:r>
              <a:rPr lang="zh-CN" altLang="en-US"/>
              <a:t>：定义</a:t>
            </a:r>
            <a:r>
              <a:rPr lang="en-US" altLang="zh-CN"/>
              <a:t>bool</a:t>
            </a:r>
            <a:r>
              <a:rPr lang="zh-CN" altLang="en-US"/>
              <a:t>类型的变量并进行算术运算</a:t>
            </a:r>
          </a:p>
        </p:txBody>
      </p:sp>
      <p:sp>
        <p:nvSpPr>
          <p:cNvPr id="76803" name="内容占位符 2">
            <a:extLst>
              <a:ext uri="{FF2B5EF4-FFF2-40B4-BE49-F238E27FC236}">
                <a16:creationId xmlns:a16="http://schemas.microsoft.com/office/drawing/2014/main" id="{9B64E1C5-0B5F-6932-9B2F-DF3CA20B45D3}"/>
              </a:ext>
            </a:extLst>
          </p:cNvPr>
          <p:cNvSpPr>
            <a:spLocks noGrp="1"/>
          </p:cNvSpPr>
          <p:nvPr>
            <p:ph idx="1"/>
          </p:nvPr>
        </p:nvSpPr>
        <p:spPr/>
        <p:txBody>
          <a:bodyPr/>
          <a:lstStyle/>
          <a:p>
            <a:pPr>
              <a:lnSpc>
                <a:spcPct val="120000"/>
              </a:lnSpc>
              <a:defRPr/>
            </a:pPr>
            <a:r>
              <a:rPr lang="zh-CN" altLang="en-US" dirty="0"/>
              <a:t>主要知识点：</a:t>
            </a:r>
            <a:r>
              <a:rPr lang="en-US" altLang="zh-CN" dirty="0"/>
              <a:t>bool</a:t>
            </a:r>
            <a:r>
              <a:rPr lang="zh-CN" altLang="en-US" dirty="0"/>
              <a:t>类型的应用</a:t>
            </a:r>
          </a:p>
          <a:p>
            <a:pPr lvl="1">
              <a:lnSpc>
                <a:spcPct val="120000"/>
              </a:lnSpc>
              <a:defRPr/>
            </a:pPr>
            <a:r>
              <a:rPr lang="zh-CN" altLang="en-US" dirty="0"/>
              <a:t>在算术运算表达式里，当表达式需要整数时，</a:t>
            </a:r>
            <a:r>
              <a:rPr lang="en-US" altLang="zh-CN" dirty="0"/>
              <a:t>bool</a:t>
            </a:r>
            <a:r>
              <a:rPr lang="zh-CN" altLang="en-US" dirty="0"/>
              <a:t>值将被转化为</a:t>
            </a:r>
            <a:r>
              <a:rPr lang="en-US" altLang="zh-CN" dirty="0"/>
              <a:t>int</a:t>
            </a:r>
            <a:r>
              <a:rPr lang="zh-CN" altLang="en-US" dirty="0"/>
              <a:t>，</a:t>
            </a:r>
            <a:r>
              <a:rPr lang="en-US" altLang="zh-CN" dirty="0"/>
              <a:t>true</a:t>
            </a:r>
            <a:r>
              <a:rPr lang="zh-CN" altLang="en-US" dirty="0"/>
              <a:t>为</a:t>
            </a:r>
            <a:r>
              <a:rPr lang="en-US" altLang="zh-CN" dirty="0"/>
              <a:t>1</a:t>
            </a:r>
            <a:r>
              <a:rPr lang="zh-CN" altLang="en-US" dirty="0"/>
              <a:t>，</a:t>
            </a:r>
            <a:r>
              <a:rPr lang="en-US" altLang="zh-CN" dirty="0"/>
              <a:t>false </a:t>
            </a:r>
            <a:r>
              <a:rPr lang="zh-CN" altLang="en-US" dirty="0"/>
              <a:t>为</a:t>
            </a:r>
            <a:r>
              <a:rPr lang="en-US" altLang="zh-CN" dirty="0">
                <a:latin typeface="+mn-ea"/>
              </a:rPr>
              <a:t>0</a:t>
            </a:r>
            <a:r>
              <a:rPr lang="zh-CN" altLang="en-US" dirty="0"/>
              <a:t>。</a:t>
            </a:r>
          </a:p>
          <a:p>
            <a:pPr lvl="1">
              <a:lnSpc>
                <a:spcPct val="120000"/>
              </a:lnSpc>
              <a:defRPr/>
            </a:pPr>
            <a:r>
              <a:rPr lang="zh-CN" altLang="en-US" dirty="0"/>
              <a:t>如果需要将整数转换为</a:t>
            </a:r>
            <a:r>
              <a:rPr lang="en-US" altLang="zh-CN" dirty="0"/>
              <a:t>bool</a:t>
            </a:r>
            <a:r>
              <a:rPr lang="zh-CN" altLang="en-US" dirty="0"/>
              <a:t>值，那么</a:t>
            </a:r>
            <a:r>
              <a:rPr lang="en-US" altLang="zh-CN" dirty="0">
                <a:latin typeface="+mn-ea"/>
              </a:rPr>
              <a:t>0</a:t>
            </a:r>
            <a:r>
              <a:rPr lang="zh-CN" altLang="en-US" dirty="0"/>
              <a:t>转换为</a:t>
            </a:r>
            <a:r>
              <a:rPr lang="en-US" altLang="zh-CN" dirty="0"/>
              <a:t>false</a:t>
            </a:r>
            <a:r>
              <a:rPr lang="zh-CN" altLang="en-US" dirty="0"/>
              <a:t>，所有非</a:t>
            </a:r>
            <a:r>
              <a:rPr lang="en-US" altLang="zh-CN" dirty="0">
                <a:latin typeface="+mn-ea"/>
              </a:rPr>
              <a:t>0</a:t>
            </a:r>
            <a:r>
              <a:rPr lang="zh-CN" altLang="en-US" dirty="0"/>
              <a:t>值都为</a:t>
            </a:r>
            <a:r>
              <a:rPr lang="en-US" altLang="zh-CN" dirty="0"/>
              <a:t>true</a:t>
            </a:r>
            <a:r>
              <a:rPr lang="zh-CN" altLang="en-US" dirty="0"/>
              <a:t>。</a:t>
            </a:r>
          </a:p>
        </p:txBody>
      </p:sp>
      <p:sp>
        <p:nvSpPr>
          <p:cNvPr id="76804" name="灯片编号占位符 3">
            <a:extLst>
              <a:ext uri="{FF2B5EF4-FFF2-40B4-BE49-F238E27FC236}">
                <a16:creationId xmlns:a16="http://schemas.microsoft.com/office/drawing/2014/main" id="{490C64D8-7115-354B-B585-0A6CFCDA3D6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435A417-B417-4048-B0D0-A2B7D4C87B9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45</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F7A80FF7-5EE1-B1D7-41BD-2D8E37F4721B}"/>
              </a:ext>
            </a:extLst>
          </p:cNvPr>
          <p:cNvSpPr>
            <a:spLocks noGrp="1" noChangeArrowheads="1"/>
          </p:cNvSpPr>
          <p:nvPr>
            <p:ph type="title"/>
          </p:nvPr>
        </p:nvSpPr>
        <p:spPr/>
        <p:txBody>
          <a:bodyPr>
            <a:normAutofit fontScale="90000"/>
          </a:bodyPr>
          <a:lstStyle/>
          <a:p>
            <a:pPr eaLnBrk="1" fontAlgn="auto" hangingPunct="1">
              <a:spcAft>
                <a:spcPts val="0"/>
              </a:spcAft>
              <a:defRPr/>
            </a:pPr>
            <a:r>
              <a:rPr lang="zh-CN" altLang="en-US"/>
              <a:t>补充</a:t>
            </a:r>
            <a:r>
              <a:rPr lang="en-US" altLang="zh-CN"/>
              <a:t>2-9</a:t>
            </a:r>
            <a:r>
              <a:rPr lang="zh-CN" altLang="en-US" dirty="0"/>
              <a:t>：定义</a:t>
            </a:r>
            <a:r>
              <a:rPr lang="en-US" altLang="zh-CN" dirty="0" err="1"/>
              <a:t>bool</a:t>
            </a:r>
            <a:r>
              <a:rPr lang="zh-CN" altLang="en-US" dirty="0"/>
              <a:t>类型的变量并</a:t>
            </a:r>
            <a:r>
              <a:rPr lang="zh-CN" altLang="en-US"/>
              <a:t>进行算</a:t>
            </a:r>
            <a:r>
              <a:rPr lang="zh-CN" altLang="en-US" dirty="0"/>
              <a:t>术</a:t>
            </a:r>
            <a:r>
              <a:rPr lang="zh-CN" altLang="en-US"/>
              <a:t>运算（续）</a:t>
            </a:r>
            <a:endParaRPr lang="zh-CN" altLang="en-US" dirty="0"/>
          </a:p>
        </p:txBody>
      </p:sp>
      <p:sp>
        <p:nvSpPr>
          <p:cNvPr id="12" name="内容占位符 11">
            <a:extLst>
              <a:ext uri="{FF2B5EF4-FFF2-40B4-BE49-F238E27FC236}">
                <a16:creationId xmlns:a16="http://schemas.microsoft.com/office/drawing/2014/main" id="{5117764F-C0E7-2321-EF53-3BB39C8280F3}"/>
              </a:ext>
            </a:extLst>
          </p:cNvPr>
          <p:cNvSpPr>
            <a:spLocks noGrp="1"/>
          </p:cNvSpPr>
          <p:nvPr>
            <p:ph idx="1"/>
          </p:nvPr>
        </p:nvSpPr>
        <p:spPr>
          <a:solidFill>
            <a:srgbClr val="85FFFF"/>
          </a:solidFill>
        </p:spPr>
        <p:txBody>
          <a:bodyPr>
            <a:noAutofit/>
          </a:bodyPr>
          <a:lstStyle/>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#include &lt;</a:t>
            </a:r>
            <a:r>
              <a:rPr lang="en-US" altLang="zh-CN" sz="2400" dirty="0" err="1"/>
              <a:t>iostream</a:t>
            </a:r>
            <a:r>
              <a:rPr lang="en-US" altLang="zh-CN" sz="2400" dirty="0"/>
              <a:t>&gt;</a:t>
            </a:r>
            <a:endParaRPr lang="zh-CN" altLang="en-US" sz="2400" dirty="0"/>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using namespace std;</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err="1"/>
              <a:t>int</a:t>
            </a:r>
            <a:r>
              <a:rPr lang="en-US" altLang="zh-CN" sz="2400" dirty="0"/>
              <a:t> main()</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    </a:t>
            </a:r>
            <a:r>
              <a:rPr lang="en-US" altLang="zh-CN" sz="2400" dirty="0" err="1"/>
              <a:t>bool</a:t>
            </a:r>
            <a:r>
              <a:rPr lang="en-US" altLang="zh-CN" sz="2400" dirty="0"/>
              <a:t> bV1= true, bV2= false;</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    cout &lt;&lt;" value bV1 = "&lt;&lt;bV1&lt;&lt;</a:t>
            </a:r>
            <a:r>
              <a:rPr lang="en-US" altLang="zh-CN" sz="2400" dirty="0" err="1"/>
              <a:t>endl</a:t>
            </a:r>
            <a:r>
              <a:rPr lang="en-US" altLang="zh-CN" sz="2400" dirty="0"/>
              <a:t>;</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    cout &lt;&lt;"bool value bV2 = "&lt;&lt;bV2&lt;&lt;</a:t>
            </a:r>
            <a:r>
              <a:rPr lang="en-US" altLang="zh-CN" sz="2400" dirty="0" err="1"/>
              <a:t>endl</a:t>
            </a:r>
            <a:r>
              <a:rPr lang="en-US" altLang="zh-CN" sz="2400" dirty="0"/>
              <a:t>;</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    int nV1=bV1, nV2 = </a:t>
            </a:r>
            <a:r>
              <a:rPr lang="en-US" altLang="zh-CN" sz="2400" dirty="0">
                <a:latin typeface="+mn-ea"/>
              </a:rPr>
              <a:t>0</a:t>
            </a:r>
            <a:r>
              <a:rPr lang="en-US" altLang="zh-CN" sz="2400" dirty="0"/>
              <a:t>;</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    bV1 = nV2;</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    cout &lt;&lt;"int value nV1 = "&lt;&lt; nV1&lt;&lt;</a:t>
            </a:r>
            <a:r>
              <a:rPr lang="en-US" altLang="zh-CN" sz="2400" dirty="0" err="1"/>
              <a:t>endl</a:t>
            </a:r>
            <a:r>
              <a:rPr lang="en-US" altLang="zh-CN" sz="2400" dirty="0"/>
              <a:t>;</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    cout &lt;&lt;"bool value bV1 = "&lt;&lt;bV1&lt;&lt;</a:t>
            </a:r>
            <a:r>
              <a:rPr lang="en-US" altLang="zh-CN" sz="2400" dirty="0" err="1"/>
              <a:t>endl</a:t>
            </a:r>
            <a:r>
              <a:rPr lang="en-US" altLang="zh-CN" sz="2400" dirty="0"/>
              <a:t>;</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    return </a:t>
            </a:r>
            <a:r>
              <a:rPr lang="en-US" altLang="zh-CN" sz="2400" dirty="0">
                <a:latin typeface="+mn-ea"/>
              </a:rPr>
              <a:t>0</a:t>
            </a:r>
            <a:r>
              <a:rPr lang="en-US" altLang="zh-CN" sz="2400" dirty="0"/>
              <a:t>;</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r>
              <a:rPr lang="en-US" altLang="zh-CN" sz="2400" dirty="0"/>
              <a:t>//</a:t>
            </a:r>
            <a:r>
              <a:rPr lang="zh-CN" altLang="en-US" sz="2400" dirty="0"/>
              <a:t>观察程序运行过程中内存中</a:t>
            </a:r>
            <a:r>
              <a:rPr lang="en-US" altLang="zh-CN" sz="2400" dirty="0"/>
              <a:t>bool</a:t>
            </a:r>
            <a:r>
              <a:rPr lang="zh-CN" altLang="en-US" sz="2400" dirty="0"/>
              <a:t>变量的值</a:t>
            </a: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endParaRPr lang="zh-CN" altLang="en-US" sz="2400" dirty="0"/>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endParaRPr lang="zh-CN" altLang="en-US" sz="2400" dirty="0"/>
          </a:p>
          <a:p>
            <a:pPr marL="365125" lvl="1" indent="-256032" eaLnBrk="1" fontAlgn="auto" hangingPunct="1">
              <a:lnSpc>
                <a:spcPct val="90000"/>
              </a:lnSpc>
              <a:spcBef>
                <a:spcPts val="0"/>
              </a:spcBef>
              <a:spcAft>
                <a:spcPts val="0"/>
              </a:spcAft>
              <a:buClr>
                <a:schemeClr val="accent3"/>
              </a:buClr>
              <a:buFont typeface="Georgia" panose="02040502050405020303" pitchFamily="18" charset="0"/>
              <a:buNone/>
              <a:defRPr/>
            </a:pPr>
            <a:endParaRPr lang="zh-CN" altLang="en-US" sz="2400" dirty="0">
              <a:solidFill>
                <a:schemeClr val="tx1"/>
              </a:solidFill>
            </a:endParaRPr>
          </a:p>
          <a:p>
            <a:pPr marL="365125" lvl="1" indent="-256032" eaLnBrk="1" fontAlgn="auto" hangingPunct="1">
              <a:lnSpc>
                <a:spcPct val="90000"/>
              </a:lnSpc>
              <a:spcBef>
                <a:spcPts val="0"/>
              </a:spcBef>
              <a:spcAft>
                <a:spcPts val="0"/>
              </a:spcAft>
              <a:buClr>
                <a:schemeClr val="accent3"/>
              </a:buClr>
              <a:buFont typeface="Georgia" panose="02040502050405020303" pitchFamily="18" charset="0"/>
              <a:buNone/>
              <a:defRPr/>
            </a:pPr>
            <a:endParaRPr lang="zh-CN" altLang="en-US" sz="2400" dirty="0">
              <a:solidFill>
                <a:schemeClr val="tx1"/>
              </a:solidFill>
            </a:endParaRPr>
          </a:p>
          <a:p>
            <a:pPr indent="-256032" eaLnBrk="1" fontAlgn="auto" hangingPunct="1">
              <a:lnSpc>
                <a:spcPct val="90000"/>
              </a:lnSpc>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lnSpc>
                <a:spcPct val="90000"/>
              </a:lnSpc>
              <a:spcBef>
                <a:spcPts val="0"/>
              </a:spcBef>
              <a:spcAft>
                <a:spcPts val="0"/>
              </a:spcAft>
              <a:buClr>
                <a:schemeClr val="accent3"/>
              </a:buClr>
              <a:buFont typeface="Georgia" panose="02040502050405020303" pitchFamily="18" charset="0"/>
              <a:buNone/>
              <a:defRPr/>
            </a:pPr>
            <a:endParaRPr lang="zh-CN" altLang="en-US" sz="2400" dirty="0"/>
          </a:p>
        </p:txBody>
      </p:sp>
      <p:sp>
        <p:nvSpPr>
          <p:cNvPr id="77828" name="灯片编号占位符 5">
            <a:extLst>
              <a:ext uri="{FF2B5EF4-FFF2-40B4-BE49-F238E27FC236}">
                <a16:creationId xmlns:a16="http://schemas.microsoft.com/office/drawing/2014/main" id="{E07102CC-C38E-CA6A-37B0-94916583606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B23E9C4-31F4-497B-A84C-3034138FA3B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46</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D3BC5D0A-15E3-2232-E575-997BBFE5B4D2}"/>
              </a:ext>
            </a:extLst>
          </p:cNvPr>
          <p:cNvSpPr>
            <a:spLocks noGrp="1"/>
          </p:cNvSpPr>
          <p:nvPr>
            <p:ph type="title"/>
          </p:nvPr>
        </p:nvSpPr>
        <p:spPr/>
        <p:txBody>
          <a:bodyPr/>
          <a:lstStyle/>
          <a:p>
            <a:pPr eaLnBrk="1" hangingPunct="1"/>
            <a:r>
              <a:rPr lang="zh-CN" altLang="en-US">
                <a:latin typeface="隶书" panose="02010509060101010101" pitchFamily="49" charset="-122"/>
              </a:rPr>
              <a:t>算术运算符与算术表达式</a:t>
            </a:r>
            <a:endParaRPr lang="zh-CN" altLang="en-US"/>
          </a:p>
        </p:txBody>
      </p:sp>
      <p:sp>
        <p:nvSpPr>
          <p:cNvPr id="79875" name="内容占位符 2">
            <a:extLst>
              <a:ext uri="{FF2B5EF4-FFF2-40B4-BE49-F238E27FC236}">
                <a16:creationId xmlns:a16="http://schemas.microsoft.com/office/drawing/2014/main" id="{7A40720F-1AB1-5A70-DEE2-EB6025AD28E4}"/>
              </a:ext>
            </a:extLst>
          </p:cNvPr>
          <p:cNvSpPr>
            <a:spLocks noGrp="1"/>
          </p:cNvSpPr>
          <p:nvPr>
            <p:ph idx="1"/>
          </p:nvPr>
        </p:nvSpPr>
        <p:spPr/>
        <p:txBody>
          <a:bodyPr/>
          <a:lstStyle/>
          <a:p>
            <a:pPr eaLnBrk="1" hangingPunct="1">
              <a:lnSpc>
                <a:spcPct val="120000"/>
              </a:lnSpc>
            </a:pPr>
            <a:r>
              <a:rPr lang="zh-CN" altLang="en-US"/>
              <a:t>基本算术运算符</a:t>
            </a:r>
          </a:p>
          <a:p>
            <a:pPr lvl="1" eaLnBrk="1" hangingPunct="1">
              <a:lnSpc>
                <a:spcPct val="120000"/>
              </a:lnSpc>
              <a:buFont typeface="Georgia" panose="02040502050405020303" pitchFamily="18" charset="0"/>
              <a:buNone/>
            </a:pPr>
            <a:r>
              <a:rPr lang="zh-CN" altLang="en-US"/>
              <a:t>  </a:t>
            </a:r>
            <a:r>
              <a:rPr lang="en-US" altLang="zh-CN"/>
              <a:t>+  -  *  /</a:t>
            </a:r>
            <a:r>
              <a:rPr lang="en-US" altLang="zh-CN" sz="2400">
                <a:solidFill>
                  <a:schemeClr val="tx1"/>
                </a:solidFill>
              </a:rPr>
              <a:t>(</a:t>
            </a:r>
            <a:r>
              <a:rPr lang="zh-CN" altLang="en-US" sz="2400">
                <a:solidFill>
                  <a:schemeClr val="tx1"/>
                </a:solidFill>
              </a:rPr>
              <a:t>若整数相除，结果取整</a:t>
            </a:r>
            <a:r>
              <a:rPr lang="en-US" altLang="zh-CN" sz="2400">
                <a:solidFill>
                  <a:schemeClr val="tx1"/>
                </a:solidFill>
              </a:rPr>
              <a:t>)</a:t>
            </a:r>
          </a:p>
          <a:p>
            <a:pPr lvl="1" eaLnBrk="1" hangingPunct="1">
              <a:lnSpc>
                <a:spcPct val="120000"/>
              </a:lnSpc>
              <a:buFont typeface="Georgia" panose="02040502050405020303" pitchFamily="18" charset="0"/>
              <a:buNone/>
            </a:pPr>
            <a:r>
              <a:rPr lang="en-US" altLang="zh-CN"/>
              <a:t>  %</a:t>
            </a:r>
            <a:r>
              <a:rPr lang="zh-CN" altLang="en-US" sz="2400">
                <a:solidFill>
                  <a:schemeClr val="tx1"/>
                </a:solidFill>
              </a:rPr>
              <a:t>（取余，操作数为整数）</a:t>
            </a:r>
            <a:endParaRPr lang="zh-CN" altLang="en-US">
              <a:solidFill>
                <a:schemeClr val="tx1"/>
              </a:solidFill>
            </a:endParaRPr>
          </a:p>
          <a:p>
            <a:pPr eaLnBrk="1" hangingPunct="1">
              <a:lnSpc>
                <a:spcPct val="120000"/>
              </a:lnSpc>
            </a:pPr>
            <a:r>
              <a:rPr lang="zh-CN" altLang="en-US"/>
              <a:t>优先级与结合性</a:t>
            </a:r>
          </a:p>
          <a:p>
            <a:pPr lvl="1" eaLnBrk="1" hangingPunct="1">
              <a:lnSpc>
                <a:spcPct val="120000"/>
              </a:lnSpc>
              <a:buFont typeface="Georgia" panose="02040502050405020303" pitchFamily="18" charset="0"/>
              <a:buNone/>
            </a:pPr>
            <a:r>
              <a:rPr lang="zh-CN" altLang="en-US"/>
              <a:t>先乘除，后加减，同级自左至右</a:t>
            </a:r>
          </a:p>
          <a:p>
            <a:pPr eaLnBrk="1" hangingPunct="1">
              <a:lnSpc>
                <a:spcPct val="120000"/>
              </a:lnSpc>
            </a:pPr>
            <a:r>
              <a:rPr lang="en-US" altLang="zh-CN"/>
              <a:t>++, --</a:t>
            </a:r>
            <a:r>
              <a:rPr lang="zh-CN" altLang="en-US"/>
              <a:t>（自增、自减）</a:t>
            </a:r>
          </a:p>
          <a:p>
            <a:pPr lvl="1" eaLnBrk="1" hangingPunct="1">
              <a:lnSpc>
                <a:spcPct val="120000"/>
              </a:lnSpc>
              <a:buFont typeface="Georgia" panose="02040502050405020303" pitchFamily="18" charset="0"/>
              <a:buNone/>
            </a:pPr>
            <a:r>
              <a:rPr lang="zh-CN" altLang="en-US"/>
              <a:t>例：</a:t>
            </a:r>
            <a:r>
              <a:rPr lang="en-US" altLang="zh-CN"/>
              <a:t>i++;    --j;</a:t>
            </a:r>
          </a:p>
          <a:p>
            <a:pPr eaLnBrk="1" hangingPunct="1"/>
            <a:endParaRPr lang="zh-CN" altLang="en-US"/>
          </a:p>
        </p:txBody>
      </p:sp>
      <p:sp>
        <p:nvSpPr>
          <p:cNvPr id="79876" name="灯片编号占位符 3">
            <a:extLst>
              <a:ext uri="{FF2B5EF4-FFF2-40B4-BE49-F238E27FC236}">
                <a16:creationId xmlns:a16="http://schemas.microsoft.com/office/drawing/2014/main" id="{BB4EE82E-86FD-1314-735A-32CB061B7F6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934CDE9-82A9-4A02-B0D5-915505CB804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5A7B235-1C92-A72C-88AD-CD9994953944}"/>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a:extLst>
              <a:ext uri="{FF2B5EF4-FFF2-40B4-BE49-F238E27FC236}">
                <a16:creationId xmlns:a16="http://schemas.microsoft.com/office/drawing/2014/main" id="{690A03EF-85F8-78CD-B4AE-672B89395744}"/>
              </a:ext>
            </a:extLst>
          </p:cNvPr>
          <p:cNvSpPr>
            <a:spLocks noGrp="1"/>
          </p:cNvSpPr>
          <p:nvPr>
            <p:ph type="title"/>
          </p:nvPr>
        </p:nvSpPr>
        <p:spPr/>
        <p:txBody>
          <a:bodyPr/>
          <a:lstStyle/>
          <a:p>
            <a:r>
              <a:rPr lang="zh-CN" altLang="en-US"/>
              <a:t>补充</a:t>
            </a:r>
            <a:r>
              <a:rPr lang="en-US" altLang="zh-CN"/>
              <a:t>2-10</a:t>
            </a:r>
            <a:r>
              <a:rPr lang="zh-CN" altLang="en-US"/>
              <a:t>：算术运算 </a:t>
            </a:r>
          </a:p>
        </p:txBody>
      </p:sp>
      <p:sp>
        <p:nvSpPr>
          <p:cNvPr id="81923" name="内容占位符 2">
            <a:extLst>
              <a:ext uri="{FF2B5EF4-FFF2-40B4-BE49-F238E27FC236}">
                <a16:creationId xmlns:a16="http://schemas.microsoft.com/office/drawing/2014/main" id="{544F7051-842A-3FD2-BF37-620D8915B369}"/>
              </a:ext>
            </a:extLst>
          </p:cNvPr>
          <p:cNvSpPr>
            <a:spLocks noGrp="1"/>
          </p:cNvSpPr>
          <p:nvPr>
            <p:ph idx="1"/>
          </p:nvPr>
        </p:nvSpPr>
        <p:spPr/>
        <p:txBody>
          <a:bodyPr/>
          <a:lstStyle/>
          <a:p>
            <a:pPr>
              <a:lnSpc>
                <a:spcPct val="130000"/>
              </a:lnSpc>
            </a:pPr>
            <a:r>
              <a:rPr lang="zh-CN" altLang="en-US"/>
              <a:t>主要知识点：算术运算符的使用和相关注意事项</a:t>
            </a:r>
          </a:p>
          <a:p>
            <a:pPr lvl="1">
              <a:lnSpc>
                <a:spcPct val="130000"/>
              </a:lnSpc>
            </a:pPr>
            <a:r>
              <a:rPr lang="zh-CN" altLang="en-US"/>
              <a:t>算术运算符</a:t>
            </a:r>
            <a:r>
              <a:rPr lang="en-US" altLang="zh-CN"/>
              <a:t>+</a:t>
            </a:r>
            <a:r>
              <a:rPr lang="zh-CN" altLang="en-US"/>
              <a:t>、</a:t>
            </a:r>
            <a:r>
              <a:rPr lang="en-US" altLang="zh-CN"/>
              <a:t>-</a:t>
            </a:r>
            <a:r>
              <a:rPr lang="zh-CN" altLang="en-US"/>
              <a:t>、*、</a:t>
            </a:r>
            <a:r>
              <a:rPr lang="en-US" altLang="zh-CN"/>
              <a:t>/</a:t>
            </a:r>
            <a:r>
              <a:rPr lang="zh-CN" altLang="en-US"/>
              <a:t>的含义及运算次序与数学中是一样的，但是要注意两个整数相除时，结果是取整，小数部分会被截掉。</a:t>
            </a:r>
          </a:p>
          <a:p>
            <a:pPr lvl="1">
              <a:lnSpc>
                <a:spcPct val="130000"/>
              </a:lnSpc>
            </a:pPr>
            <a:r>
              <a:rPr lang="en-US" altLang="zh-CN"/>
              <a:t>%</a:t>
            </a:r>
            <a:r>
              <a:rPr lang="zh-CN" altLang="en-US"/>
              <a:t>运算符的作用是两数相除，取余数作为结果。</a:t>
            </a:r>
          </a:p>
          <a:p>
            <a:pPr lvl="1">
              <a:lnSpc>
                <a:spcPct val="130000"/>
              </a:lnSpc>
            </a:pPr>
            <a:r>
              <a:rPr lang="en-US" altLang="zh-CN"/>
              <a:t>++</a:t>
            </a:r>
            <a:r>
              <a:rPr lang="zh-CN" altLang="en-US"/>
              <a:t>、</a:t>
            </a:r>
            <a:r>
              <a:rPr lang="en-US" altLang="zh-CN"/>
              <a:t>--</a:t>
            </a:r>
            <a:r>
              <a:rPr lang="zh-CN" altLang="en-US"/>
              <a:t>运算符实现变量值增加</a:t>
            </a:r>
            <a:r>
              <a:rPr lang="en-US" altLang="zh-CN"/>
              <a:t>1</a:t>
            </a:r>
            <a:r>
              <a:rPr lang="zh-CN" altLang="en-US"/>
              <a:t>和减小</a:t>
            </a:r>
            <a:r>
              <a:rPr lang="en-US" altLang="zh-CN"/>
              <a:t>1</a:t>
            </a:r>
            <a:r>
              <a:rPr lang="zh-CN" altLang="en-US"/>
              <a:t>的功能。后置的情况是先使用变量的值然后增</a:t>
            </a:r>
            <a:r>
              <a:rPr lang="en-US" altLang="zh-CN"/>
              <a:t>1</a:t>
            </a:r>
            <a:r>
              <a:rPr lang="zh-CN" altLang="en-US"/>
              <a:t>或减</a:t>
            </a:r>
            <a:r>
              <a:rPr lang="en-US" altLang="zh-CN"/>
              <a:t>1</a:t>
            </a:r>
            <a:r>
              <a:rPr lang="zh-CN" altLang="en-US"/>
              <a:t>；前置的情况是变量先增加</a:t>
            </a:r>
            <a:r>
              <a:rPr lang="en-US" altLang="zh-CN"/>
              <a:t>1</a:t>
            </a:r>
            <a:r>
              <a:rPr lang="zh-CN" altLang="en-US"/>
              <a:t>或减小</a:t>
            </a:r>
            <a:r>
              <a:rPr lang="en-US" altLang="zh-CN"/>
              <a:t>1</a:t>
            </a:r>
            <a:r>
              <a:rPr lang="zh-CN" altLang="en-US"/>
              <a:t>之后再参与其他运算。</a:t>
            </a:r>
          </a:p>
          <a:p>
            <a:endParaRPr lang="zh-CN" altLang="en-US"/>
          </a:p>
        </p:txBody>
      </p:sp>
      <p:sp>
        <p:nvSpPr>
          <p:cNvPr id="81924" name="灯片编号占位符 3">
            <a:extLst>
              <a:ext uri="{FF2B5EF4-FFF2-40B4-BE49-F238E27FC236}">
                <a16:creationId xmlns:a16="http://schemas.microsoft.com/office/drawing/2014/main" id="{DBE8C5A0-DE2C-3398-0938-D86969F3A68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4A24E83-37F3-48A1-A126-82C45AD8ED1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48</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0ED88FF7-FDD7-2223-B6B1-9DA90475CAEA}"/>
              </a:ext>
            </a:extLst>
          </p:cNvPr>
          <p:cNvSpPr>
            <a:spLocks noGrp="1"/>
          </p:cNvSpPr>
          <p:nvPr>
            <p:ph type="title"/>
          </p:nvPr>
        </p:nvSpPr>
        <p:spPr/>
        <p:txBody>
          <a:bodyPr/>
          <a:lstStyle/>
          <a:p>
            <a:pPr eaLnBrk="1" hangingPunct="1"/>
            <a:r>
              <a:rPr lang="zh-CN" altLang="en-US"/>
              <a:t>补充</a:t>
            </a:r>
            <a:r>
              <a:rPr lang="en-US" altLang="zh-CN"/>
              <a:t>2-10</a:t>
            </a:r>
            <a:r>
              <a:rPr lang="zh-CN" altLang="en-US"/>
              <a:t>：算术运算（续） </a:t>
            </a:r>
          </a:p>
        </p:txBody>
      </p:sp>
      <p:sp>
        <p:nvSpPr>
          <p:cNvPr id="12" name="内容占位符 11">
            <a:extLst>
              <a:ext uri="{FF2B5EF4-FFF2-40B4-BE49-F238E27FC236}">
                <a16:creationId xmlns:a16="http://schemas.microsoft.com/office/drawing/2014/main" id="{AF72A57B-7285-2B59-3317-355D1A5BE922}"/>
              </a:ext>
            </a:extLst>
          </p:cNvPr>
          <p:cNvSpPr>
            <a:spLocks noGrp="1"/>
          </p:cNvSpPr>
          <p:nvPr>
            <p:ph idx="1"/>
          </p:nvPr>
        </p:nvSpPr>
        <p:spPr>
          <a:solidFill>
            <a:srgbClr val="85FFFF"/>
          </a:solidFill>
        </p:spPr>
        <p:txBody>
          <a:bodyPr>
            <a:normAutofit fontScale="85000" lnSpcReduction="20000"/>
          </a:bodyPr>
          <a:lstStyle/>
          <a:p>
            <a:pPr indent="-256032" eaLnBrk="1" fontAlgn="auto" hangingPunct="1">
              <a:spcAft>
                <a:spcPts val="0"/>
              </a:spcAft>
              <a:buClr>
                <a:schemeClr val="accent3"/>
              </a:buClr>
              <a:buFont typeface="Georgia" panose="02040502050405020303" pitchFamily="18" charset="0"/>
              <a:buNone/>
              <a:defRPr/>
            </a:pPr>
            <a:r>
              <a:rPr lang="en-US" altLang="zh-CN" dirty="0"/>
              <a:t>#include &lt;</a:t>
            </a:r>
            <a:r>
              <a:rPr lang="en-US" altLang="zh-CN" dirty="0" err="1"/>
              <a:t>iostream</a:t>
            </a:r>
            <a:r>
              <a:rPr lang="en-US" altLang="zh-CN" dirty="0"/>
              <a:t>&gt;</a:t>
            </a:r>
            <a:endParaRPr lang="zh-CN" altLang="en-US" dirty="0"/>
          </a:p>
          <a:p>
            <a:pPr indent="-256032" eaLnBrk="1" fontAlgn="auto" hangingPunct="1">
              <a:spcAft>
                <a:spcPts val="0"/>
              </a:spcAft>
              <a:buClr>
                <a:schemeClr val="accent3"/>
              </a:buClr>
              <a:buFont typeface="Georgia" panose="02040502050405020303" pitchFamily="18" charset="0"/>
              <a:buNone/>
              <a:defRPr/>
            </a:pPr>
            <a:r>
              <a:rPr lang="en-US" altLang="zh-CN" dirty="0"/>
              <a:t>using namespace std;</a:t>
            </a:r>
            <a:endParaRPr lang="zh-CN" altLang="en-US" dirty="0"/>
          </a:p>
          <a:p>
            <a:pPr indent="-256032" eaLnBrk="1" fontAlgn="auto" hangingPunct="1">
              <a:spcAft>
                <a:spcPts val="0"/>
              </a:spcAft>
              <a:buClr>
                <a:schemeClr val="accent3"/>
              </a:buClr>
              <a:buFont typeface="Georgia" panose="02040502050405020303" pitchFamily="18" charset="0"/>
              <a:buNone/>
              <a:defRPr/>
            </a:pPr>
            <a:r>
              <a:rPr lang="en-US" altLang="zh-CN" dirty="0" err="1"/>
              <a:t>int</a:t>
            </a:r>
            <a:r>
              <a:rPr lang="en-US" altLang="zh-CN" dirty="0"/>
              <a:t> main()</a:t>
            </a:r>
            <a:endParaRPr lang="zh-CN" altLang="en-US" dirty="0"/>
          </a:p>
          <a:p>
            <a:pPr indent="-256032" eaLnBrk="1" fontAlgn="auto" hangingPunct="1">
              <a:spcAft>
                <a:spcPts val="0"/>
              </a:spcAft>
              <a:buClr>
                <a:schemeClr val="accent3"/>
              </a:buClr>
              <a:buFont typeface="Georgia" panose="02040502050405020303" pitchFamily="18" charset="0"/>
              <a:buNone/>
              <a:defRPr/>
            </a:pPr>
            <a:r>
              <a:rPr lang="en-US" altLang="zh-CN" dirty="0"/>
              <a:t>{</a:t>
            </a:r>
            <a:endParaRPr lang="zh-CN" altLang="en-US" dirty="0"/>
          </a:p>
          <a:p>
            <a:pPr indent="-256032" eaLnBrk="1" fontAlgn="auto" hangingPunct="1">
              <a:spcAft>
                <a:spcPts val="0"/>
              </a:spcAft>
              <a:buClr>
                <a:schemeClr val="accent3"/>
              </a:buClr>
              <a:buFont typeface="Georgia" panose="02040502050405020303" pitchFamily="18" charset="0"/>
              <a:buNone/>
              <a:defRPr/>
            </a:pPr>
            <a:r>
              <a:rPr lang="en-US" altLang="zh-CN" dirty="0"/>
              <a:t>   </a:t>
            </a:r>
            <a:r>
              <a:rPr lang="en-US" altLang="zh-CN" dirty="0" err="1"/>
              <a:t>int</a:t>
            </a:r>
            <a:r>
              <a:rPr lang="en-US" altLang="zh-CN" dirty="0"/>
              <a:t> val1=24;</a:t>
            </a:r>
            <a:endParaRPr lang="zh-CN" altLang="en-US" dirty="0"/>
          </a:p>
          <a:p>
            <a:pPr indent="-256032" eaLnBrk="1" fontAlgn="auto" hangingPunct="1">
              <a:spcAft>
                <a:spcPts val="0"/>
              </a:spcAft>
              <a:buClr>
                <a:schemeClr val="accent3"/>
              </a:buClr>
              <a:buFont typeface="Georgia" panose="02040502050405020303" pitchFamily="18" charset="0"/>
              <a:buNone/>
              <a:defRPr/>
            </a:pPr>
            <a:r>
              <a:rPr lang="en-US" altLang="zh-CN" dirty="0"/>
              <a:t>   </a:t>
            </a:r>
            <a:r>
              <a:rPr lang="en-US" altLang="zh-CN" dirty="0" err="1"/>
              <a:t>int</a:t>
            </a:r>
            <a:r>
              <a:rPr lang="en-US" altLang="zh-CN" dirty="0"/>
              <a:t> val2=5;</a:t>
            </a:r>
            <a:endParaRPr lang="zh-CN" altLang="en-US" dirty="0"/>
          </a:p>
          <a:p>
            <a:pPr indent="-256032" eaLnBrk="1" fontAlgn="auto" hangingPunct="1">
              <a:spcAft>
                <a:spcPts val="0"/>
              </a:spcAft>
              <a:buClr>
                <a:schemeClr val="accent3"/>
              </a:buClr>
              <a:buFont typeface="Georgia" panose="02040502050405020303" pitchFamily="18" charset="0"/>
              <a:buNone/>
              <a:defRPr/>
            </a:pPr>
            <a:r>
              <a:rPr lang="en-US" altLang="zh-CN" dirty="0"/>
              <a:t>   double val3=24;</a:t>
            </a:r>
            <a:endParaRPr lang="zh-CN" altLang="en-US" dirty="0"/>
          </a:p>
          <a:p>
            <a:pPr indent="-256032" eaLnBrk="1" fontAlgn="auto" hangingPunct="1">
              <a:spcAft>
                <a:spcPts val="0"/>
              </a:spcAft>
              <a:buClr>
                <a:schemeClr val="accent3"/>
              </a:buClr>
              <a:buFont typeface="Georgia" panose="02040502050405020303" pitchFamily="18" charset="0"/>
              <a:buNone/>
              <a:defRPr/>
            </a:pPr>
            <a:r>
              <a:rPr lang="en-US" altLang="zh-CN" dirty="0"/>
              <a:t>   double val4=5;</a:t>
            </a:r>
            <a:endParaRPr lang="zh-CN" altLang="en-US" dirty="0"/>
          </a:p>
          <a:p>
            <a:pPr indent="-256032" eaLnBrk="1" fontAlgn="auto" hangingPunct="1">
              <a:spcAft>
                <a:spcPts val="0"/>
              </a:spcAft>
              <a:buClr>
                <a:schemeClr val="accent3"/>
              </a:buClr>
              <a:buFont typeface="Georgia" panose="02040502050405020303" pitchFamily="18" charset="0"/>
              <a:buNone/>
              <a:defRPr/>
            </a:pPr>
            <a:r>
              <a:rPr lang="en-US" altLang="zh-CN" dirty="0"/>
              <a:t>   cout &lt;&lt; "int/int, 24/5= "&lt;&lt;val1/val2&lt;&lt;</a:t>
            </a:r>
            <a:r>
              <a:rPr lang="en-US" altLang="zh-CN" dirty="0" err="1"/>
              <a:t>endl</a:t>
            </a:r>
            <a:r>
              <a:rPr lang="en-US" altLang="zh-CN" dirty="0"/>
              <a:t>;    </a:t>
            </a:r>
          </a:p>
          <a:p>
            <a:pPr indent="-256032" eaLnBrk="1" fontAlgn="auto" hangingPunct="1">
              <a:spcAft>
                <a:spcPts val="0"/>
              </a:spcAft>
              <a:buClr>
                <a:schemeClr val="accent3"/>
              </a:buClr>
              <a:buFont typeface="Georgia" panose="02040502050405020303" pitchFamily="18" charset="0"/>
              <a:buNone/>
              <a:defRPr/>
            </a:pPr>
            <a:r>
              <a:rPr lang="en-US" altLang="zh-CN" dirty="0"/>
              <a:t>   cout &lt;&lt; "int/int, 24%5= "&lt;&lt;val1%val2&lt;&lt;</a:t>
            </a:r>
            <a:r>
              <a:rPr lang="en-US" altLang="zh-CN" dirty="0" err="1"/>
              <a:t>endl</a:t>
            </a:r>
            <a:r>
              <a:rPr lang="en-US" altLang="zh-CN" dirty="0"/>
              <a:t>;  </a:t>
            </a:r>
          </a:p>
          <a:p>
            <a:pPr indent="-256032" eaLnBrk="1" fontAlgn="auto" hangingPunct="1">
              <a:spcAft>
                <a:spcPts val="0"/>
              </a:spcAft>
              <a:buClr>
                <a:schemeClr val="accent3"/>
              </a:buClr>
              <a:buFont typeface="Georgia" panose="02040502050405020303" pitchFamily="18" charset="0"/>
              <a:buNone/>
              <a:defRPr/>
            </a:pPr>
            <a:r>
              <a:rPr lang="en-US" altLang="zh-CN" dirty="0"/>
              <a:t>   val2=-5;</a:t>
            </a:r>
          </a:p>
          <a:p>
            <a:pPr indent="-256032" eaLnBrk="1" fontAlgn="auto" hangingPunct="1">
              <a:spcAft>
                <a:spcPts val="0"/>
              </a:spcAft>
              <a:buClr>
                <a:schemeClr val="accent3"/>
              </a:buClr>
              <a:buFont typeface="Georgia" panose="02040502050405020303" pitchFamily="18" charset="0"/>
              <a:buNone/>
              <a:defRPr/>
            </a:pPr>
            <a:r>
              <a:rPr lang="en-US" altLang="zh-CN" dirty="0"/>
              <a:t>   cout &lt;&lt; "int/int, 24%(-5)= "&lt;&lt;val1%val2&lt;&lt;</a:t>
            </a:r>
            <a:r>
              <a:rPr lang="en-US" altLang="zh-CN" dirty="0" err="1"/>
              <a:t>endl</a:t>
            </a:r>
            <a:r>
              <a:rPr lang="en-US" altLang="zh-CN" dirty="0"/>
              <a:t>;</a:t>
            </a:r>
          </a:p>
          <a:p>
            <a:pPr indent="-256032" eaLnBrk="1" fontAlgn="auto" hangingPunct="1">
              <a:spcAft>
                <a:spcPts val="0"/>
              </a:spcAft>
              <a:buClr>
                <a:schemeClr val="accent3"/>
              </a:buClr>
              <a:buFont typeface="Georgia" panose="02040502050405020303" pitchFamily="18" charset="0"/>
              <a:buNone/>
              <a:defRPr/>
            </a:pPr>
            <a:r>
              <a:rPr lang="en-US" altLang="zh-CN" dirty="0"/>
              <a:t>   cout &lt;&lt; "double/double, 24/5= "&lt;&lt;val3/val4&lt;&lt;</a:t>
            </a:r>
            <a:r>
              <a:rPr lang="en-US" altLang="zh-CN" dirty="0" err="1"/>
              <a:t>endl</a:t>
            </a:r>
            <a:r>
              <a:rPr lang="en-US" altLang="zh-CN" dirty="0"/>
              <a:t>; </a:t>
            </a: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marL="365125" lvl="1" indent="-256032" eaLnBrk="1" fontAlgn="auto" hangingPunct="1">
              <a:spcAft>
                <a:spcPts val="0"/>
              </a:spcAft>
              <a:buClr>
                <a:schemeClr val="accent3"/>
              </a:buClr>
              <a:buFont typeface="Georgia" panose="02040502050405020303" pitchFamily="18" charset="0"/>
              <a:buNone/>
              <a:defRPr/>
            </a:pPr>
            <a:endParaRPr lang="zh-CN" altLang="en-US" sz="2800" dirty="0">
              <a:solidFill>
                <a:schemeClr val="tx1"/>
              </a:solidFill>
            </a:endParaRPr>
          </a:p>
          <a:p>
            <a:pPr marL="365125" lvl="1" indent="-256032" eaLnBrk="1" fontAlgn="auto" hangingPunct="1">
              <a:spcAft>
                <a:spcPts val="0"/>
              </a:spcAft>
              <a:buClr>
                <a:schemeClr val="accent3"/>
              </a:buClr>
              <a:buFont typeface="Georgia" panose="02040502050405020303" pitchFamily="18" charset="0"/>
              <a:buNone/>
              <a:defRPr/>
            </a:pPr>
            <a:endParaRPr lang="zh-CN" altLang="en-US" sz="2700" dirty="0">
              <a:solidFill>
                <a:schemeClr val="tx1"/>
              </a:solidFill>
            </a:endParaRPr>
          </a:p>
          <a:p>
            <a:pPr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p:txBody>
      </p:sp>
      <p:sp>
        <p:nvSpPr>
          <p:cNvPr id="83972" name="灯片编号占位符 5">
            <a:extLst>
              <a:ext uri="{FF2B5EF4-FFF2-40B4-BE49-F238E27FC236}">
                <a16:creationId xmlns:a16="http://schemas.microsoft.com/office/drawing/2014/main" id="{E34657A7-5673-42D3-6F50-B308BBD6463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5ED400F-BFB8-4EA9-9C83-6A8FBA2A179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49</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A984876-D057-189C-22B5-BB20DE320F8E}"/>
              </a:ext>
            </a:extLst>
          </p:cNvPr>
          <p:cNvSpPr>
            <a:spLocks noGrp="1"/>
          </p:cNvSpPr>
          <p:nvPr>
            <p:ph type="title"/>
          </p:nvPr>
        </p:nvSpPr>
        <p:spPr>
          <a:xfrm>
            <a:off x="457200" y="260350"/>
            <a:ext cx="8229600" cy="1066800"/>
          </a:xfrm>
        </p:spPr>
        <p:txBody>
          <a:bodyPr/>
          <a:lstStyle/>
          <a:p>
            <a:pPr eaLnBrk="1" hangingPunct="1"/>
            <a:r>
              <a:rPr lang="zh-CN" altLang="en-US"/>
              <a:t>补充</a:t>
            </a:r>
            <a:r>
              <a:rPr lang="en-US" altLang="zh-CN"/>
              <a:t>2-10</a:t>
            </a:r>
            <a:r>
              <a:rPr lang="zh-CN" altLang="en-US"/>
              <a:t>（续） </a:t>
            </a:r>
          </a:p>
        </p:txBody>
      </p:sp>
      <p:sp>
        <p:nvSpPr>
          <p:cNvPr id="12" name="内容占位符 11">
            <a:extLst>
              <a:ext uri="{FF2B5EF4-FFF2-40B4-BE49-F238E27FC236}">
                <a16:creationId xmlns:a16="http://schemas.microsoft.com/office/drawing/2014/main" id="{5ED6DD7F-6F9A-5EBB-0518-C18F6EFD5ECE}"/>
              </a:ext>
            </a:extLst>
          </p:cNvPr>
          <p:cNvSpPr>
            <a:spLocks noGrp="1"/>
          </p:cNvSpPr>
          <p:nvPr>
            <p:ph idx="1"/>
          </p:nvPr>
        </p:nvSpPr>
        <p:spPr>
          <a:xfrm>
            <a:off x="457200" y="1268413"/>
            <a:ext cx="8229600" cy="5305425"/>
          </a:xfrm>
          <a:solidFill>
            <a:srgbClr val="85FFFF"/>
          </a:solidFill>
        </p:spPr>
        <p:txBody>
          <a:bodyPr>
            <a:noAutofit/>
          </a:bodyPr>
          <a:lstStyle/>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cout &lt;&lt; "double/double, 24%5= "&lt;&lt;val3%val4&lt;&lt;endl;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cout &lt;&lt; "double/int, 24/5= "&lt;&lt;val3/val2&lt;&lt;endl;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cout &lt;&lt; "int/double, 24/5= "&lt;&lt;val1/val4&lt;&lt;endl;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val1=5;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cout &lt;&lt;"val1 = "&lt;&lt;val1&lt;&lt;endl;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cout &lt;&lt;val1++&lt;&lt;",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cout &lt;&lt;++val1&lt;&lt;",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cout &lt;&lt;val1--&lt;&lt;",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cout &lt;&lt;--val1&lt;&lt;endl;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val1=5;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cout &lt;&lt;"val1 = "&lt;&lt;val1&lt;&lt;endl;            </a:t>
            </a:r>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cout &lt;&lt;val1++&lt;&lt;", "&lt;&lt;++val1&lt;&lt;", "&lt;&lt;val1--&lt;&lt;", "&lt;&lt;--val1&lt;&lt;endl; </a:t>
            </a:r>
            <a:r>
              <a:rPr lang="en-US" altLang="zh-CN" sz="2400" dirty="0"/>
              <a:t>//</a:t>
            </a:r>
            <a:r>
              <a:rPr lang="zh-CN" altLang="en-US" sz="2400" dirty="0"/>
              <a:t>不同的编译器求值顺序可能不同</a:t>
            </a:r>
            <a:endParaRPr lang="en-US" altLang="zh-CN" sz="2400" dirty="0"/>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a:t>
            </a:r>
          </a:p>
          <a:p>
            <a:pPr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indent="-256032" eaLnBrk="1" fontAlgn="auto" hangingPunct="1">
              <a:spcBef>
                <a:spcPts val="0"/>
              </a:spcBef>
              <a:spcAft>
                <a:spcPts val="0"/>
              </a:spcAft>
              <a:buClr>
                <a:schemeClr val="accent3"/>
              </a:buClr>
              <a:buFont typeface="Georgia" panose="02040502050405020303" pitchFamily="18" charset="0"/>
              <a:buNone/>
              <a:defRPr/>
            </a:pPr>
            <a:r>
              <a:rPr lang="fr-FR" altLang="zh-CN" sz="2400" dirty="0"/>
              <a:t> </a:t>
            </a:r>
            <a:endParaRPr lang="zh-CN" altLang="en-US" sz="2400" dirty="0"/>
          </a:p>
          <a:p>
            <a:pPr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125" lvl="1"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solidFill>
                <a:schemeClr val="tx1"/>
              </a:solidFill>
            </a:endParaRPr>
          </a:p>
          <a:p>
            <a:pPr marL="365125" lvl="1"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solidFill>
                <a:schemeClr val="tx1"/>
              </a:solidFill>
            </a:endParaRPr>
          </a:p>
          <a:p>
            <a:pPr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p:txBody>
      </p:sp>
      <p:sp>
        <p:nvSpPr>
          <p:cNvPr id="86020" name="灯片编号占位符 5">
            <a:extLst>
              <a:ext uri="{FF2B5EF4-FFF2-40B4-BE49-F238E27FC236}">
                <a16:creationId xmlns:a16="http://schemas.microsoft.com/office/drawing/2014/main" id="{1693A004-8A54-70B8-0981-23BF985C1B8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BD2CD29-22F9-4DF7-8A4F-568710485FD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50</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71059C8C-54B5-F7CE-2FE1-4282CEA45316}"/>
              </a:ext>
            </a:extLst>
          </p:cNvPr>
          <p:cNvSpPr>
            <a:spLocks noGrp="1"/>
          </p:cNvSpPr>
          <p:nvPr>
            <p:ph type="title"/>
          </p:nvPr>
        </p:nvSpPr>
        <p:spPr/>
        <p:txBody>
          <a:bodyPr/>
          <a:lstStyle/>
          <a:p>
            <a:r>
              <a:rPr lang="zh-CN" altLang="en-US"/>
              <a:t>补充</a:t>
            </a:r>
            <a:r>
              <a:rPr lang="en-US" altLang="zh-CN"/>
              <a:t>2-10</a:t>
            </a:r>
            <a:r>
              <a:rPr lang="zh-CN" altLang="en-US"/>
              <a:t>（续）</a:t>
            </a:r>
          </a:p>
        </p:txBody>
      </p:sp>
      <p:sp>
        <p:nvSpPr>
          <p:cNvPr id="88067" name="内容占位符 2">
            <a:extLst>
              <a:ext uri="{FF2B5EF4-FFF2-40B4-BE49-F238E27FC236}">
                <a16:creationId xmlns:a16="http://schemas.microsoft.com/office/drawing/2014/main" id="{DB45BEEA-841D-32C8-5A18-D288AA80D732}"/>
              </a:ext>
            </a:extLst>
          </p:cNvPr>
          <p:cNvSpPr>
            <a:spLocks noGrp="1"/>
          </p:cNvSpPr>
          <p:nvPr>
            <p:ph idx="1"/>
          </p:nvPr>
        </p:nvSpPr>
        <p:spPr/>
        <p:txBody>
          <a:bodyPr/>
          <a:lstStyle/>
          <a:p>
            <a:r>
              <a:rPr lang="zh-CN" altLang="en-US"/>
              <a:t>提示与思考：</a:t>
            </a:r>
          </a:p>
          <a:p>
            <a:pPr lvl="1"/>
            <a:r>
              <a:rPr lang="zh-CN" altLang="en-US"/>
              <a:t>求余运算（</a:t>
            </a:r>
            <a:r>
              <a:rPr lang="en-US" altLang="zh-CN"/>
              <a:t>%</a:t>
            </a:r>
            <a:r>
              <a:rPr lang="zh-CN" altLang="en-US"/>
              <a:t>）只能用于整数。</a:t>
            </a:r>
          </a:p>
          <a:p>
            <a:pPr lvl="1"/>
            <a:r>
              <a:rPr lang="zh-CN" altLang="en-US"/>
              <a:t>两个整数相除的结果只取整数。</a:t>
            </a:r>
          </a:p>
          <a:p>
            <a:pPr lvl="1"/>
            <a:r>
              <a:rPr lang="zh-CN" altLang="en-US"/>
              <a:t>最后一句的输出结果</a:t>
            </a:r>
            <a:r>
              <a:rPr lang="en-US" altLang="zh-CN"/>
              <a:t>4</a:t>
            </a:r>
            <a:r>
              <a:rPr lang="zh-CN" altLang="en-US"/>
              <a:t>，</a:t>
            </a:r>
            <a:r>
              <a:rPr lang="en-US" altLang="zh-CN"/>
              <a:t>5</a:t>
            </a:r>
            <a:r>
              <a:rPr lang="zh-CN" altLang="en-US"/>
              <a:t>，</a:t>
            </a:r>
            <a:r>
              <a:rPr lang="en-US" altLang="zh-CN"/>
              <a:t>4</a:t>
            </a:r>
            <a:r>
              <a:rPr lang="zh-CN" altLang="en-US"/>
              <a:t>，</a:t>
            </a:r>
            <a:r>
              <a:rPr lang="en-US" altLang="zh-CN"/>
              <a:t>5</a:t>
            </a:r>
            <a:r>
              <a:rPr lang="zh-CN" altLang="en-US"/>
              <a:t>（</a:t>
            </a:r>
            <a:r>
              <a:rPr lang="en-US" altLang="zh-CN"/>
              <a:t>VC6:4,4, 4, 4</a:t>
            </a:r>
            <a:r>
              <a:rPr lang="zh-CN" altLang="en-US"/>
              <a:t>）</a:t>
            </a:r>
            <a:endParaRPr lang="en-US" altLang="zh-CN"/>
          </a:p>
          <a:p>
            <a:pPr lvl="1"/>
            <a:r>
              <a:rPr lang="zh-CN" altLang="en-US"/>
              <a:t>这是为什么呢？我们期望的输出结果，似乎应该是：</a:t>
            </a:r>
            <a:r>
              <a:rPr lang="en-US" altLang="zh-CN"/>
              <a:t>5, 7, 7, 5</a:t>
            </a:r>
            <a:r>
              <a:rPr lang="zh-CN" altLang="en-US"/>
              <a:t>。这是运行顺序问题，按照从右向左的顺序计算各输出项的值，然后按照从左向右的顺序进行输出。因此，在本例中，首先计算的是</a:t>
            </a:r>
            <a:r>
              <a:rPr lang="en-US" altLang="zh-CN"/>
              <a:t>--val1</a:t>
            </a:r>
            <a:r>
              <a:rPr lang="zh-CN" altLang="en-US"/>
              <a:t>，而不是</a:t>
            </a:r>
            <a:r>
              <a:rPr lang="en-US" altLang="zh-CN"/>
              <a:t>val1++</a:t>
            </a:r>
            <a:r>
              <a:rPr lang="zh-CN" altLang="en-US"/>
              <a:t>。于是出现了最后的输出结果。</a:t>
            </a:r>
          </a:p>
        </p:txBody>
      </p:sp>
      <p:sp>
        <p:nvSpPr>
          <p:cNvPr id="88068" name="灯片编号占位符 3">
            <a:extLst>
              <a:ext uri="{FF2B5EF4-FFF2-40B4-BE49-F238E27FC236}">
                <a16:creationId xmlns:a16="http://schemas.microsoft.com/office/drawing/2014/main" id="{5FFCB4B2-3AA2-1A0A-F346-6865CDF4EBF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3E784B8-3FB1-48C3-879D-18F9BEDA37B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51</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E08500-69A6-53DE-8364-D044EB007115}"/>
              </a:ext>
            </a:extLst>
          </p:cNvPr>
          <p:cNvSpPr>
            <a:spLocks noGrp="1"/>
          </p:cNvSpPr>
          <p:nvPr>
            <p:ph type="title"/>
          </p:nvPr>
        </p:nvSpPr>
        <p:spPr/>
        <p:txBody>
          <a:bodyPr>
            <a:normAutofit fontScale="90000"/>
          </a:bodyPr>
          <a:lstStyle/>
          <a:p>
            <a:pPr eaLnBrk="1" fontAlgn="auto" hangingPunct="1">
              <a:spcAft>
                <a:spcPts val="0"/>
              </a:spcAft>
              <a:defRPr/>
            </a:pPr>
            <a:r>
              <a:rPr lang="zh-CN" altLang="en-US" dirty="0">
                <a:latin typeface="隶书" pitchFamily="49" charset="-122"/>
              </a:rPr>
              <a:t>赋值运算符和赋值表达式</a:t>
            </a:r>
            <a:br>
              <a:rPr lang="en-US" altLang="zh-CN" dirty="0">
                <a:latin typeface="隶书" pitchFamily="49" charset="-122"/>
              </a:rPr>
            </a:br>
            <a:r>
              <a:rPr lang="en-US" altLang="zh-CN" dirty="0">
                <a:latin typeface="隶书" pitchFamily="49" charset="-122"/>
              </a:rPr>
              <a:t>        ——</a:t>
            </a:r>
            <a:r>
              <a:rPr lang="zh-CN" altLang="en-US" sz="3600" dirty="0">
                <a:latin typeface="隶书" pitchFamily="49" charset="-122"/>
              </a:rPr>
              <a:t>简单的赋值运算符</a:t>
            </a:r>
            <a:r>
              <a:rPr lang="en-US" altLang="zh-CN" sz="3600" dirty="0">
                <a:latin typeface="隶书" pitchFamily="49" charset="-122"/>
              </a:rPr>
              <a:t>"="</a:t>
            </a:r>
            <a:endParaRPr lang="zh-CN" altLang="en-US" sz="3600" dirty="0"/>
          </a:p>
        </p:txBody>
      </p:sp>
      <p:sp>
        <p:nvSpPr>
          <p:cNvPr id="3" name="内容占位符 2">
            <a:extLst>
              <a:ext uri="{FF2B5EF4-FFF2-40B4-BE49-F238E27FC236}">
                <a16:creationId xmlns:a16="http://schemas.microsoft.com/office/drawing/2014/main" id="{7AFEEBEA-E535-56C3-306E-2ED71801361C}"/>
              </a:ext>
            </a:extLst>
          </p:cNvPr>
          <p:cNvSpPr>
            <a:spLocks noGrp="1"/>
          </p:cNvSpPr>
          <p:nvPr>
            <p:ph idx="1"/>
          </p:nvPr>
        </p:nvSpPr>
        <p:spPr/>
        <p:txBody>
          <a:bodyPr>
            <a:normAutofit/>
          </a:bodyPr>
          <a:lstStyle/>
          <a:p>
            <a:pPr marL="671513" indent="-256032" eaLnBrk="1" fontAlgn="auto" hangingPunct="1">
              <a:lnSpc>
                <a:spcPct val="120000"/>
              </a:lnSpc>
              <a:spcAft>
                <a:spcPts val="0"/>
              </a:spcAft>
              <a:buClr>
                <a:schemeClr val="accent3"/>
              </a:buClr>
              <a:buFont typeface="Georgia"/>
              <a:buChar char="•"/>
              <a:defRPr/>
            </a:pPr>
            <a:r>
              <a:rPr lang="zh-CN" altLang="en-US" dirty="0"/>
              <a:t>举例</a:t>
            </a:r>
            <a:br>
              <a:rPr lang="zh-CN" altLang="en-US" dirty="0"/>
            </a:br>
            <a:r>
              <a:rPr lang="en-US" altLang="zh-CN" dirty="0">
                <a:solidFill>
                  <a:srgbClr val="0070C0"/>
                </a:solidFill>
              </a:rPr>
              <a:t>n = n + 5</a:t>
            </a:r>
          </a:p>
          <a:p>
            <a:pPr marL="671513" indent="-256032" eaLnBrk="1" fontAlgn="auto" hangingPunct="1">
              <a:lnSpc>
                <a:spcPct val="120000"/>
              </a:lnSpc>
              <a:spcAft>
                <a:spcPts val="0"/>
              </a:spcAft>
              <a:buClr>
                <a:schemeClr val="accent3"/>
              </a:buClr>
              <a:buFont typeface="Georgia"/>
              <a:buChar char="•"/>
              <a:defRPr/>
            </a:pPr>
            <a:r>
              <a:rPr lang="zh-CN" altLang="en-US" dirty="0"/>
              <a:t>表达式的类型</a:t>
            </a:r>
            <a:br>
              <a:rPr lang="zh-CN" altLang="en-US" dirty="0"/>
            </a:br>
            <a:r>
              <a:rPr lang="zh-CN" altLang="en-US" dirty="0">
                <a:solidFill>
                  <a:srgbClr val="0070C0"/>
                </a:solidFill>
              </a:rPr>
              <a:t>赋值运算符左边对象的类型</a:t>
            </a:r>
          </a:p>
          <a:p>
            <a:pPr marL="671513" indent="-256032" eaLnBrk="1" fontAlgn="auto" hangingPunct="1">
              <a:lnSpc>
                <a:spcPct val="120000"/>
              </a:lnSpc>
              <a:spcAft>
                <a:spcPts val="0"/>
              </a:spcAft>
              <a:buClr>
                <a:schemeClr val="accent3"/>
              </a:buClr>
              <a:buFont typeface="Georgia"/>
              <a:buChar char="•"/>
              <a:defRPr/>
            </a:pPr>
            <a:r>
              <a:rPr lang="zh-CN" altLang="en-US" dirty="0"/>
              <a:t>表达式的值</a:t>
            </a:r>
            <a:br>
              <a:rPr lang="zh-CN" altLang="en-US" dirty="0"/>
            </a:br>
            <a:r>
              <a:rPr lang="zh-CN" altLang="en-US" dirty="0">
                <a:solidFill>
                  <a:srgbClr val="0070C0"/>
                </a:solidFill>
              </a:rPr>
              <a:t>赋值运算符左边对象被赋值后的值</a:t>
            </a:r>
          </a:p>
          <a:p>
            <a:pPr marL="365760" indent="-256032" eaLnBrk="1" fontAlgn="auto" hangingPunct="1">
              <a:spcAft>
                <a:spcPts val="0"/>
              </a:spcAft>
              <a:buClr>
                <a:schemeClr val="accent3"/>
              </a:buClr>
              <a:buFont typeface="Georgia"/>
              <a:buChar char="•"/>
              <a:defRPr/>
            </a:pPr>
            <a:endParaRPr lang="zh-CN" altLang="en-US" dirty="0"/>
          </a:p>
        </p:txBody>
      </p:sp>
      <p:sp>
        <p:nvSpPr>
          <p:cNvPr id="89092" name="灯片编号占位符 3">
            <a:extLst>
              <a:ext uri="{FF2B5EF4-FFF2-40B4-BE49-F238E27FC236}">
                <a16:creationId xmlns:a16="http://schemas.microsoft.com/office/drawing/2014/main" id="{E24C3E07-782F-242A-8772-5C04F12370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8FD454B-A5F0-47FB-BBCF-0BAB6390C37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7464DD58-8C5B-3F8F-C162-E279E015D8DC}"/>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A5423A-F9B7-1F43-C89D-1862727FC1B3}"/>
              </a:ext>
            </a:extLst>
          </p:cNvPr>
          <p:cNvSpPr>
            <a:spLocks noGrp="1"/>
          </p:cNvSpPr>
          <p:nvPr>
            <p:ph type="title"/>
          </p:nvPr>
        </p:nvSpPr>
        <p:spPr/>
        <p:txBody>
          <a:bodyPr>
            <a:normAutofit fontScale="90000"/>
          </a:bodyPr>
          <a:lstStyle/>
          <a:p>
            <a:pPr eaLnBrk="1" fontAlgn="auto" hangingPunct="1">
              <a:spcAft>
                <a:spcPts val="0"/>
              </a:spcAft>
              <a:defRPr/>
            </a:pPr>
            <a:r>
              <a:rPr lang="zh-CN" altLang="en-US" dirty="0">
                <a:latin typeface="隶书" pitchFamily="49" charset="-122"/>
              </a:rPr>
              <a:t>赋值运算符和赋值表达式</a:t>
            </a:r>
            <a:br>
              <a:rPr lang="en-US" altLang="zh-CN" dirty="0">
                <a:latin typeface="隶书" pitchFamily="49" charset="-122"/>
              </a:rPr>
            </a:br>
            <a:r>
              <a:rPr lang="en-US" altLang="zh-CN" dirty="0">
                <a:latin typeface="隶书" pitchFamily="49" charset="-122"/>
              </a:rPr>
              <a:t>         ——</a:t>
            </a:r>
            <a:r>
              <a:rPr lang="zh-CN" altLang="en-US" sz="3600" dirty="0">
                <a:latin typeface="隶书" pitchFamily="49" charset="-122"/>
              </a:rPr>
              <a:t>复合的赋值运算符</a:t>
            </a:r>
            <a:endParaRPr lang="zh-CN" altLang="en-US" dirty="0"/>
          </a:p>
        </p:txBody>
      </p:sp>
      <p:sp>
        <p:nvSpPr>
          <p:cNvPr id="3" name="内容占位符 2">
            <a:extLst>
              <a:ext uri="{FF2B5EF4-FFF2-40B4-BE49-F238E27FC236}">
                <a16:creationId xmlns:a16="http://schemas.microsoft.com/office/drawing/2014/main" id="{8152C546-6C88-760E-1877-5754B302784E}"/>
              </a:ext>
            </a:extLst>
          </p:cNvPr>
          <p:cNvSpPr>
            <a:spLocks noGrp="1"/>
          </p:cNvSpPr>
          <p:nvPr>
            <p:ph idx="1"/>
          </p:nvPr>
        </p:nvSpPr>
        <p:spPr/>
        <p:txBody>
          <a:bodyPr>
            <a:normAutofit/>
          </a:bodyPr>
          <a:lstStyle/>
          <a:p>
            <a:pPr marL="365760" indent="-256032" eaLnBrk="1" fontAlgn="auto" hangingPunct="1">
              <a:lnSpc>
                <a:spcPct val="120000"/>
              </a:lnSpc>
              <a:spcAft>
                <a:spcPts val="0"/>
              </a:spcAft>
              <a:buClr>
                <a:schemeClr val="accent3"/>
              </a:buClr>
              <a:buFont typeface="Georgia"/>
              <a:buChar char="•"/>
              <a:defRPr/>
            </a:pPr>
            <a:r>
              <a:rPr lang="zh-CN" altLang="en-US" dirty="0"/>
              <a:t>有</a:t>
            </a:r>
            <a:r>
              <a:rPr lang="en-US" altLang="zh-CN" dirty="0">
                <a:latin typeface="+mn-ea"/>
              </a:rPr>
              <a:t>10</a:t>
            </a:r>
            <a:r>
              <a:rPr lang="zh-CN" altLang="en-US" dirty="0"/>
              <a:t>种复合运算符：</a:t>
            </a:r>
            <a:br>
              <a:rPr lang="zh-CN" altLang="en-US" dirty="0"/>
            </a:br>
            <a:r>
              <a:rPr lang="en-US" altLang="zh-CN" dirty="0">
                <a:solidFill>
                  <a:srgbClr val="0070C0"/>
                </a:solidFill>
              </a:rPr>
              <a:t>+=, -=, *=, /=, %=,</a:t>
            </a:r>
            <a:br>
              <a:rPr lang="en-US" altLang="zh-CN" dirty="0">
                <a:solidFill>
                  <a:srgbClr val="0070C0"/>
                </a:solidFill>
              </a:rPr>
            </a:br>
            <a:r>
              <a:rPr lang="en-US" altLang="zh-CN" dirty="0">
                <a:solidFill>
                  <a:srgbClr val="0070C0"/>
                </a:solidFill>
              </a:rPr>
              <a:t>&lt;&lt;=, &gt;&gt;=, &amp;=, ^=, |= </a:t>
            </a:r>
          </a:p>
          <a:p>
            <a:pPr marL="365760" indent="-256032" eaLnBrk="1" fontAlgn="auto" hangingPunct="1">
              <a:lnSpc>
                <a:spcPct val="120000"/>
              </a:lnSpc>
              <a:spcAft>
                <a:spcPts val="0"/>
              </a:spcAft>
              <a:buClr>
                <a:schemeClr val="accent3"/>
              </a:buClr>
              <a:buFont typeface="Georgia"/>
              <a:buChar char="•"/>
              <a:defRPr/>
            </a:pPr>
            <a:r>
              <a:rPr lang="zh-CN" altLang="en-US" dirty="0"/>
              <a:t>例</a:t>
            </a:r>
            <a:br>
              <a:rPr lang="zh-CN" altLang="en-US" dirty="0"/>
            </a:br>
            <a:r>
              <a:rPr lang="en-US" altLang="zh-CN" dirty="0">
                <a:solidFill>
                  <a:srgbClr val="0070C0"/>
                </a:solidFill>
              </a:rPr>
              <a:t>a</a:t>
            </a:r>
            <a:r>
              <a:rPr lang="en-US" altLang="zh-CN" dirty="0">
                <a:solidFill>
                  <a:srgbClr val="CCFFFF"/>
                </a:solidFill>
              </a:rPr>
              <a:t> </a:t>
            </a:r>
            <a:r>
              <a:rPr lang="en-US" altLang="zh-CN" dirty="0">
                <a:solidFill>
                  <a:schemeClr val="accent4">
                    <a:lumMod val="50000"/>
                  </a:schemeClr>
                </a:solidFill>
              </a:rPr>
              <a:t>+</a:t>
            </a:r>
            <a:r>
              <a:rPr lang="en-US" altLang="zh-CN" dirty="0">
                <a:solidFill>
                  <a:srgbClr val="0070C0"/>
                </a:solidFill>
              </a:rPr>
              <a:t>=</a:t>
            </a:r>
            <a:r>
              <a:rPr lang="en-US" altLang="zh-CN" dirty="0">
                <a:solidFill>
                  <a:srgbClr val="CCFFFF"/>
                </a:solidFill>
              </a:rPr>
              <a:t> </a:t>
            </a:r>
            <a:r>
              <a:rPr lang="en-US" altLang="zh-CN" dirty="0">
                <a:solidFill>
                  <a:schemeClr val="accent4">
                    <a:lumMod val="50000"/>
                  </a:schemeClr>
                </a:solidFill>
              </a:rPr>
              <a:t>3</a:t>
            </a:r>
            <a:r>
              <a:rPr lang="en-US" altLang="zh-CN" dirty="0"/>
              <a:t> </a:t>
            </a:r>
            <a:r>
              <a:rPr lang="zh-CN" altLang="en-US" dirty="0"/>
              <a:t>等价于 </a:t>
            </a:r>
            <a:r>
              <a:rPr lang="en-US" altLang="zh-CN" dirty="0">
                <a:solidFill>
                  <a:srgbClr val="0070C0"/>
                </a:solidFill>
              </a:rPr>
              <a:t>a = </a:t>
            </a:r>
            <a:r>
              <a:rPr lang="en-US" altLang="zh-CN" dirty="0">
                <a:solidFill>
                  <a:srgbClr val="C00000"/>
                </a:solidFill>
              </a:rPr>
              <a:t>a</a:t>
            </a:r>
            <a:r>
              <a:rPr lang="en-US" altLang="zh-CN" dirty="0">
                <a:solidFill>
                  <a:srgbClr val="FFC1C1"/>
                </a:solidFill>
              </a:rPr>
              <a:t> </a:t>
            </a:r>
            <a:r>
              <a:rPr lang="en-US" altLang="zh-CN" dirty="0">
                <a:solidFill>
                  <a:schemeClr val="accent4">
                    <a:lumMod val="50000"/>
                  </a:schemeClr>
                </a:solidFill>
              </a:rPr>
              <a:t>+ 3</a:t>
            </a:r>
            <a:br>
              <a:rPr lang="en-US" altLang="zh-CN" dirty="0"/>
            </a:br>
            <a:r>
              <a:rPr lang="en-US" altLang="zh-CN" dirty="0">
                <a:solidFill>
                  <a:srgbClr val="0070C0"/>
                </a:solidFill>
              </a:rPr>
              <a:t>x </a:t>
            </a:r>
            <a:r>
              <a:rPr lang="en-US" altLang="zh-CN" dirty="0">
                <a:solidFill>
                  <a:schemeClr val="accent4">
                    <a:lumMod val="50000"/>
                  </a:schemeClr>
                </a:solidFill>
              </a:rPr>
              <a:t>*</a:t>
            </a:r>
            <a:r>
              <a:rPr lang="en-US" altLang="zh-CN" dirty="0">
                <a:solidFill>
                  <a:srgbClr val="0070C0"/>
                </a:solidFill>
              </a:rPr>
              <a:t>=</a:t>
            </a:r>
            <a:r>
              <a:rPr lang="en-US" altLang="zh-CN" dirty="0">
                <a:solidFill>
                  <a:srgbClr val="CCFFFF"/>
                </a:solidFill>
              </a:rPr>
              <a:t> </a:t>
            </a:r>
            <a:r>
              <a:rPr lang="en-US" altLang="zh-CN" dirty="0">
                <a:solidFill>
                  <a:schemeClr val="accent4">
                    <a:lumMod val="50000"/>
                  </a:schemeClr>
                </a:solidFill>
              </a:rPr>
              <a:t>y + 8 </a:t>
            </a:r>
            <a:r>
              <a:rPr lang="zh-CN" altLang="en-US" dirty="0"/>
              <a:t>等价于 </a:t>
            </a:r>
            <a:r>
              <a:rPr lang="en-US" altLang="zh-CN" dirty="0">
                <a:solidFill>
                  <a:srgbClr val="0070C0"/>
                </a:solidFill>
              </a:rPr>
              <a:t>x = </a:t>
            </a:r>
            <a:r>
              <a:rPr lang="en-US" altLang="zh-CN" dirty="0">
                <a:solidFill>
                  <a:srgbClr val="C00000"/>
                </a:solidFill>
              </a:rPr>
              <a:t>x</a:t>
            </a:r>
            <a:r>
              <a:rPr lang="en-US" altLang="zh-CN" dirty="0">
                <a:solidFill>
                  <a:srgbClr val="FFC1C1"/>
                </a:solidFill>
              </a:rPr>
              <a:t> </a:t>
            </a:r>
            <a:r>
              <a:rPr lang="en-US" altLang="zh-CN" dirty="0">
                <a:solidFill>
                  <a:schemeClr val="accent4">
                    <a:lumMod val="50000"/>
                  </a:schemeClr>
                </a:solidFill>
              </a:rPr>
              <a:t>* (y + 8)</a:t>
            </a:r>
          </a:p>
          <a:p>
            <a:pPr marL="365760" indent="-256032" eaLnBrk="1" fontAlgn="auto" hangingPunct="1">
              <a:spcAft>
                <a:spcPts val="0"/>
              </a:spcAft>
              <a:buClr>
                <a:schemeClr val="accent3"/>
              </a:buClr>
              <a:buFont typeface="Georgia"/>
              <a:buChar char="•"/>
              <a:defRPr/>
            </a:pPr>
            <a:endParaRPr lang="zh-CN" altLang="en-US" dirty="0"/>
          </a:p>
        </p:txBody>
      </p:sp>
      <p:sp>
        <p:nvSpPr>
          <p:cNvPr id="90116" name="灯片编号占位符 3">
            <a:extLst>
              <a:ext uri="{FF2B5EF4-FFF2-40B4-BE49-F238E27FC236}">
                <a16:creationId xmlns:a16="http://schemas.microsoft.com/office/drawing/2014/main" id="{506C37E0-69F1-878E-8CEB-D3166492C08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0855257-0AF8-4223-8C92-CC7368BF191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A48F467-81AF-C54F-43B9-8F20498C9E8F}"/>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a:extLst>
              <a:ext uri="{FF2B5EF4-FFF2-40B4-BE49-F238E27FC236}">
                <a16:creationId xmlns:a16="http://schemas.microsoft.com/office/drawing/2014/main" id="{6580B723-542D-74DC-571C-9529E88746F1}"/>
              </a:ext>
            </a:extLst>
          </p:cNvPr>
          <p:cNvSpPr>
            <a:spLocks noGrp="1"/>
          </p:cNvSpPr>
          <p:nvPr>
            <p:ph type="title"/>
          </p:nvPr>
        </p:nvSpPr>
        <p:spPr/>
        <p:txBody>
          <a:bodyPr/>
          <a:lstStyle/>
          <a:p>
            <a:r>
              <a:rPr lang="zh-CN" altLang="en-US"/>
              <a:t>补充</a:t>
            </a:r>
            <a:r>
              <a:rPr lang="en-US" altLang="zh-CN"/>
              <a:t>2-11</a:t>
            </a:r>
            <a:r>
              <a:rPr lang="zh-CN" altLang="en-US"/>
              <a:t>：赋值运算的应用</a:t>
            </a:r>
          </a:p>
        </p:txBody>
      </p:sp>
      <p:sp>
        <p:nvSpPr>
          <p:cNvPr id="91139" name="内容占位符 2">
            <a:extLst>
              <a:ext uri="{FF2B5EF4-FFF2-40B4-BE49-F238E27FC236}">
                <a16:creationId xmlns:a16="http://schemas.microsoft.com/office/drawing/2014/main" id="{394C6AC7-9124-7241-F68B-9BC1AD991796}"/>
              </a:ext>
            </a:extLst>
          </p:cNvPr>
          <p:cNvSpPr>
            <a:spLocks noGrp="1"/>
          </p:cNvSpPr>
          <p:nvPr>
            <p:ph idx="1"/>
          </p:nvPr>
        </p:nvSpPr>
        <p:spPr/>
        <p:txBody>
          <a:bodyPr/>
          <a:lstStyle/>
          <a:p>
            <a:pPr>
              <a:lnSpc>
                <a:spcPct val="150000"/>
              </a:lnSpc>
            </a:pPr>
            <a:r>
              <a:rPr lang="zh-CN" altLang="en-US"/>
              <a:t>主要知识点：赋值运算符“</a:t>
            </a:r>
            <a:r>
              <a:rPr lang="en-US" altLang="zh-CN"/>
              <a:t>=”</a:t>
            </a:r>
          </a:p>
          <a:p>
            <a:pPr lvl="1">
              <a:lnSpc>
                <a:spcPct val="150000"/>
              </a:lnSpc>
            </a:pPr>
            <a:r>
              <a:rPr lang="en-US" altLang="zh-CN"/>
              <a:t>C++</a:t>
            </a:r>
            <a:r>
              <a:rPr lang="zh-CN" altLang="en-US"/>
              <a:t>没有赋值语句，将赋值作为一个运算；</a:t>
            </a:r>
            <a:endParaRPr lang="en-US" altLang="zh-CN"/>
          </a:p>
          <a:p>
            <a:pPr lvl="1">
              <a:lnSpc>
                <a:spcPct val="150000"/>
              </a:lnSpc>
            </a:pPr>
            <a:r>
              <a:rPr lang="zh-CN" altLang="en-US"/>
              <a:t>赋值运算符将右边操作数的值赋给左边的操作数；</a:t>
            </a:r>
            <a:endParaRPr lang="en-US" altLang="zh-CN"/>
          </a:p>
          <a:p>
            <a:pPr lvl="1">
              <a:lnSpc>
                <a:spcPct val="150000"/>
              </a:lnSpc>
            </a:pPr>
            <a:r>
              <a:rPr lang="zh-CN" altLang="en-US"/>
              <a:t>整个赋值表达式的值就是被赋给左边变量的值。</a:t>
            </a:r>
          </a:p>
        </p:txBody>
      </p:sp>
      <p:sp>
        <p:nvSpPr>
          <p:cNvPr id="91140" name="灯片编号占位符 3">
            <a:extLst>
              <a:ext uri="{FF2B5EF4-FFF2-40B4-BE49-F238E27FC236}">
                <a16:creationId xmlns:a16="http://schemas.microsoft.com/office/drawing/2014/main" id="{3651365E-5B1E-6999-A0A4-A14EC8BAA7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247336E-0F8F-42B2-A165-47BD22E0294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54</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F1DAAD19-F575-8F7A-F98F-65817ADB0CF2}"/>
              </a:ext>
            </a:extLst>
          </p:cNvPr>
          <p:cNvSpPr>
            <a:spLocks noGrp="1"/>
          </p:cNvSpPr>
          <p:nvPr>
            <p:ph type="title"/>
          </p:nvPr>
        </p:nvSpPr>
        <p:spPr/>
        <p:txBody>
          <a:bodyPr/>
          <a:lstStyle/>
          <a:p>
            <a:pPr eaLnBrk="1" hangingPunct="1"/>
            <a:r>
              <a:rPr lang="zh-CN" altLang="en-US"/>
              <a:t>补充</a:t>
            </a:r>
            <a:r>
              <a:rPr lang="en-US" altLang="zh-CN"/>
              <a:t>2-11</a:t>
            </a:r>
            <a:r>
              <a:rPr lang="zh-CN" altLang="en-US"/>
              <a:t>：赋值运算的应用（续）</a:t>
            </a:r>
          </a:p>
        </p:txBody>
      </p:sp>
      <p:sp>
        <p:nvSpPr>
          <p:cNvPr id="12" name="内容占位符 11">
            <a:extLst>
              <a:ext uri="{FF2B5EF4-FFF2-40B4-BE49-F238E27FC236}">
                <a16:creationId xmlns:a16="http://schemas.microsoft.com/office/drawing/2014/main" id="{25422603-C87F-BCFC-1714-C97EFB1ACD9C}"/>
              </a:ext>
            </a:extLst>
          </p:cNvPr>
          <p:cNvSpPr>
            <a:spLocks noGrp="1"/>
          </p:cNvSpPr>
          <p:nvPr>
            <p:ph idx="1"/>
          </p:nvPr>
        </p:nvSpPr>
        <p:spPr>
          <a:solidFill>
            <a:srgbClr val="85FFFF"/>
          </a:solidFill>
        </p:spPr>
        <p:txBody>
          <a:bodyPr>
            <a:normAutofit fontScale="85000" lnSpcReduction="20000"/>
          </a:bodyPr>
          <a:lstStyle/>
          <a:p>
            <a:pPr indent="-256032" eaLnBrk="1" fontAlgn="auto" hangingPunct="1">
              <a:spcAft>
                <a:spcPts val="0"/>
              </a:spcAft>
              <a:buClr>
                <a:schemeClr val="accent3"/>
              </a:buClr>
              <a:buFont typeface="Georgia" panose="02040502050405020303" pitchFamily="18" charset="0"/>
              <a:buNone/>
              <a:defRPr/>
            </a:pPr>
            <a:r>
              <a:rPr lang="en-US" altLang="zh-CN" dirty="0"/>
              <a:t>#include &lt;</a:t>
            </a:r>
            <a:r>
              <a:rPr lang="en-US" altLang="zh-CN" dirty="0" err="1"/>
              <a:t>iostream</a:t>
            </a:r>
            <a:r>
              <a:rPr lang="en-US" altLang="zh-CN" dirty="0"/>
              <a:t>&gt;</a:t>
            </a:r>
            <a:endParaRPr lang="zh-CN" altLang="en-US" dirty="0"/>
          </a:p>
          <a:p>
            <a:pPr indent="-256032" eaLnBrk="1" fontAlgn="auto" hangingPunct="1">
              <a:spcAft>
                <a:spcPts val="0"/>
              </a:spcAft>
              <a:buClr>
                <a:schemeClr val="accent3"/>
              </a:buClr>
              <a:buFont typeface="Georgia" panose="02040502050405020303" pitchFamily="18" charset="0"/>
              <a:buNone/>
              <a:defRPr/>
            </a:pPr>
            <a:r>
              <a:rPr lang="en-US" altLang="zh-CN" dirty="0"/>
              <a:t>using namespace std;</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int main()</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int  ival1, ival2;</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double fval;</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char cval; </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ival1=1;           </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ival2=2;</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cout&lt;&lt;"ival1= "&lt;&lt;ival1&lt;&lt;endl;</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cout&lt;&lt;"ival2= "&lt;&lt;ival2&lt;&lt;endl; </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ival1=ival2=0;          </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ival1=fval=0;</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ival1=cval='a‘; </a:t>
            </a:r>
            <a:r>
              <a:rPr lang="fr-FR" altLang="zh-CN"/>
              <a:t> </a:t>
            </a:r>
            <a:endParaRPr lang="zh-CN" altLang="en-US" dirty="0"/>
          </a:p>
        </p:txBody>
      </p:sp>
      <p:sp>
        <p:nvSpPr>
          <p:cNvPr id="92164" name="灯片编号占位符 5">
            <a:extLst>
              <a:ext uri="{FF2B5EF4-FFF2-40B4-BE49-F238E27FC236}">
                <a16:creationId xmlns:a16="http://schemas.microsoft.com/office/drawing/2014/main" id="{30510E14-199E-9CC5-E122-7BC26B1FB6A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8B81E03-BAEE-4277-A0F3-AFC441092EA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55</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4E200B12-AEF0-FC9C-3C63-C0AA5F6694C1}"/>
              </a:ext>
            </a:extLst>
          </p:cNvPr>
          <p:cNvSpPr>
            <a:spLocks noGrp="1"/>
          </p:cNvSpPr>
          <p:nvPr>
            <p:ph type="title"/>
          </p:nvPr>
        </p:nvSpPr>
        <p:spPr/>
        <p:txBody>
          <a:bodyPr/>
          <a:lstStyle/>
          <a:p>
            <a:pPr eaLnBrk="1" hangingPunct="1"/>
            <a:r>
              <a:rPr lang="zh-CN" altLang="en-US"/>
              <a:t>补充</a:t>
            </a:r>
            <a:r>
              <a:rPr lang="en-US" altLang="zh-CN"/>
              <a:t>2-11</a:t>
            </a:r>
            <a:r>
              <a:rPr lang="zh-CN" altLang="en-US"/>
              <a:t>（续）</a:t>
            </a:r>
          </a:p>
        </p:txBody>
      </p:sp>
      <p:sp>
        <p:nvSpPr>
          <p:cNvPr id="12" name="内容占位符 11">
            <a:extLst>
              <a:ext uri="{FF2B5EF4-FFF2-40B4-BE49-F238E27FC236}">
                <a16:creationId xmlns:a16="http://schemas.microsoft.com/office/drawing/2014/main" id="{F2E3E0E6-280E-9F9A-AA08-222CCEBA1DB8}"/>
              </a:ext>
            </a:extLst>
          </p:cNvPr>
          <p:cNvSpPr>
            <a:spLocks noGrp="1"/>
          </p:cNvSpPr>
          <p:nvPr>
            <p:ph idx="1"/>
          </p:nvPr>
        </p:nvSpPr>
        <p:spPr>
          <a:solidFill>
            <a:srgbClr val="85FFFF"/>
          </a:solidFill>
        </p:spPr>
        <p:txBody>
          <a:bodyPr>
            <a:normAutofit fontScale="77500" lnSpcReduction="20000"/>
          </a:bodyPr>
          <a:lstStyle/>
          <a:p>
            <a:pPr indent="-256032" eaLnBrk="1" fontAlgn="auto" hangingPunct="1">
              <a:spcAft>
                <a:spcPts val="0"/>
              </a:spcAft>
              <a:buClr>
                <a:schemeClr val="accent3"/>
              </a:buClr>
              <a:buFont typeface="Georgia" panose="02040502050405020303" pitchFamily="18" charset="0"/>
              <a:buNone/>
              <a:defRPr/>
            </a:pPr>
            <a:r>
              <a:rPr lang="fr-FR" altLang="zh-CN" dirty="0"/>
              <a:t>	   cout&lt;&lt;"ival1= "&lt;&lt;ival1&lt;&lt;endl;</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cout&lt;&lt;"ival2= "&lt;&lt;ival2&lt;&lt;endl;</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cout&lt;&lt;"fval= "&lt;&lt;fval&lt;&lt;endl;</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cout&lt;&lt;"cval= "&lt;&lt;cval&lt;&lt;endl; </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int ival3=fval=8;     </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cout &lt;&lt;"ival3= "&lt;&lt;ival3&lt;&lt;endl;</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cout &lt;&lt;"fval= "&lt;&lt;fval&lt;&lt;endl;      </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cout &lt;&lt; “ival1 = ”&lt;&lt;ival1&lt;&lt;”, ival2 = ”&lt;&lt;ival2&lt;&lt;endl;</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ival2 = -ival1++ ; </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cout &lt;&lt;”ival2 = -ival1++, ival1= ”&lt;&lt;ival1&lt;&lt; “, ival2    </a:t>
            </a:r>
          </a:p>
          <a:p>
            <a:pPr indent="-256032" eaLnBrk="1" fontAlgn="auto" hangingPunct="1">
              <a:spcAft>
                <a:spcPts val="0"/>
              </a:spcAft>
              <a:buClr>
                <a:schemeClr val="accent3"/>
              </a:buClr>
              <a:buFont typeface="Georgia" panose="02040502050405020303" pitchFamily="18" charset="0"/>
              <a:buNone/>
              <a:defRPr/>
            </a:pPr>
            <a:r>
              <a:rPr lang="fr-FR" altLang="zh-CN" dirty="0"/>
              <a:t>              = ”&lt;&lt;ival2&lt;&lt;endl;</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ival1 = ++ival2+ival1;</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cout &lt;&lt;”ival1 = ++ival2+ival1, ival1= ”&lt;&lt;ival1&lt;&lt;endl;</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dirty="0"/>
              <a:t>       return 0;</a:t>
            </a:r>
            <a:endParaRPr lang="zh-CN" altLang="en-US" dirty="0"/>
          </a:p>
          <a:p>
            <a:pPr indent="-256032" eaLnBrk="1" fontAlgn="auto" hangingPunct="1">
              <a:spcAft>
                <a:spcPts val="0"/>
              </a:spcAft>
              <a:buClr>
                <a:schemeClr val="accent3"/>
              </a:buClr>
              <a:buFont typeface="Georgia" panose="02040502050405020303" pitchFamily="18" charset="0"/>
              <a:buNone/>
              <a:defRPr/>
            </a:pPr>
            <a:r>
              <a:rPr lang="fr-FR" altLang="zh-CN"/>
              <a:t>}</a:t>
            </a:r>
            <a:endParaRPr lang="zh-CN" altLang="en-US" dirty="0"/>
          </a:p>
        </p:txBody>
      </p:sp>
      <p:sp>
        <p:nvSpPr>
          <p:cNvPr id="94212" name="灯片编号占位符 5">
            <a:extLst>
              <a:ext uri="{FF2B5EF4-FFF2-40B4-BE49-F238E27FC236}">
                <a16:creationId xmlns:a16="http://schemas.microsoft.com/office/drawing/2014/main" id="{ECB8DF25-F32F-E3E1-F344-1E23F55AD8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CAFD878-E057-4642-A9D2-158E97EBD35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56</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a:extLst>
              <a:ext uri="{FF2B5EF4-FFF2-40B4-BE49-F238E27FC236}">
                <a16:creationId xmlns:a16="http://schemas.microsoft.com/office/drawing/2014/main" id="{C867FAC2-27B6-C3AD-886F-116014DE3D02}"/>
              </a:ext>
            </a:extLst>
          </p:cNvPr>
          <p:cNvSpPr>
            <a:spLocks noGrp="1"/>
          </p:cNvSpPr>
          <p:nvPr>
            <p:ph idx="1"/>
          </p:nvPr>
        </p:nvSpPr>
        <p:spPr>
          <a:xfrm>
            <a:off x="428625" y="1714500"/>
            <a:ext cx="8401050" cy="4787900"/>
          </a:xfrm>
          <a:solidFill>
            <a:schemeClr val="accent6">
              <a:lumMod val="20000"/>
              <a:lumOff val="80000"/>
            </a:schemeClr>
          </a:solidFill>
        </p:spPr>
        <p:txBody>
          <a:bodyPr>
            <a:normAutofit lnSpcReduction="10000"/>
          </a:bodyPr>
          <a:lstStyle/>
          <a:p>
            <a:pPr marL="365760" indent="-256032" eaLnBrk="1" fontAlgn="auto" hangingPunct="1">
              <a:spcAft>
                <a:spcPts val="0"/>
              </a:spcAft>
              <a:buClr>
                <a:schemeClr val="accent3"/>
              </a:buClr>
              <a:buFont typeface="Georgia"/>
              <a:buNone/>
              <a:defRPr/>
            </a:pPr>
            <a:r>
              <a:rPr lang="zh-CN" altLang="en-US" b="1" dirty="0">
                <a:solidFill>
                  <a:schemeClr val="tx2"/>
                </a:solidFill>
              </a:rPr>
              <a:t>运行结果：</a:t>
            </a:r>
          </a:p>
          <a:p>
            <a:pPr marL="365760" indent="-256032" eaLnBrk="1" fontAlgn="auto" hangingPunct="1">
              <a:spcAft>
                <a:spcPts val="0"/>
              </a:spcAft>
              <a:buClr>
                <a:schemeClr val="accent3"/>
              </a:buClr>
              <a:buFont typeface="Georgia" panose="02040502050405020303" pitchFamily="18" charset="0"/>
              <a:buNone/>
              <a:defRPr/>
            </a:pPr>
            <a:r>
              <a:rPr lang="fr-FR" altLang="zh-CN" sz="2400" dirty="0"/>
              <a:t>ival1= 1</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fr-FR" altLang="zh-CN" sz="2400" dirty="0"/>
              <a:t>ival2= 2</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fr-FR" altLang="zh-CN" sz="2400" dirty="0"/>
              <a:t>ival1= 97</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fr-FR" altLang="zh-CN" sz="2400" dirty="0"/>
              <a:t>ival2= 0</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fr-FR" altLang="zh-CN" sz="2400" dirty="0"/>
              <a:t>fval= 0</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fr-FR" altLang="zh-CN" sz="2400" dirty="0"/>
              <a:t>cval= a</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fr-FR" altLang="zh-CN" sz="2400" dirty="0"/>
              <a:t>ival3= 8</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fr-FR" altLang="zh-CN" sz="2400" dirty="0"/>
              <a:t>fval= 8</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fr-FR" altLang="zh-CN" sz="2400" dirty="0"/>
              <a:t>ival1 = 97, ival2 = 0</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fr-FR" altLang="zh-CN" sz="2400" dirty="0"/>
              <a:t>ival2 = -ival1++, ival1= 98, ival2 = -97</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fr-FR" altLang="zh-CN" sz="2400" dirty="0"/>
              <a:t>ival1 = ++ival2+ival1, ival1</a:t>
            </a:r>
            <a:r>
              <a:rPr lang="fr-FR" altLang="zh-CN" sz="2400"/>
              <a:t>= 2</a:t>
            </a:r>
            <a:endParaRPr lang="zh-CN" altLang="en-US" sz="2400" dirty="0"/>
          </a:p>
        </p:txBody>
      </p:sp>
      <p:sp>
        <p:nvSpPr>
          <p:cNvPr id="96259" name="标题 8">
            <a:extLst>
              <a:ext uri="{FF2B5EF4-FFF2-40B4-BE49-F238E27FC236}">
                <a16:creationId xmlns:a16="http://schemas.microsoft.com/office/drawing/2014/main" id="{B27AB624-7563-9714-3147-46718E282219}"/>
              </a:ext>
            </a:extLst>
          </p:cNvPr>
          <p:cNvSpPr>
            <a:spLocks noGrp="1"/>
          </p:cNvSpPr>
          <p:nvPr>
            <p:ph type="title"/>
          </p:nvPr>
        </p:nvSpPr>
        <p:spPr/>
        <p:txBody>
          <a:bodyPr/>
          <a:lstStyle/>
          <a:p>
            <a:pPr eaLnBrk="1" hangingPunct="1"/>
            <a:r>
              <a:rPr lang="zh-CN" altLang="en-US"/>
              <a:t>补充</a:t>
            </a:r>
            <a:r>
              <a:rPr lang="en-US" altLang="zh-CN"/>
              <a:t>2-11</a:t>
            </a:r>
            <a:r>
              <a:rPr lang="zh-CN" altLang="en-US"/>
              <a:t>（续）</a:t>
            </a:r>
          </a:p>
        </p:txBody>
      </p:sp>
      <p:sp>
        <p:nvSpPr>
          <p:cNvPr id="96260" name="灯片编号占位符 5">
            <a:extLst>
              <a:ext uri="{FF2B5EF4-FFF2-40B4-BE49-F238E27FC236}">
                <a16:creationId xmlns:a16="http://schemas.microsoft.com/office/drawing/2014/main" id="{643D1669-9D1B-9EDC-00CC-793E61651B8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A655460-A4F2-4664-BCC0-4C281D9BC14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57</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a:extLst>
              <a:ext uri="{FF2B5EF4-FFF2-40B4-BE49-F238E27FC236}">
                <a16:creationId xmlns:a16="http://schemas.microsoft.com/office/drawing/2014/main" id="{B2AFD9E6-B299-EECB-E3E0-A4555D387FBF}"/>
              </a:ext>
            </a:extLst>
          </p:cNvPr>
          <p:cNvSpPr>
            <a:spLocks noGrp="1"/>
          </p:cNvSpPr>
          <p:nvPr>
            <p:ph type="title"/>
          </p:nvPr>
        </p:nvSpPr>
        <p:spPr/>
        <p:txBody>
          <a:bodyPr/>
          <a:lstStyle/>
          <a:p>
            <a:r>
              <a:rPr lang="zh-CN" altLang="en-US"/>
              <a:t>补充</a:t>
            </a:r>
            <a:r>
              <a:rPr lang="en-US" altLang="zh-CN"/>
              <a:t>2-11</a:t>
            </a:r>
            <a:r>
              <a:rPr lang="zh-CN" altLang="en-US"/>
              <a:t>（续）</a:t>
            </a:r>
          </a:p>
        </p:txBody>
      </p:sp>
      <p:sp>
        <p:nvSpPr>
          <p:cNvPr id="98307" name="内容占位符 2">
            <a:extLst>
              <a:ext uri="{FF2B5EF4-FFF2-40B4-BE49-F238E27FC236}">
                <a16:creationId xmlns:a16="http://schemas.microsoft.com/office/drawing/2014/main" id="{ADEDAE3D-62AF-5BC5-5398-5234F30077FF}"/>
              </a:ext>
            </a:extLst>
          </p:cNvPr>
          <p:cNvSpPr>
            <a:spLocks noGrp="1"/>
          </p:cNvSpPr>
          <p:nvPr>
            <p:ph idx="1"/>
          </p:nvPr>
        </p:nvSpPr>
        <p:spPr>
          <a:xfrm>
            <a:off x="457200" y="1700213"/>
            <a:ext cx="8229600" cy="4787900"/>
          </a:xfrm>
        </p:spPr>
        <p:txBody>
          <a:bodyPr/>
          <a:lstStyle/>
          <a:p>
            <a:pPr>
              <a:lnSpc>
                <a:spcPct val="130000"/>
              </a:lnSpc>
            </a:pPr>
            <a:r>
              <a:rPr lang="zh-CN" altLang="en-US"/>
              <a:t>提示与思考：</a:t>
            </a:r>
          </a:p>
          <a:p>
            <a:pPr lvl="1">
              <a:lnSpc>
                <a:spcPct val="130000"/>
              </a:lnSpc>
            </a:pPr>
            <a:r>
              <a:rPr lang="zh-CN" altLang="en-US"/>
              <a:t>由于“</a:t>
            </a:r>
            <a:r>
              <a:rPr lang="en-US" altLang="zh-CN"/>
              <a:t>-”</a:t>
            </a:r>
            <a:r>
              <a:rPr lang="zh-CN" altLang="en-US"/>
              <a:t>，即负运算符的运算优先级高于后置“</a:t>
            </a:r>
            <a:r>
              <a:rPr lang="en-US" altLang="zh-CN"/>
              <a:t>++”</a:t>
            </a:r>
            <a:r>
              <a:rPr lang="zh-CN" altLang="en-US"/>
              <a:t>运算符，而且赋值运算符“</a:t>
            </a:r>
            <a:r>
              <a:rPr lang="en-US" altLang="zh-CN"/>
              <a:t>=”</a:t>
            </a:r>
            <a:r>
              <a:rPr lang="zh-CN" altLang="en-US"/>
              <a:t>的优先级也比后置运算符“</a:t>
            </a:r>
            <a:r>
              <a:rPr lang="en-US" altLang="zh-CN"/>
              <a:t>++”</a:t>
            </a:r>
            <a:r>
              <a:rPr lang="zh-CN" altLang="en-US"/>
              <a:t>高，因此</a:t>
            </a:r>
            <a:r>
              <a:rPr lang="en-US" altLang="zh-CN"/>
              <a:t>val2 = -val1++ ; </a:t>
            </a:r>
            <a:r>
              <a:rPr lang="zh-CN" altLang="en-US"/>
              <a:t>的运算顺序是：首先将</a:t>
            </a:r>
            <a:r>
              <a:rPr lang="en-US" altLang="zh-CN"/>
              <a:t>val1</a:t>
            </a:r>
            <a:r>
              <a:rPr lang="zh-CN" altLang="en-US"/>
              <a:t>变量的值的相反数赋给</a:t>
            </a:r>
            <a:r>
              <a:rPr lang="en-US" altLang="zh-CN"/>
              <a:t>val2</a:t>
            </a:r>
            <a:r>
              <a:rPr lang="zh-CN" altLang="en-US"/>
              <a:t>，然后</a:t>
            </a:r>
            <a:r>
              <a:rPr lang="en-US" altLang="zh-CN"/>
              <a:t>val1</a:t>
            </a:r>
            <a:r>
              <a:rPr lang="zh-CN" altLang="en-US"/>
              <a:t>实现自增运算。</a:t>
            </a:r>
          </a:p>
          <a:p>
            <a:pPr lvl="1">
              <a:lnSpc>
                <a:spcPct val="130000"/>
              </a:lnSpc>
            </a:pPr>
            <a:r>
              <a:rPr lang="zh-CN" altLang="en-US"/>
              <a:t>前置运算符“</a:t>
            </a:r>
            <a:r>
              <a:rPr lang="en-US" altLang="zh-CN"/>
              <a:t>++”</a:t>
            </a:r>
            <a:r>
              <a:rPr lang="zh-CN" altLang="en-US"/>
              <a:t>的优先级比“</a:t>
            </a:r>
            <a:r>
              <a:rPr lang="en-US" altLang="zh-CN"/>
              <a:t>+”</a:t>
            </a:r>
            <a:r>
              <a:rPr lang="zh-CN" altLang="en-US"/>
              <a:t>和“</a:t>
            </a:r>
            <a:r>
              <a:rPr lang="en-US" altLang="zh-CN"/>
              <a:t>=”</a:t>
            </a:r>
            <a:r>
              <a:rPr lang="zh-CN" altLang="en-US"/>
              <a:t>都高，因此，语句</a:t>
            </a:r>
            <a:r>
              <a:rPr lang="en-US" altLang="zh-CN"/>
              <a:t>val1 = ++val2+val1; </a:t>
            </a:r>
            <a:r>
              <a:rPr lang="zh-CN" altLang="en-US"/>
              <a:t>首先实现变量</a:t>
            </a:r>
            <a:r>
              <a:rPr lang="en-US" altLang="zh-CN"/>
              <a:t>val2</a:t>
            </a:r>
            <a:r>
              <a:rPr lang="zh-CN" altLang="en-US"/>
              <a:t>的自增运算，然后实现加法运算，最后才进行赋值。</a:t>
            </a:r>
          </a:p>
        </p:txBody>
      </p:sp>
      <p:sp>
        <p:nvSpPr>
          <p:cNvPr id="98308" name="灯片编号占位符 3">
            <a:extLst>
              <a:ext uri="{FF2B5EF4-FFF2-40B4-BE49-F238E27FC236}">
                <a16:creationId xmlns:a16="http://schemas.microsoft.com/office/drawing/2014/main" id="{41B16E8B-BB44-77FB-1296-845F1489126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1BBCC2E-40F6-41C7-9381-2CAD75AB084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58</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a:extLst>
              <a:ext uri="{FF2B5EF4-FFF2-40B4-BE49-F238E27FC236}">
                <a16:creationId xmlns:a16="http://schemas.microsoft.com/office/drawing/2014/main" id="{577F5E99-A411-D3B9-2E65-7A37E6C2E6A9}"/>
              </a:ext>
            </a:extLst>
          </p:cNvPr>
          <p:cNvSpPr>
            <a:spLocks noGrp="1"/>
          </p:cNvSpPr>
          <p:nvPr>
            <p:ph type="title"/>
          </p:nvPr>
        </p:nvSpPr>
        <p:spPr/>
        <p:txBody>
          <a:bodyPr/>
          <a:lstStyle/>
          <a:p>
            <a:pPr eaLnBrk="1" hangingPunct="1"/>
            <a:r>
              <a:rPr lang="zh-CN" altLang="en-US">
                <a:latin typeface="隶书" panose="02010509060101010101" pitchFamily="49" charset="-122"/>
              </a:rPr>
              <a:t>逗号运算和逗号表达式</a:t>
            </a:r>
            <a:endParaRPr lang="zh-CN" altLang="en-US"/>
          </a:p>
        </p:txBody>
      </p:sp>
      <p:sp>
        <p:nvSpPr>
          <p:cNvPr id="99331" name="内容占位符 2">
            <a:extLst>
              <a:ext uri="{FF2B5EF4-FFF2-40B4-BE49-F238E27FC236}">
                <a16:creationId xmlns:a16="http://schemas.microsoft.com/office/drawing/2014/main" id="{F9A21AFC-5378-71D6-C76A-23B89935FF4E}"/>
              </a:ext>
            </a:extLst>
          </p:cNvPr>
          <p:cNvSpPr>
            <a:spLocks noGrp="1"/>
          </p:cNvSpPr>
          <p:nvPr>
            <p:ph idx="1"/>
          </p:nvPr>
        </p:nvSpPr>
        <p:spPr/>
        <p:txBody>
          <a:bodyPr/>
          <a:lstStyle/>
          <a:p>
            <a:pPr eaLnBrk="1" hangingPunct="1"/>
            <a:r>
              <a:rPr lang="zh-CN" altLang="en-US">
                <a:latin typeface="宋体" panose="02010600030101010101" pitchFamily="2" charset="-122"/>
              </a:rPr>
              <a:t>格式</a:t>
            </a:r>
          </a:p>
          <a:p>
            <a:pPr marL="571500" lvl="1" indent="0" eaLnBrk="1" hangingPunct="1">
              <a:buFont typeface="Georgia" panose="02040502050405020303" pitchFamily="18" charset="0"/>
              <a:buNone/>
            </a:pPr>
            <a:r>
              <a:rPr lang="zh-CN" altLang="en-US" sz="3200" u="sng">
                <a:latin typeface="宋体" panose="02010600030101010101" pitchFamily="2" charset="-122"/>
              </a:rPr>
              <a:t>表达式</a:t>
            </a:r>
            <a:r>
              <a:rPr lang="en-US" altLang="zh-CN" sz="3200" u="sng">
                <a:latin typeface="宋体" panose="02010600030101010101" pitchFamily="2" charset="-122"/>
              </a:rPr>
              <a:t>1</a:t>
            </a:r>
            <a:r>
              <a:rPr lang="zh-CN" altLang="en-US" sz="3200" u="sng">
                <a:latin typeface="宋体" panose="02010600030101010101" pitchFamily="2" charset="-122"/>
              </a:rPr>
              <a:t>，表达式</a:t>
            </a:r>
            <a:r>
              <a:rPr lang="en-US" altLang="zh-CN" sz="3200" u="sng">
                <a:latin typeface="宋体" panose="02010600030101010101" pitchFamily="2" charset="-122"/>
              </a:rPr>
              <a:t>2</a:t>
            </a:r>
            <a:endParaRPr lang="en-US" altLang="zh-CN" sz="3600" u="sng">
              <a:latin typeface="宋体" panose="02010600030101010101" pitchFamily="2" charset="-122"/>
            </a:endParaRPr>
          </a:p>
          <a:p>
            <a:pPr eaLnBrk="1" hangingPunct="1"/>
            <a:r>
              <a:rPr lang="zh-CN" altLang="en-US">
                <a:latin typeface="宋体" panose="02010600030101010101" pitchFamily="2" charset="-122"/>
              </a:rPr>
              <a:t>求解顺序及结果</a:t>
            </a:r>
          </a:p>
          <a:p>
            <a:pPr marL="571500" lvl="1" indent="0" eaLnBrk="1" hangingPunct="1">
              <a:buFont typeface="Georgia" panose="02040502050405020303" pitchFamily="18" charset="0"/>
              <a:buNone/>
            </a:pPr>
            <a:r>
              <a:rPr lang="zh-CN" altLang="en-US" sz="3200">
                <a:latin typeface="宋体" panose="02010600030101010101" pitchFamily="2" charset="-122"/>
              </a:rPr>
              <a:t>先求解</a:t>
            </a:r>
            <a:r>
              <a:rPr lang="en-US" altLang="zh-CN" sz="3200">
                <a:latin typeface="宋体" panose="02010600030101010101" pitchFamily="2" charset="-122"/>
              </a:rPr>
              <a:t>1</a:t>
            </a:r>
            <a:r>
              <a:rPr lang="zh-CN" altLang="en-US" sz="3200">
                <a:latin typeface="宋体" panose="02010600030101010101" pitchFamily="2" charset="-122"/>
              </a:rPr>
              <a:t>，再求解</a:t>
            </a:r>
            <a:r>
              <a:rPr lang="en-US" altLang="zh-CN" sz="3200">
                <a:latin typeface="宋体" panose="02010600030101010101" pitchFamily="2" charset="-122"/>
              </a:rPr>
              <a:t>2</a:t>
            </a:r>
            <a:r>
              <a:rPr lang="zh-CN" altLang="en-US" sz="3200">
                <a:latin typeface="宋体" panose="02010600030101010101" pitchFamily="2" charset="-122"/>
              </a:rPr>
              <a:t>，最终结果为表达式</a:t>
            </a:r>
            <a:r>
              <a:rPr lang="en-US" altLang="zh-CN" sz="3200">
                <a:latin typeface="宋体" panose="02010600030101010101" pitchFamily="2" charset="-122"/>
              </a:rPr>
              <a:t>2</a:t>
            </a:r>
            <a:r>
              <a:rPr lang="zh-CN" altLang="en-US" sz="3200">
                <a:latin typeface="宋体" panose="02010600030101010101" pitchFamily="2" charset="-122"/>
              </a:rPr>
              <a:t>的值</a:t>
            </a:r>
            <a:endParaRPr lang="zh-CN" altLang="en-US" sz="3600">
              <a:latin typeface="宋体" panose="02010600030101010101" pitchFamily="2" charset="-122"/>
            </a:endParaRPr>
          </a:p>
          <a:p>
            <a:pPr eaLnBrk="1" hangingPunct="1"/>
            <a:r>
              <a:rPr lang="zh-CN" altLang="en-US">
                <a:latin typeface="宋体" panose="02010600030101010101" pitchFamily="2" charset="-122"/>
              </a:rPr>
              <a:t>例</a:t>
            </a:r>
          </a:p>
          <a:p>
            <a:pPr marL="571500" lvl="1" indent="0" eaLnBrk="1" hangingPunct="1">
              <a:buFont typeface="Georgia" panose="02040502050405020303" pitchFamily="18" charset="0"/>
              <a:buNone/>
            </a:pPr>
            <a:r>
              <a:rPr lang="en-US" altLang="zh-CN" sz="3200" u="sng">
                <a:latin typeface="宋体" panose="02010600030101010101" pitchFamily="2" charset="-122"/>
              </a:rPr>
              <a:t>a = 3 * 5</a:t>
            </a:r>
            <a:r>
              <a:rPr lang="en-US" altLang="zh-CN" sz="3200">
                <a:latin typeface="宋体" panose="02010600030101010101" pitchFamily="2" charset="-122"/>
              </a:rPr>
              <a:t> , </a:t>
            </a:r>
            <a:r>
              <a:rPr lang="en-US" altLang="zh-CN" sz="3200" u="sng">
                <a:latin typeface="宋体" panose="02010600030101010101" pitchFamily="2" charset="-122"/>
              </a:rPr>
              <a:t>a * 4</a:t>
            </a:r>
            <a:r>
              <a:rPr lang="en-US" altLang="zh-CN" sz="3200">
                <a:latin typeface="宋体" panose="02010600030101010101" pitchFamily="2" charset="-122"/>
              </a:rPr>
              <a:t>   </a:t>
            </a:r>
            <a:r>
              <a:rPr lang="zh-CN" altLang="en-US" sz="3200">
                <a:latin typeface="宋体" panose="02010600030101010101" pitchFamily="2" charset="-122"/>
              </a:rPr>
              <a:t>最终结果为</a:t>
            </a:r>
            <a:r>
              <a:rPr lang="en-US" altLang="zh-CN" sz="3200">
                <a:latin typeface="宋体" panose="02010600030101010101" pitchFamily="2" charset="-122"/>
              </a:rPr>
              <a:t>60</a:t>
            </a:r>
            <a:endParaRPr lang="en-US" altLang="zh-CN" sz="3600">
              <a:latin typeface="宋体" panose="02010600030101010101" pitchFamily="2" charset="-122"/>
            </a:endParaRPr>
          </a:p>
          <a:p>
            <a:pPr eaLnBrk="1" hangingPunct="1"/>
            <a:endParaRPr lang="zh-CN" altLang="en-US"/>
          </a:p>
        </p:txBody>
      </p:sp>
      <p:sp>
        <p:nvSpPr>
          <p:cNvPr id="99332" name="灯片编号占位符 3">
            <a:extLst>
              <a:ext uri="{FF2B5EF4-FFF2-40B4-BE49-F238E27FC236}">
                <a16:creationId xmlns:a16="http://schemas.microsoft.com/office/drawing/2014/main" id="{3E325703-DD36-6AFD-D0C9-BEC8E8E5A83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7949027-7F0F-4A0E-A0C7-94533FB6449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59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AA07C1D1-3FC9-86BD-37F7-5865C6A682C9}"/>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a:extLst>
              <a:ext uri="{FF2B5EF4-FFF2-40B4-BE49-F238E27FC236}">
                <a16:creationId xmlns:a16="http://schemas.microsoft.com/office/drawing/2014/main" id="{9138495D-21A3-E9A3-4037-4A3F0ED95F9B}"/>
              </a:ext>
            </a:extLst>
          </p:cNvPr>
          <p:cNvSpPr>
            <a:spLocks noGrp="1"/>
          </p:cNvSpPr>
          <p:nvPr>
            <p:ph type="title"/>
          </p:nvPr>
        </p:nvSpPr>
        <p:spPr/>
        <p:txBody>
          <a:bodyPr/>
          <a:lstStyle/>
          <a:p>
            <a:pPr eaLnBrk="1" hangingPunct="1"/>
            <a:r>
              <a:rPr lang="zh-CN" altLang="en-US"/>
              <a:t>关系运算与关系表达式</a:t>
            </a:r>
          </a:p>
        </p:txBody>
      </p:sp>
      <p:sp>
        <p:nvSpPr>
          <p:cNvPr id="100355" name="内容占位符 2">
            <a:extLst>
              <a:ext uri="{FF2B5EF4-FFF2-40B4-BE49-F238E27FC236}">
                <a16:creationId xmlns:a16="http://schemas.microsoft.com/office/drawing/2014/main" id="{FAA24F78-FEBE-6A4B-B1F7-EFB9F6705062}"/>
              </a:ext>
            </a:extLst>
          </p:cNvPr>
          <p:cNvSpPr>
            <a:spLocks noGrp="1"/>
          </p:cNvSpPr>
          <p:nvPr>
            <p:ph idx="1"/>
          </p:nvPr>
        </p:nvSpPr>
        <p:spPr/>
        <p:txBody>
          <a:bodyPr/>
          <a:lstStyle/>
          <a:p>
            <a:pPr eaLnBrk="1" hangingPunct="1">
              <a:lnSpc>
                <a:spcPct val="120000"/>
              </a:lnSpc>
            </a:pPr>
            <a:r>
              <a:rPr lang="zh-CN" altLang="en-US">
                <a:latin typeface="宋体" panose="02010600030101010101" pitchFamily="2" charset="-122"/>
              </a:rPr>
              <a:t>关系运算是比较简单的一种逻辑运算，优先次序为：</a:t>
            </a:r>
            <a:br>
              <a:rPr lang="zh-CN" altLang="en-US">
                <a:latin typeface="宋体" panose="02010600030101010101" pitchFamily="2" charset="-122"/>
              </a:rPr>
            </a:br>
            <a:r>
              <a:rPr lang="zh-CN" altLang="en-US">
                <a:latin typeface="宋体" panose="02010600030101010101" pitchFamily="2" charset="-122"/>
              </a:rPr>
              <a:t> </a:t>
            </a:r>
            <a:r>
              <a:rPr lang="en-US" altLang="zh-CN">
                <a:solidFill>
                  <a:schemeClr val="accent2"/>
                </a:solidFill>
                <a:latin typeface="宋体" panose="02010600030101010101" pitchFamily="2" charset="-122"/>
              </a:rPr>
              <a:t>&lt;    &lt;=    &gt;    &gt;=      ==     !=</a:t>
            </a:r>
          </a:p>
          <a:p>
            <a:pPr eaLnBrk="1" hangingPunct="1">
              <a:lnSpc>
                <a:spcPct val="110000"/>
              </a:lnSpc>
              <a:buFont typeface="Georgia" panose="02040502050405020303" pitchFamily="18" charset="0"/>
              <a:buNone/>
            </a:pPr>
            <a:r>
              <a:rPr lang="en-US" altLang="zh-CN" sz="1800">
                <a:latin typeface="宋体" panose="02010600030101010101" pitchFamily="2" charset="-122"/>
              </a:rPr>
              <a:t>               </a:t>
            </a:r>
            <a:r>
              <a:rPr lang="zh-CN" altLang="en-US" sz="1600">
                <a:latin typeface="宋体" panose="02010600030101010101" pitchFamily="2" charset="-122"/>
              </a:rPr>
              <a:t>优先级相同（高）                优先级相同（低）</a:t>
            </a:r>
            <a:endParaRPr lang="zh-CN" altLang="en-US" sz="1800">
              <a:latin typeface="宋体" panose="02010600030101010101" pitchFamily="2" charset="-122"/>
            </a:endParaRPr>
          </a:p>
          <a:p>
            <a:pPr eaLnBrk="1" hangingPunct="1">
              <a:lnSpc>
                <a:spcPct val="110000"/>
              </a:lnSpc>
            </a:pPr>
            <a:r>
              <a:rPr lang="zh-CN" altLang="en-US">
                <a:latin typeface="宋体" panose="02010600030101010101" pitchFamily="2" charset="-122"/>
              </a:rPr>
              <a:t> 关系表达式是一种最简单的逻辑表达式</a:t>
            </a:r>
          </a:p>
          <a:p>
            <a:pPr marL="458788" lvl="1" indent="-1588" eaLnBrk="1" hangingPunct="1">
              <a:lnSpc>
                <a:spcPct val="110000"/>
              </a:lnSpc>
              <a:buFont typeface="Georgia" panose="02040502050405020303" pitchFamily="18" charset="0"/>
              <a:buNone/>
            </a:pPr>
            <a:r>
              <a:rPr lang="zh-CN" altLang="en-US" sz="2400">
                <a:latin typeface="宋体" panose="02010600030101010101" pitchFamily="2" charset="-122"/>
              </a:rPr>
              <a:t>其结果类型</a:t>
            </a:r>
            <a:r>
              <a:rPr lang="zh-CN" altLang="en-US" sz="2400">
                <a:solidFill>
                  <a:schemeClr val="accent2"/>
                </a:solidFill>
                <a:latin typeface="宋体" panose="02010600030101010101" pitchFamily="2" charset="-122"/>
              </a:rPr>
              <a:t>为 </a:t>
            </a:r>
            <a:r>
              <a:rPr lang="en-US" altLang="zh-CN" sz="2400">
                <a:solidFill>
                  <a:schemeClr val="accent2"/>
                </a:solidFill>
                <a:latin typeface="宋体" panose="02010600030101010101" pitchFamily="2" charset="-122"/>
              </a:rPr>
              <a:t>bool</a:t>
            </a:r>
            <a:r>
              <a:rPr lang="zh-CN" altLang="en-US" sz="2400">
                <a:latin typeface="宋体" panose="02010600030101010101" pitchFamily="2" charset="-122"/>
              </a:rPr>
              <a:t>，值只能为 </a:t>
            </a:r>
            <a:r>
              <a:rPr lang="en-US" altLang="zh-CN" sz="2400">
                <a:solidFill>
                  <a:schemeClr val="accent2"/>
                </a:solidFill>
                <a:latin typeface="宋体" panose="02010600030101010101" pitchFamily="2" charset="-122"/>
              </a:rPr>
              <a:t>true</a:t>
            </a:r>
            <a:r>
              <a:rPr lang="en-US" altLang="zh-CN" sz="2400">
                <a:latin typeface="宋体" panose="02010600030101010101" pitchFamily="2" charset="-122"/>
              </a:rPr>
              <a:t> </a:t>
            </a:r>
            <a:r>
              <a:rPr lang="zh-CN" altLang="en-US" sz="2400">
                <a:latin typeface="宋体" panose="02010600030101010101" pitchFamily="2" charset="-122"/>
              </a:rPr>
              <a:t>或 </a:t>
            </a:r>
            <a:r>
              <a:rPr lang="en-US" altLang="zh-CN" sz="2400">
                <a:solidFill>
                  <a:schemeClr val="accent2"/>
                </a:solidFill>
                <a:latin typeface="宋体" panose="02010600030101010101" pitchFamily="2" charset="-122"/>
              </a:rPr>
              <a:t>false</a:t>
            </a:r>
            <a:r>
              <a:rPr lang="zh-CN" altLang="en-US" sz="2400">
                <a:latin typeface="宋体" panose="02010600030101010101" pitchFamily="2" charset="-122"/>
              </a:rPr>
              <a:t>。</a:t>
            </a:r>
          </a:p>
          <a:p>
            <a:pPr eaLnBrk="1" hangingPunct="1">
              <a:lnSpc>
                <a:spcPct val="110000"/>
              </a:lnSpc>
            </a:pPr>
            <a:r>
              <a:rPr lang="zh-CN" altLang="en-US">
                <a:latin typeface="宋体" panose="02010600030101010101" pitchFamily="2" charset="-122"/>
              </a:rPr>
              <a:t>例如：</a:t>
            </a:r>
            <a:r>
              <a:rPr lang="en-US" altLang="zh-CN">
                <a:latin typeface="宋体" panose="02010600030101010101" pitchFamily="2" charset="-122"/>
              </a:rPr>
              <a:t>a </a:t>
            </a:r>
            <a:r>
              <a:rPr lang="en-US" altLang="zh-CN">
                <a:solidFill>
                  <a:schemeClr val="accent2"/>
                </a:solidFill>
                <a:latin typeface="宋体" panose="02010600030101010101" pitchFamily="2" charset="-122"/>
              </a:rPr>
              <a:t>&gt;</a:t>
            </a:r>
            <a:r>
              <a:rPr lang="en-US" altLang="zh-CN">
                <a:solidFill>
                  <a:srgbClr val="FFFF66"/>
                </a:solidFill>
                <a:latin typeface="宋体" panose="02010600030101010101" pitchFamily="2" charset="-122"/>
              </a:rPr>
              <a:t> </a:t>
            </a:r>
            <a:r>
              <a:rPr lang="en-US" altLang="zh-CN">
                <a:latin typeface="宋体" panose="02010600030101010101" pitchFamily="2" charset="-122"/>
              </a:rPr>
              <a:t>b</a:t>
            </a:r>
            <a:r>
              <a:rPr lang="zh-CN" altLang="en-US">
                <a:latin typeface="宋体" panose="02010600030101010101" pitchFamily="2" charset="-122"/>
              </a:rPr>
              <a:t>，</a:t>
            </a:r>
            <a:r>
              <a:rPr lang="en-US" altLang="zh-CN">
                <a:latin typeface="宋体" panose="02010600030101010101" pitchFamily="2" charset="-122"/>
              </a:rPr>
              <a:t>c </a:t>
            </a:r>
            <a:r>
              <a:rPr lang="en-US" altLang="zh-CN">
                <a:solidFill>
                  <a:schemeClr val="accent2"/>
                </a:solidFill>
                <a:latin typeface="宋体" panose="02010600030101010101" pitchFamily="2" charset="-122"/>
              </a:rPr>
              <a:t>&lt;=</a:t>
            </a:r>
            <a:r>
              <a:rPr lang="en-US" altLang="zh-CN">
                <a:solidFill>
                  <a:srgbClr val="FFFF66"/>
                </a:solidFill>
                <a:latin typeface="宋体" panose="02010600030101010101" pitchFamily="2" charset="-122"/>
              </a:rPr>
              <a:t> </a:t>
            </a:r>
            <a:r>
              <a:rPr lang="en-US" altLang="zh-CN">
                <a:latin typeface="宋体" panose="02010600030101010101" pitchFamily="2" charset="-122"/>
              </a:rPr>
              <a:t>a + b</a:t>
            </a:r>
            <a:r>
              <a:rPr lang="zh-CN" altLang="en-US">
                <a:latin typeface="宋体" panose="02010600030101010101" pitchFamily="2" charset="-122"/>
              </a:rPr>
              <a:t>，</a:t>
            </a:r>
            <a:r>
              <a:rPr lang="en-US" altLang="zh-CN">
                <a:latin typeface="宋体" panose="02010600030101010101" pitchFamily="2" charset="-122"/>
              </a:rPr>
              <a:t>x + y </a:t>
            </a:r>
            <a:r>
              <a:rPr lang="en-US" altLang="zh-CN">
                <a:solidFill>
                  <a:schemeClr val="accent2"/>
                </a:solidFill>
                <a:latin typeface="宋体" panose="02010600030101010101" pitchFamily="2" charset="-122"/>
              </a:rPr>
              <a:t>==</a:t>
            </a:r>
            <a:r>
              <a:rPr lang="en-US" altLang="zh-CN">
                <a:solidFill>
                  <a:srgbClr val="FFFF66"/>
                </a:solidFill>
                <a:latin typeface="宋体" panose="02010600030101010101" pitchFamily="2" charset="-122"/>
              </a:rPr>
              <a:t> </a:t>
            </a:r>
            <a:r>
              <a:rPr lang="en-US" altLang="zh-CN">
                <a:latin typeface="宋体" panose="02010600030101010101" pitchFamily="2" charset="-122"/>
              </a:rPr>
              <a:t>3</a:t>
            </a:r>
          </a:p>
          <a:p>
            <a:pPr eaLnBrk="1" hangingPunct="1"/>
            <a:endParaRPr lang="zh-CN" altLang="en-US"/>
          </a:p>
        </p:txBody>
      </p:sp>
      <p:sp>
        <p:nvSpPr>
          <p:cNvPr id="100356" name="灯片编号占位符 3">
            <a:extLst>
              <a:ext uri="{FF2B5EF4-FFF2-40B4-BE49-F238E27FC236}">
                <a16:creationId xmlns:a16="http://schemas.microsoft.com/office/drawing/2014/main" id="{F9C27EF4-62E7-071B-1FA5-1641753A30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AD817DE-F04B-4B40-BD2E-7D04DA1F29E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9FA1EEA-1225-EA18-8680-A5E41C0C1E5D}"/>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
        <p:nvSpPr>
          <p:cNvPr id="100358" name="AutoShape 5">
            <a:extLst>
              <a:ext uri="{FF2B5EF4-FFF2-40B4-BE49-F238E27FC236}">
                <a16:creationId xmlns:a16="http://schemas.microsoft.com/office/drawing/2014/main" id="{67970CBA-CA55-B647-2514-80A829DDAF85}"/>
              </a:ext>
            </a:extLst>
          </p:cNvPr>
          <p:cNvSpPr>
            <a:spLocks/>
          </p:cNvSpPr>
          <p:nvPr/>
        </p:nvSpPr>
        <p:spPr bwMode="auto">
          <a:xfrm rot="5400000">
            <a:off x="2786063" y="1571625"/>
            <a:ext cx="152400" cy="3581400"/>
          </a:xfrm>
          <a:prstGeom prst="rightBrace">
            <a:avLst>
              <a:gd name="adj1" fmla="val 195833"/>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100359" name="AutoShape 6">
            <a:extLst>
              <a:ext uri="{FF2B5EF4-FFF2-40B4-BE49-F238E27FC236}">
                <a16:creationId xmlns:a16="http://schemas.microsoft.com/office/drawing/2014/main" id="{C991208D-DE23-CA14-2099-63E8657C8B5F}"/>
              </a:ext>
            </a:extLst>
          </p:cNvPr>
          <p:cNvSpPr>
            <a:spLocks/>
          </p:cNvSpPr>
          <p:nvPr/>
        </p:nvSpPr>
        <p:spPr bwMode="auto">
          <a:xfrm rot="5400000">
            <a:off x="6191250" y="2452688"/>
            <a:ext cx="152400" cy="1676400"/>
          </a:xfrm>
          <a:prstGeom prst="rightBrace">
            <a:avLst>
              <a:gd name="adj1" fmla="val 91667"/>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a:extLst>
              <a:ext uri="{FF2B5EF4-FFF2-40B4-BE49-F238E27FC236}">
                <a16:creationId xmlns:a16="http://schemas.microsoft.com/office/drawing/2014/main" id="{D84F36EB-1576-76E0-41CF-F1513BDAE64D}"/>
              </a:ext>
            </a:extLst>
          </p:cNvPr>
          <p:cNvSpPr>
            <a:spLocks noGrp="1"/>
          </p:cNvSpPr>
          <p:nvPr>
            <p:ph type="title"/>
          </p:nvPr>
        </p:nvSpPr>
        <p:spPr/>
        <p:txBody>
          <a:bodyPr/>
          <a:lstStyle/>
          <a:p>
            <a:pPr eaLnBrk="1" hangingPunct="1"/>
            <a:r>
              <a:rPr lang="zh-CN" altLang="en-US">
                <a:latin typeface="隶书" panose="02010509060101010101" pitchFamily="49" charset="-122"/>
              </a:rPr>
              <a:t>逻辑运算与逻辑表达式</a:t>
            </a:r>
            <a:endParaRPr lang="zh-CN" altLang="en-US"/>
          </a:p>
        </p:txBody>
      </p:sp>
      <p:sp>
        <p:nvSpPr>
          <p:cNvPr id="3" name="内容占位符 2">
            <a:extLst>
              <a:ext uri="{FF2B5EF4-FFF2-40B4-BE49-F238E27FC236}">
                <a16:creationId xmlns:a16="http://schemas.microsoft.com/office/drawing/2014/main" id="{5165C95B-F318-40AE-2429-40A6DFC81750}"/>
              </a:ext>
            </a:extLst>
          </p:cNvPr>
          <p:cNvSpPr>
            <a:spLocks noGrp="1"/>
          </p:cNvSpPr>
          <p:nvPr>
            <p:ph idx="1"/>
          </p:nvPr>
        </p:nvSpPr>
        <p:spPr/>
        <p:txBody>
          <a:bodyPr>
            <a:normAutofit/>
          </a:bodyPr>
          <a:lstStyle/>
          <a:p>
            <a:pPr marL="365760" indent="-256032" eaLnBrk="1" fontAlgn="auto" hangingPunct="1">
              <a:lnSpc>
                <a:spcPct val="110000"/>
              </a:lnSpc>
              <a:spcBef>
                <a:spcPct val="40000"/>
              </a:spcBef>
              <a:spcAft>
                <a:spcPts val="0"/>
              </a:spcAft>
              <a:buClr>
                <a:schemeClr val="accent3"/>
              </a:buClr>
              <a:buFont typeface="Georgia"/>
              <a:buChar char="•"/>
              <a:defRPr/>
            </a:pPr>
            <a:r>
              <a:rPr lang="zh-CN" altLang="en-US" dirty="0"/>
              <a:t>逻辑运算符</a:t>
            </a:r>
            <a:br>
              <a:rPr lang="zh-CN" altLang="en-US" dirty="0"/>
            </a:br>
            <a:r>
              <a:rPr lang="zh-CN" altLang="en-US" dirty="0"/>
              <a:t>               </a:t>
            </a:r>
            <a:r>
              <a:rPr lang="en-US" altLang="zh-CN" dirty="0">
                <a:solidFill>
                  <a:schemeClr val="accent2"/>
                </a:solidFill>
              </a:rPr>
              <a:t>!</a:t>
            </a:r>
            <a:r>
              <a:rPr lang="en-US" altLang="zh-CN" sz="2400" dirty="0"/>
              <a:t>(</a:t>
            </a:r>
            <a:r>
              <a:rPr lang="zh-CN" altLang="en-US" sz="2400" dirty="0"/>
              <a:t>非</a:t>
            </a:r>
            <a:r>
              <a:rPr lang="en-US" altLang="zh-CN" sz="2400" dirty="0"/>
              <a:t>)   </a:t>
            </a:r>
            <a:r>
              <a:rPr lang="en-US" altLang="zh-CN" dirty="0">
                <a:solidFill>
                  <a:schemeClr val="accent2"/>
                </a:solidFill>
              </a:rPr>
              <a:t>&amp;&amp;</a:t>
            </a:r>
            <a:r>
              <a:rPr lang="en-US" altLang="zh-CN" sz="2400" dirty="0"/>
              <a:t>(</a:t>
            </a:r>
            <a:r>
              <a:rPr lang="zh-CN" altLang="en-US" sz="2400" dirty="0"/>
              <a:t>与</a:t>
            </a:r>
            <a:r>
              <a:rPr lang="en-US" altLang="zh-CN" sz="2400" dirty="0"/>
              <a:t>)   </a:t>
            </a:r>
            <a:r>
              <a:rPr lang="en-US" altLang="zh-CN" dirty="0">
                <a:solidFill>
                  <a:schemeClr val="accent2"/>
                </a:solidFill>
              </a:rPr>
              <a:t>||</a:t>
            </a:r>
            <a:r>
              <a:rPr lang="en-US" altLang="zh-CN" sz="2400" dirty="0"/>
              <a:t>(</a:t>
            </a:r>
            <a:r>
              <a:rPr lang="zh-CN" altLang="en-US" sz="2400" dirty="0"/>
              <a:t>或</a:t>
            </a:r>
            <a:r>
              <a:rPr lang="en-US" altLang="zh-CN" sz="2400" dirty="0"/>
              <a:t>)</a:t>
            </a:r>
            <a:br>
              <a:rPr lang="en-US" altLang="zh-CN" dirty="0"/>
            </a:br>
            <a:r>
              <a:rPr lang="zh-CN" altLang="en-US" sz="2000" dirty="0">
                <a:solidFill>
                  <a:schemeClr val="accent3">
                    <a:lumMod val="50000"/>
                  </a:schemeClr>
                </a:solidFill>
              </a:rPr>
              <a:t>优先次序：   高          →               低</a:t>
            </a:r>
            <a:endParaRPr lang="zh-CN" altLang="en-US" dirty="0">
              <a:solidFill>
                <a:schemeClr val="accent3">
                  <a:lumMod val="50000"/>
                </a:schemeClr>
              </a:solidFill>
            </a:endParaRPr>
          </a:p>
          <a:p>
            <a:pPr marL="365760" indent="-256032" eaLnBrk="1" fontAlgn="auto" hangingPunct="1">
              <a:lnSpc>
                <a:spcPct val="110000"/>
              </a:lnSpc>
              <a:spcAft>
                <a:spcPts val="0"/>
              </a:spcAft>
              <a:buClr>
                <a:schemeClr val="accent3"/>
              </a:buClr>
              <a:buFont typeface="Georgia"/>
              <a:buChar char="•"/>
              <a:defRPr/>
            </a:pPr>
            <a:r>
              <a:rPr lang="zh-CN" altLang="en-US" dirty="0"/>
              <a:t>逻辑表达式</a:t>
            </a:r>
            <a:br>
              <a:rPr lang="zh-CN" altLang="en-US" dirty="0"/>
            </a:br>
            <a:r>
              <a:rPr lang="zh-CN" altLang="en-US" dirty="0"/>
              <a:t>  例如：</a:t>
            </a:r>
            <a:r>
              <a:rPr lang="en-US" altLang="zh-CN" dirty="0"/>
              <a:t>(a </a:t>
            </a:r>
            <a:r>
              <a:rPr lang="en-US" altLang="zh-CN" dirty="0">
                <a:solidFill>
                  <a:schemeClr val="accent2"/>
                </a:solidFill>
              </a:rPr>
              <a:t>&gt;</a:t>
            </a:r>
            <a:r>
              <a:rPr lang="en-US" altLang="zh-CN" dirty="0">
                <a:solidFill>
                  <a:srgbClr val="FFFF66"/>
                </a:solidFill>
              </a:rPr>
              <a:t> </a:t>
            </a:r>
            <a:r>
              <a:rPr lang="en-US" altLang="zh-CN" dirty="0"/>
              <a:t>b) </a:t>
            </a:r>
            <a:r>
              <a:rPr lang="en-US" altLang="zh-CN" dirty="0">
                <a:solidFill>
                  <a:schemeClr val="accent2"/>
                </a:solidFill>
              </a:rPr>
              <a:t>&amp;&amp;</a:t>
            </a:r>
            <a:r>
              <a:rPr lang="en-US" altLang="zh-CN" dirty="0">
                <a:solidFill>
                  <a:srgbClr val="FFFF66"/>
                </a:solidFill>
              </a:rPr>
              <a:t> </a:t>
            </a:r>
            <a:r>
              <a:rPr lang="en-US" altLang="zh-CN" dirty="0"/>
              <a:t>(x </a:t>
            </a:r>
            <a:r>
              <a:rPr lang="en-US" altLang="zh-CN" dirty="0">
                <a:solidFill>
                  <a:schemeClr val="accent2"/>
                </a:solidFill>
              </a:rPr>
              <a:t>&gt; </a:t>
            </a:r>
            <a:r>
              <a:rPr lang="en-US" altLang="zh-CN" dirty="0"/>
              <a:t>y)</a:t>
            </a:r>
            <a:br>
              <a:rPr lang="en-US" altLang="zh-CN" dirty="0"/>
            </a:br>
            <a:r>
              <a:rPr lang="en-US" altLang="zh-CN" dirty="0"/>
              <a:t> </a:t>
            </a:r>
            <a:r>
              <a:rPr lang="zh-CN" altLang="en-US" dirty="0"/>
              <a:t>其结果类型为 </a:t>
            </a:r>
            <a:r>
              <a:rPr lang="en-US" altLang="zh-CN" dirty="0" err="1">
                <a:solidFill>
                  <a:schemeClr val="accent2"/>
                </a:solidFill>
              </a:rPr>
              <a:t>bool</a:t>
            </a:r>
            <a:r>
              <a:rPr lang="zh-CN" altLang="en-US" dirty="0"/>
              <a:t>，值只能为 </a:t>
            </a:r>
            <a:r>
              <a:rPr lang="en-US" altLang="zh-CN" dirty="0">
                <a:solidFill>
                  <a:schemeClr val="accent2"/>
                </a:solidFill>
              </a:rPr>
              <a:t>true </a:t>
            </a:r>
            <a:r>
              <a:rPr lang="zh-CN" altLang="en-US" dirty="0"/>
              <a:t>或 </a:t>
            </a:r>
            <a:r>
              <a:rPr lang="en-US" altLang="zh-CN" dirty="0">
                <a:solidFill>
                  <a:schemeClr val="accent2"/>
                </a:solidFill>
              </a:rPr>
              <a:t>false</a:t>
            </a:r>
          </a:p>
          <a:p>
            <a:pPr marL="365760" indent="-256032" eaLnBrk="1" fontAlgn="auto" hangingPunct="1">
              <a:spcAft>
                <a:spcPts val="0"/>
              </a:spcAft>
              <a:buClr>
                <a:schemeClr val="accent3"/>
              </a:buClr>
              <a:buFont typeface="Georgia"/>
              <a:buChar char="•"/>
              <a:defRPr/>
            </a:pPr>
            <a:endParaRPr lang="zh-CN" altLang="en-US" dirty="0"/>
          </a:p>
        </p:txBody>
      </p:sp>
      <p:sp>
        <p:nvSpPr>
          <p:cNvPr id="101380" name="灯片编号占位符 3">
            <a:extLst>
              <a:ext uri="{FF2B5EF4-FFF2-40B4-BE49-F238E27FC236}">
                <a16:creationId xmlns:a16="http://schemas.microsoft.com/office/drawing/2014/main" id="{EC58BADD-BAF0-8262-1ABB-2B89C95A9F8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923CC01-BDFB-4726-957B-6956C2CB4B7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F5CF522-66A6-170C-3CDB-6D3C8459FF84}"/>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14F95F74-16E9-EADE-B553-55142D30A732}"/>
              </a:ext>
            </a:extLst>
          </p:cNvPr>
          <p:cNvSpPr>
            <a:spLocks noGrp="1"/>
          </p:cNvSpPr>
          <p:nvPr>
            <p:ph type="title"/>
          </p:nvPr>
        </p:nvSpPr>
        <p:spPr/>
        <p:txBody>
          <a:bodyPr/>
          <a:lstStyle/>
          <a:p>
            <a:pPr eaLnBrk="1" hangingPunct="1"/>
            <a:r>
              <a:rPr lang="zh-CN" altLang="en-US">
                <a:latin typeface="隶书" panose="02010509060101010101" pitchFamily="49" charset="-122"/>
              </a:rPr>
              <a:t>逻辑运算与逻辑表达式</a:t>
            </a:r>
            <a:r>
              <a:rPr lang="en-US" altLang="zh-CN">
                <a:latin typeface="隶书" panose="02010509060101010101" pitchFamily="49" charset="-122"/>
              </a:rPr>
              <a:t>(</a:t>
            </a:r>
            <a:r>
              <a:rPr lang="zh-CN" altLang="en-US">
                <a:latin typeface="隶书" panose="02010509060101010101" pitchFamily="49" charset="-122"/>
              </a:rPr>
              <a:t>续</a:t>
            </a:r>
            <a:r>
              <a:rPr lang="en-US" altLang="zh-CN">
                <a:latin typeface="隶书" panose="02010509060101010101" pitchFamily="49" charset="-122"/>
              </a:rPr>
              <a:t>)</a:t>
            </a:r>
            <a:endParaRPr lang="zh-CN" altLang="en-US"/>
          </a:p>
        </p:txBody>
      </p:sp>
      <p:sp>
        <p:nvSpPr>
          <p:cNvPr id="102403" name="内容占位符 2">
            <a:extLst>
              <a:ext uri="{FF2B5EF4-FFF2-40B4-BE49-F238E27FC236}">
                <a16:creationId xmlns:a16="http://schemas.microsoft.com/office/drawing/2014/main" id="{43DB5627-62CC-9E07-F5D4-76FEC8B1FFA2}"/>
              </a:ext>
            </a:extLst>
          </p:cNvPr>
          <p:cNvSpPr>
            <a:spLocks noGrp="1"/>
          </p:cNvSpPr>
          <p:nvPr>
            <p:ph idx="1"/>
          </p:nvPr>
        </p:nvSpPr>
        <p:spPr>
          <a:xfrm>
            <a:off x="457200" y="1643063"/>
            <a:ext cx="8229600" cy="4787900"/>
          </a:xfrm>
        </p:spPr>
        <p:txBody>
          <a:bodyPr/>
          <a:lstStyle/>
          <a:p>
            <a:pPr eaLnBrk="1" hangingPunct="1">
              <a:lnSpc>
                <a:spcPct val="130000"/>
              </a:lnSpc>
            </a:pPr>
            <a:r>
              <a:rPr lang="en-US" altLang="zh-CN"/>
              <a:t>“&amp;&amp;” </a:t>
            </a:r>
            <a:r>
              <a:rPr lang="zh-CN" altLang="en-US"/>
              <a:t>的“短路特性”</a:t>
            </a:r>
          </a:p>
          <a:p>
            <a:pPr lvl="1" eaLnBrk="1" hangingPunct="1">
              <a:lnSpc>
                <a:spcPct val="130000"/>
              </a:lnSpc>
              <a:buFont typeface="Georgia" panose="02040502050405020303" pitchFamily="18" charset="0"/>
              <a:buNone/>
            </a:pPr>
            <a:r>
              <a:rPr lang="zh-CN" altLang="en-US"/>
              <a:t>表达式</a:t>
            </a:r>
            <a:r>
              <a:rPr lang="en-US" altLang="zh-CN"/>
              <a:t>1 &amp;&amp; </a:t>
            </a:r>
            <a:r>
              <a:rPr lang="zh-CN" altLang="en-US"/>
              <a:t>表达式</a:t>
            </a:r>
            <a:r>
              <a:rPr lang="en-US" altLang="zh-CN"/>
              <a:t>2</a:t>
            </a:r>
          </a:p>
          <a:p>
            <a:pPr lvl="1" eaLnBrk="1" hangingPunct="1">
              <a:lnSpc>
                <a:spcPct val="130000"/>
              </a:lnSpc>
            </a:pPr>
            <a:r>
              <a:rPr lang="zh-CN" altLang="en-US"/>
              <a:t>先求解表达式</a:t>
            </a:r>
            <a:r>
              <a:rPr lang="en-US" altLang="zh-CN"/>
              <a:t>1</a:t>
            </a:r>
          </a:p>
          <a:p>
            <a:pPr lvl="1" eaLnBrk="1" hangingPunct="1">
              <a:lnSpc>
                <a:spcPct val="130000"/>
              </a:lnSpc>
            </a:pPr>
            <a:r>
              <a:rPr lang="zh-CN" altLang="en-US"/>
              <a:t>若表达式</a:t>
            </a:r>
            <a:r>
              <a:rPr lang="en-US" altLang="zh-CN"/>
              <a:t>1</a:t>
            </a:r>
            <a:r>
              <a:rPr lang="zh-CN" altLang="en-US"/>
              <a:t>的值为</a:t>
            </a:r>
            <a:r>
              <a:rPr lang="en-US" altLang="zh-CN"/>
              <a:t>false</a:t>
            </a:r>
            <a:r>
              <a:rPr lang="zh-CN" altLang="en-US"/>
              <a:t>，则最终结果为</a:t>
            </a:r>
            <a:r>
              <a:rPr lang="en-US" altLang="zh-CN"/>
              <a:t>false</a:t>
            </a:r>
            <a:r>
              <a:rPr lang="zh-CN" altLang="en-US"/>
              <a:t>，</a:t>
            </a:r>
            <a:r>
              <a:rPr lang="zh-CN" altLang="en-US" u="sng"/>
              <a:t>不再求解表达式</a:t>
            </a:r>
            <a:r>
              <a:rPr lang="en-US" altLang="zh-CN" u="sng"/>
              <a:t>2</a:t>
            </a:r>
          </a:p>
          <a:p>
            <a:pPr lvl="1" eaLnBrk="1" hangingPunct="1">
              <a:lnSpc>
                <a:spcPct val="130000"/>
              </a:lnSpc>
            </a:pPr>
            <a:r>
              <a:rPr lang="zh-CN" altLang="en-US"/>
              <a:t>若表达式</a:t>
            </a:r>
            <a:r>
              <a:rPr lang="en-US" altLang="zh-CN"/>
              <a:t>1</a:t>
            </a:r>
            <a:r>
              <a:rPr lang="zh-CN" altLang="en-US"/>
              <a:t>的结果为</a:t>
            </a:r>
            <a:r>
              <a:rPr lang="en-US" altLang="zh-CN"/>
              <a:t>true</a:t>
            </a:r>
            <a:r>
              <a:rPr lang="zh-CN" altLang="en-US"/>
              <a:t>，则求解表达式</a:t>
            </a:r>
            <a:r>
              <a:rPr lang="en-US" altLang="zh-CN"/>
              <a:t>2</a:t>
            </a:r>
            <a:r>
              <a:rPr lang="zh-CN" altLang="en-US"/>
              <a:t>，以表达式</a:t>
            </a:r>
            <a:r>
              <a:rPr lang="en-US" altLang="zh-CN"/>
              <a:t>2</a:t>
            </a:r>
            <a:r>
              <a:rPr lang="zh-CN" altLang="en-US"/>
              <a:t>的结果作为最终结果</a:t>
            </a:r>
          </a:p>
          <a:p>
            <a:pPr eaLnBrk="1" hangingPunct="1">
              <a:lnSpc>
                <a:spcPct val="130000"/>
              </a:lnSpc>
              <a:spcBef>
                <a:spcPts val="1200"/>
              </a:spcBef>
            </a:pPr>
            <a:r>
              <a:rPr lang="zh-CN" altLang="en-US"/>
              <a:t>“</a:t>
            </a:r>
            <a:r>
              <a:rPr lang="en-US" altLang="zh-CN"/>
              <a:t>||”</a:t>
            </a:r>
            <a:r>
              <a:rPr lang="zh-CN" altLang="en-US"/>
              <a:t>也具有类似的特性</a:t>
            </a:r>
          </a:p>
          <a:p>
            <a:pPr eaLnBrk="1" hangingPunct="1"/>
            <a:endParaRPr lang="zh-CN" altLang="en-US"/>
          </a:p>
        </p:txBody>
      </p:sp>
      <p:sp>
        <p:nvSpPr>
          <p:cNvPr id="102404" name="灯片编号占位符 3">
            <a:extLst>
              <a:ext uri="{FF2B5EF4-FFF2-40B4-BE49-F238E27FC236}">
                <a16:creationId xmlns:a16="http://schemas.microsoft.com/office/drawing/2014/main" id="{C323B746-F060-F356-3A85-01F75A244B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45D0885-6611-46DB-8984-0D2223A8FE2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44B67284-4E12-CA53-F79D-28E19BF9B696}"/>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5BB65663-0A2A-4351-0A13-8718F9981489}"/>
              </a:ext>
            </a:extLst>
          </p:cNvPr>
          <p:cNvSpPr>
            <a:spLocks noGrp="1"/>
          </p:cNvSpPr>
          <p:nvPr>
            <p:ph type="title"/>
          </p:nvPr>
        </p:nvSpPr>
        <p:spPr/>
        <p:txBody>
          <a:bodyPr/>
          <a:lstStyle/>
          <a:p>
            <a:pPr eaLnBrk="1" hangingPunct="1"/>
            <a:r>
              <a:rPr lang="zh-CN" altLang="en-US">
                <a:latin typeface="隶书" panose="02010509060101010101" pitchFamily="49" charset="-122"/>
              </a:rPr>
              <a:t>条件运算符与条件表达式</a:t>
            </a:r>
            <a:endParaRPr lang="zh-CN" altLang="en-US"/>
          </a:p>
        </p:txBody>
      </p:sp>
      <p:sp>
        <p:nvSpPr>
          <p:cNvPr id="104451" name="内容占位符 2">
            <a:extLst>
              <a:ext uri="{FF2B5EF4-FFF2-40B4-BE49-F238E27FC236}">
                <a16:creationId xmlns:a16="http://schemas.microsoft.com/office/drawing/2014/main" id="{7AE38061-70F9-C9CC-01F0-2DB016A11571}"/>
              </a:ext>
            </a:extLst>
          </p:cNvPr>
          <p:cNvSpPr>
            <a:spLocks noGrp="1"/>
          </p:cNvSpPr>
          <p:nvPr>
            <p:ph idx="1"/>
          </p:nvPr>
        </p:nvSpPr>
        <p:spPr/>
        <p:txBody>
          <a:bodyPr/>
          <a:lstStyle/>
          <a:p>
            <a:pPr eaLnBrk="1" hangingPunct="1">
              <a:lnSpc>
                <a:spcPct val="110000"/>
              </a:lnSpc>
            </a:pPr>
            <a:r>
              <a:rPr lang="zh-CN" altLang="en-US"/>
              <a:t>一般形式</a:t>
            </a:r>
          </a:p>
          <a:p>
            <a:pPr lvl="1" eaLnBrk="1" hangingPunct="1">
              <a:lnSpc>
                <a:spcPct val="110000"/>
              </a:lnSpc>
              <a:buClr>
                <a:schemeClr val="tx1"/>
              </a:buClr>
              <a:buFont typeface="Georgia" panose="02040502050405020303" pitchFamily="18" charset="0"/>
              <a:buNone/>
            </a:pPr>
            <a:r>
              <a:rPr lang="zh-CN" altLang="en-US"/>
              <a:t>表达式</a:t>
            </a:r>
            <a:r>
              <a:rPr lang="en-US" altLang="zh-CN"/>
              <a:t>1</a:t>
            </a:r>
            <a:r>
              <a:rPr lang="zh-CN" altLang="en-US"/>
              <a:t>？表达式</a:t>
            </a:r>
            <a:r>
              <a:rPr lang="en-US" altLang="zh-CN"/>
              <a:t>2</a:t>
            </a:r>
            <a:r>
              <a:rPr lang="zh-CN" altLang="en-US"/>
              <a:t>：表达式</a:t>
            </a:r>
            <a:r>
              <a:rPr lang="en-US" altLang="zh-CN"/>
              <a:t>3</a:t>
            </a:r>
          </a:p>
          <a:p>
            <a:pPr lvl="2" eaLnBrk="1" hangingPunct="1">
              <a:lnSpc>
                <a:spcPct val="110000"/>
              </a:lnSpc>
              <a:buClr>
                <a:schemeClr val="tx1"/>
              </a:buClr>
              <a:buFont typeface="Wingdings 2" panose="05020102010507070707" pitchFamily="18" charset="2"/>
              <a:buNone/>
            </a:pPr>
            <a:r>
              <a:rPr lang="zh-CN" altLang="en-US"/>
              <a:t>表达式</a:t>
            </a:r>
            <a:r>
              <a:rPr lang="en-US" altLang="zh-CN"/>
              <a:t>1 </a:t>
            </a:r>
            <a:r>
              <a:rPr lang="zh-CN" altLang="en-US"/>
              <a:t>必须是 </a:t>
            </a:r>
            <a:r>
              <a:rPr lang="en-US" altLang="zh-CN"/>
              <a:t>bool </a:t>
            </a:r>
            <a:r>
              <a:rPr lang="zh-CN" altLang="en-US"/>
              <a:t>类型</a:t>
            </a:r>
          </a:p>
          <a:p>
            <a:pPr eaLnBrk="1" hangingPunct="1">
              <a:lnSpc>
                <a:spcPct val="110000"/>
              </a:lnSpc>
            </a:pPr>
            <a:r>
              <a:rPr lang="zh-CN" altLang="en-US"/>
              <a:t>执行顺序</a:t>
            </a:r>
          </a:p>
          <a:p>
            <a:pPr lvl="1" eaLnBrk="1" hangingPunct="1">
              <a:lnSpc>
                <a:spcPct val="110000"/>
              </a:lnSpc>
              <a:buClr>
                <a:schemeClr val="tx1"/>
              </a:buClr>
            </a:pPr>
            <a:r>
              <a:rPr lang="zh-CN" altLang="en-US"/>
              <a:t>先求解</a:t>
            </a:r>
            <a:r>
              <a:rPr lang="zh-CN" altLang="en-US">
                <a:solidFill>
                  <a:schemeClr val="tx1"/>
                </a:solidFill>
              </a:rPr>
              <a:t>表达式</a:t>
            </a:r>
            <a:r>
              <a:rPr lang="en-US" altLang="zh-CN">
                <a:solidFill>
                  <a:schemeClr val="tx1"/>
                </a:solidFill>
              </a:rPr>
              <a:t>1</a:t>
            </a:r>
            <a:r>
              <a:rPr lang="zh-CN" altLang="en-US"/>
              <a:t>，</a:t>
            </a:r>
          </a:p>
          <a:p>
            <a:pPr lvl="1" eaLnBrk="1" hangingPunct="1">
              <a:lnSpc>
                <a:spcPct val="110000"/>
              </a:lnSpc>
              <a:buClr>
                <a:schemeClr val="tx1"/>
              </a:buClr>
            </a:pPr>
            <a:r>
              <a:rPr lang="zh-CN" altLang="en-US"/>
              <a:t>若表达式</a:t>
            </a:r>
            <a:r>
              <a:rPr lang="en-US" altLang="zh-CN"/>
              <a:t>1</a:t>
            </a:r>
            <a:r>
              <a:rPr lang="zh-CN" altLang="en-US"/>
              <a:t>的值为</a:t>
            </a:r>
            <a:r>
              <a:rPr lang="en-US" altLang="zh-CN">
                <a:solidFill>
                  <a:schemeClr val="tx1"/>
                </a:solidFill>
              </a:rPr>
              <a:t>true</a:t>
            </a:r>
            <a:r>
              <a:rPr lang="zh-CN" altLang="en-US"/>
              <a:t>，则求解</a:t>
            </a:r>
            <a:r>
              <a:rPr lang="zh-CN" altLang="en-US">
                <a:solidFill>
                  <a:schemeClr val="tx1"/>
                </a:solidFill>
              </a:rPr>
              <a:t>表达式</a:t>
            </a:r>
            <a:r>
              <a:rPr lang="en-US" altLang="zh-CN">
                <a:solidFill>
                  <a:schemeClr val="tx1"/>
                </a:solidFill>
              </a:rPr>
              <a:t>2</a:t>
            </a:r>
            <a:r>
              <a:rPr lang="zh-CN" altLang="en-US"/>
              <a:t>，表达式</a:t>
            </a:r>
            <a:r>
              <a:rPr lang="en-US" altLang="zh-CN"/>
              <a:t>2</a:t>
            </a:r>
            <a:r>
              <a:rPr lang="zh-CN" altLang="en-US"/>
              <a:t>的值为最终结果</a:t>
            </a:r>
          </a:p>
          <a:p>
            <a:pPr lvl="1" eaLnBrk="1" hangingPunct="1">
              <a:lnSpc>
                <a:spcPct val="110000"/>
              </a:lnSpc>
              <a:buClr>
                <a:schemeClr val="tx1"/>
              </a:buClr>
            </a:pPr>
            <a:r>
              <a:rPr lang="zh-CN" altLang="en-US"/>
              <a:t>若表达式</a:t>
            </a:r>
            <a:r>
              <a:rPr lang="en-US" altLang="zh-CN"/>
              <a:t>1</a:t>
            </a:r>
            <a:r>
              <a:rPr lang="zh-CN" altLang="en-US"/>
              <a:t>的值为</a:t>
            </a:r>
            <a:r>
              <a:rPr lang="en-US" altLang="zh-CN">
                <a:solidFill>
                  <a:schemeClr val="tx1"/>
                </a:solidFill>
              </a:rPr>
              <a:t>false</a:t>
            </a:r>
            <a:r>
              <a:rPr lang="zh-CN" altLang="en-US"/>
              <a:t>，则求解</a:t>
            </a:r>
            <a:r>
              <a:rPr lang="zh-CN" altLang="en-US">
                <a:solidFill>
                  <a:schemeClr val="tx1"/>
                </a:solidFill>
              </a:rPr>
              <a:t>表达式</a:t>
            </a:r>
            <a:r>
              <a:rPr lang="en-US" altLang="zh-CN">
                <a:solidFill>
                  <a:schemeClr val="tx1"/>
                </a:solidFill>
              </a:rPr>
              <a:t>3</a:t>
            </a:r>
            <a:r>
              <a:rPr lang="zh-CN" altLang="en-US"/>
              <a:t>，表达式</a:t>
            </a:r>
            <a:r>
              <a:rPr lang="en-US" altLang="zh-CN"/>
              <a:t>3</a:t>
            </a:r>
            <a:r>
              <a:rPr lang="zh-CN" altLang="en-US"/>
              <a:t>的值为最终结果</a:t>
            </a:r>
          </a:p>
          <a:p>
            <a:pPr eaLnBrk="1" hangingPunct="1">
              <a:lnSpc>
                <a:spcPct val="110000"/>
              </a:lnSpc>
              <a:buClr>
                <a:schemeClr val="tx1"/>
              </a:buClr>
            </a:pPr>
            <a:r>
              <a:rPr lang="zh-CN" altLang="en-US"/>
              <a:t>例： </a:t>
            </a:r>
            <a:r>
              <a:rPr lang="en-US" altLang="zh-CN"/>
              <a:t>x = a &gt; b ? a : b;</a:t>
            </a:r>
          </a:p>
          <a:p>
            <a:pPr eaLnBrk="1" hangingPunct="1"/>
            <a:endParaRPr lang="zh-CN" altLang="en-US"/>
          </a:p>
        </p:txBody>
      </p:sp>
      <p:sp>
        <p:nvSpPr>
          <p:cNvPr id="104452" name="灯片编号占位符 3">
            <a:extLst>
              <a:ext uri="{FF2B5EF4-FFF2-40B4-BE49-F238E27FC236}">
                <a16:creationId xmlns:a16="http://schemas.microsoft.com/office/drawing/2014/main" id="{B346628E-6507-5038-FC9F-EE0510BA8A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5557F51-34F7-4D14-8513-9F15CB47E57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3CC6EADC-F027-262F-BD4B-8CE5D3E10C6E}"/>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a:extLst>
              <a:ext uri="{FF2B5EF4-FFF2-40B4-BE49-F238E27FC236}">
                <a16:creationId xmlns:a16="http://schemas.microsoft.com/office/drawing/2014/main" id="{F5335399-C3F5-6046-C624-3B5947FF7A4B}"/>
              </a:ext>
            </a:extLst>
          </p:cNvPr>
          <p:cNvSpPr>
            <a:spLocks noGrp="1"/>
          </p:cNvSpPr>
          <p:nvPr>
            <p:ph type="title"/>
          </p:nvPr>
        </p:nvSpPr>
        <p:spPr/>
        <p:txBody>
          <a:bodyPr/>
          <a:lstStyle/>
          <a:p>
            <a:pPr eaLnBrk="1" hangingPunct="1"/>
            <a:r>
              <a:rPr lang="zh-CN" altLang="en-US">
                <a:latin typeface="隶书" panose="02010509060101010101" pitchFamily="49" charset="-122"/>
              </a:rPr>
              <a:t>条件运算符与条件表达式（续）</a:t>
            </a:r>
            <a:endParaRPr lang="zh-CN" altLang="en-US"/>
          </a:p>
        </p:txBody>
      </p:sp>
      <p:sp>
        <p:nvSpPr>
          <p:cNvPr id="3" name="内容占位符 2">
            <a:extLst>
              <a:ext uri="{FF2B5EF4-FFF2-40B4-BE49-F238E27FC236}">
                <a16:creationId xmlns:a16="http://schemas.microsoft.com/office/drawing/2014/main" id="{F18489CF-36FC-2D5B-8E6B-516630F3C4E2}"/>
              </a:ext>
            </a:extLst>
          </p:cNvPr>
          <p:cNvSpPr>
            <a:spLocks noGrp="1"/>
          </p:cNvSpPr>
          <p:nvPr>
            <p:ph idx="1"/>
          </p:nvPr>
        </p:nvSpPr>
        <p:spPr/>
        <p:txBody>
          <a:bodyPr>
            <a:normAutofit/>
          </a:bodyPr>
          <a:lstStyle/>
          <a:p>
            <a:pPr marL="365760" indent="-256032" eaLnBrk="1" fontAlgn="auto" hangingPunct="1">
              <a:spcAft>
                <a:spcPts val="0"/>
              </a:spcAft>
              <a:buClr>
                <a:schemeClr val="accent3"/>
              </a:buClr>
              <a:buFont typeface="Georgia"/>
              <a:buChar char="•"/>
              <a:defRPr/>
            </a:pPr>
            <a:r>
              <a:rPr lang="zh-CN" altLang="en-US" dirty="0">
                <a:latin typeface="宋体" pitchFamily="2" charset="-122"/>
              </a:rPr>
              <a:t>注意：</a:t>
            </a:r>
          </a:p>
          <a:p>
            <a:pPr marL="658368" lvl="1" indent="-246888" eaLnBrk="1" fontAlgn="auto" hangingPunct="1">
              <a:spcAft>
                <a:spcPts val="0"/>
              </a:spcAft>
              <a:buClr>
                <a:schemeClr val="tx1"/>
              </a:buClr>
              <a:buFont typeface="Georgia"/>
              <a:buChar char="▫"/>
              <a:defRPr/>
            </a:pPr>
            <a:r>
              <a:rPr lang="zh-CN" altLang="en-US" dirty="0">
                <a:solidFill>
                  <a:schemeClr val="accent6">
                    <a:lumMod val="75000"/>
                  </a:schemeClr>
                </a:solidFill>
                <a:latin typeface="宋体" pitchFamily="2" charset="-122"/>
              </a:rPr>
              <a:t>条件</a:t>
            </a:r>
            <a:r>
              <a:rPr lang="zh-CN" altLang="en-US" dirty="0">
                <a:latin typeface="宋体" pitchFamily="2" charset="-122"/>
              </a:rPr>
              <a:t>运算符优先级</a:t>
            </a:r>
            <a:r>
              <a:rPr lang="zh-CN" altLang="en-US" dirty="0">
                <a:solidFill>
                  <a:schemeClr val="tx1"/>
                </a:solidFill>
                <a:latin typeface="宋体" pitchFamily="2" charset="-122"/>
              </a:rPr>
              <a:t>高于</a:t>
            </a:r>
            <a:r>
              <a:rPr lang="zh-CN" altLang="en-US" dirty="0">
                <a:solidFill>
                  <a:schemeClr val="accent6">
                    <a:lumMod val="75000"/>
                  </a:schemeClr>
                </a:solidFill>
                <a:latin typeface="宋体" pitchFamily="2" charset="-122"/>
              </a:rPr>
              <a:t>赋值</a:t>
            </a:r>
            <a:r>
              <a:rPr lang="zh-CN" altLang="en-US" dirty="0">
                <a:latin typeface="宋体" pitchFamily="2" charset="-122"/>
              </a:rPr>
              <a:t>运算符，</a:t>
            </a:r>
            <a:r>
              <a:rPr lang="zh-CN" altLang="en-US" dirty="0">
                <a:solidFill>
                  <a:schemeClr val="tx1"/>
                </a:solidFill>
                <a:latin typeface="宋体" pitchFamily="2" charset="-122"/>
              </a:rPr>
              <a:t>低于</a:t>
            </a:r>
            <a:r>
              <a:rPr lang="zh-CN" altLang="en-US" dirty="0">
                <a:solidFill>
                  <a:schemeClr val="accent6">
                    <a:lumMod val="75000"/>
                  </a:schemeClr>
                </a:solidFill>
                <a:latin typeface="宋体" pitchFamily="2" charset="-122"/>
              </a:rPr>
              <a:t>逻辑</a:t>
            </a:r>
            <a:r>
              <a:rPr lang="zh-CN" altLang="en-US" dirty="0">
                <a:latin typeface="宋体" pitchFamily="2" charset="-122"/>
              </a:rPr>
              <a:t>运算符</a:t>
            </a:r>
          </a:p>
          <a:p>
            <a:pPr marL="658368" lvl="1" indent="-246888" eaLnBrk="1" fontAlgn="auto" hangingPunct="1">
              <a:spcAft>
                <a:spcPts val="0"/>
              </a:spcAft>
              <a:buClr>
                <a:schemeClr val="tx1"/>
              </a:buClr>
              <a:buFont typeface="Georgia"/>
              <a:buChar char="▫"/>
              <a:defRPr/>
            </a:pPr>
            <a:r>
              <a:rPr lang="zh-CN" altLang="en-US" dirty="0">
                <a:latin typeface="宋体" pitchFamily="2" charset="-122"/>
              </a:rPr>
              <a:t>表达式</a:t>
            </a:r>
            <a:r>
              <a:rPr lang="en-US" altLang="zh-CN" dirty="0">
                <a:latin typeface="宋体" pitchFamily="2" charset="-122"/>
              </a:rPr>
              <a:t>2</a:t>
            </a:r>
            <a:r>
              <a:rPr lang="zh-CN" altLang="en-US" dirty="0">
                <a:latin typeface="宋体" pitchFamily="2" charset="-122"/>
              </a:rPr>
              <a:t>、</a:t>
            </a:r>
            <a:r>
              <a:rPr lang="en-US" altLang="zh-CN" dirty="0">
                <a:latin typeface="宋体" pitchFamily="2" charset="-122"/>
              </a:rPr>
              <a:t>3</a:t>
            </a:r>
            <a:r>
              <a:rPr lang="zh-CN" altLang="en-US" dirty="0">
                <a:latin typeface="宋体" pitchFamily="2" charset="-122"/>
              </a:rPr>
              <a:t>的类型可以不同，条件表达式的最终类型为 </a:t>
            </a:r>
            <a:r>
              <a:rPr lang="en-US" altLang="zh-CN" dirty="0">
                <a:latin typeface="宋体" pitchFamily="2" charset="-122"/>
              </a:rPr>
              <a:t>2 </a:t>
            </a:r>
            <a:r>
              <a:rPr lang="zh-CN" altLang="en-US" dirty="0">
                <a:latin typeface="宋体" pitchFamily="2" charset="-122"/>
              </a:rPr>
              <a:t>和 </a:t>
            </a:r>
            <a:r>
              <a:rPr lang="en-US" altLang="zh-CN" dirty="0">
                <a:latin typeface="宋体" pitchFamily="2" charset="-122"/>
              </a:rPr>
              <a:t>3 </a:t>
            </a:r>
            <a:r>
              <a:rPr lang="zh-CN" altLang="en-US" dirty="0">
                <a:latin typeface="宋体" pitchFamily="2" charset="-122"/>
              </a:rPr>
              <a:t>中较高的类型。</a:t>
            </a:r>
          </a:p>
          <a:p>
            <a:pPr marL="365760" indent="-256032" eaLnBrk="1" fontAlgn="auto" hangingPunct="1">
              <a:spcAft>
                <a:spcPts val="0"/>
              </a:spcAft>
              <a:buClr>
                <a:schemeClr val="accent3"/>
              </a:buClr>
              <a:buFont typeface="Georgia"/>
              <a:buChar char="•"/>
              <a:defRPr/>
            </a:pPr>
            <a:r>
              <a:rPr lang="zh-CN" altLang="en-US" dirty="0">
                <a:latin typeface="宋体" pitchFamily="2" charset="-122"/>
              </a:rPr>
              <a:t>例： </a:t>
            </a:r>
            <a:r>
              <a:rPr lang="en-US" altLang="zh-CN" dirty="0">
                <a:latin typeface="宋体" pitchFamily="2" charset="-122"/>
              </a:rPr>
              <a:t>x </a:t>
            </a:r>
            <a:r>
              <a:rPr lang="en-US" altLang="zh-CN" dirty="0">
                <a:solidFill>
                  <a:schemeClr val="accent4">
                    <a:lumMod val="75000"/>
                  </a:schemeClr>
                </a:solidFill>
                <a:latin typeface="宋体" pitchFamily="2" charset="-122"/>
              </a:rPr>
              <a:t>=</a:t>
            </a:r>
            <a:r>
              <a:rPr lang="en-US" altLang="zh-CN" dirty="0">
                <a:solidFill>
                  <a:srgbClr val="FFC1C1"/>
                </a:solidFill>
                <a:latin typeface="宋体" pitchFamily="2" charset="-122"/>
              </a:rPr>
              <a:t> </a:t>
            </a:r>
            <a:r>
              <a:rPr lang="en-US" altLang="zh-CN" dirty="0">
                <a:latin typeface="宋体" pitchFamily="2" charset="-122"/>
              </a:rPr>
              <a:t>a </a:t>
            </a:r>
            <a:r>
              <a:rPr lang="en-US" altLang="zh-CN" dirty="0">
                <a:solidFill>
                  <a:schemeClr val="accent6">
                    <a:lumMod val="75000"/>
                  </a:schemeClr>
                </a:solidFill>
                <a:latin typeface="宋体" pitchFamily="2" charset="-122"/>
              </a:rPr>
              <a:t>&gt;</a:t>
            </a:r>
            <a:r>
              <a:rPr lang="en-US" altLang="zh-CN" dirty="0">
                <a:solidFill>
                  <a:srgbClr val="FFFF66"/>
                </a:solidFill>
                <a:latin typeface="宋体" pitchFamily="2" charset="-122"/>
              </a:rPr>
              <a:t> </a:t>
            </a:r>
            <a:r>
              <a:rPr lang="en-US" altLang="zh-CN" dirty="0">
                <a:latin typeface="宋体" pitchFamily="2" charset="-122"/>
              </a:rPr>
              <a:t>b</a:t>
            </a:r>
            <a:r>
              <a:rPr lang="en-US" altLang="zh-CN" dirty="0">
                <a:solidFill>
                  <a:schemeClr val="accent2">
                    <a:lumMod val="60000"/>
                    <a:lumOff val="40000"/>
                  </a:schemeClr>
                </a:solidFill>
                <a:latin typeface="宋体" pitchFamily="2" charset="-122"/>
              </a:rPr>
              <a:t> ? </a:t>
            </a:r>
            <a:r>
              <a:rPr lang="en-US" altLang="zh-CN" dirty="0">
                <a:latin typeface="宋体" pitchFamily="2" charset="-122"/>
              </a:rPr>
              <a:t>a </a:t>
            </a:r>
            <a:r>
              <a:rPr lang="en-US" altLang="zh-CN" dirty="0">
                <a:solidFill>
                  <a:schemeClr val="accent2">
                    <a:lumMod val="60000"/>
                    <a:lumOff val="40000"/>
                  </a:schemeClr>
                </a:solidFill>
                <a:latin typeface="宋体" pitchFamily="2" charset="-122"/>
              </a:rPr>
              <a:t>: </a:t>
            </a:r>
            <a:r>
              <a:rPr lang="en-US" altLang="zh-CN" dirty="0">
                <a:latin typeface="宋体" pitchFamily="2" charset="-122"/>
              </a:rPr>
              <a:t>b;</a:t>
            </a:r>
          </a:p>
          <a:p>
            <a:pPr marL="365760" indent="-256032" eaLnBrk="1" fontAlgn="auto" hangingPunct="1">
              <a:lnSpc>
                <a:spcPct val="110000"/>
              </a:lnSpc>
              <a:spcAft>
                <a:spcPts val="0"/>
              </a:spcAft>
              <a:buClr>
                <a:schemeClr val="tx1"/>
              </a:buClr>
              <a:buFont typeface="Georgia"/>
              <a:buChar char="•"/>
              <a:defRPr/>
            </a:pPr>
            <a:endParaRPr lang="en-US" altLang="zh-CN" dirty="0">
              <a:latin typeface="宋体" pitchFamily="2" charset="-122"/>
            </a:endParaRPr>
          </a:p>
          <a:p>
            <a:pPr marL="365760" indent="-256032" eaLnBrk="1" fontAlgn="auto" hangingPunct="1">
              <a:spcAft>
                <a:spcPts val="0"/>
              </a:spcAft>
              <a:buClr>
                <a:schemeClr val="accent3"/>
              </a:buClr>
              <a:buFont typeface="Georgia"/>
              <a:buChar char="•"/>
              <a:defRPr/>
            </a:pPr>
            <a:endParaRPr lang="zh-CN" altLang="en-US" dirty="0"/>
          </a:p>
        </p:txBody>
      </p:sp>
      <p:sp>
        <p:nvSpPr>
          <p:cNvPr id="105476" name="灯片编号占位符 3">
            <a:extLst>
              <a:ext uri="{FF2B5EF4-FFF2-40B4-BE49-F238E27FC236}">
                <a16:creationId xmlns:a16="http://schemas.microsoft.com/office/drawing/2014/main" id="{4FE20A3B-462A-989F-6182-7141154F289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15485CC-DB79-46D0-AA47-43A955B19E0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69F5BD1-29FA-20B6-C851-BE3CD71999C2}"/>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
        <p:nvSpPr>
          <p:cNvPr id="105478" name="AutoShape 1029">
            <a:extLst>
              <a:ext uri="{FF2B5EF4-FFF2-40B4-BE49-F238E27FC236}">
                <a16:creationId xmlns:a16="http://schemas.microsoft.com/office/drawing/2014/main" id="{369ED1BD-E193-535A-80E4-923BC8D421DE}"/>
              </a:ext>
            </a:extLst>
          </p:cNvPr>
          <p:cNvSpPr>
            <a:spLocks/>
          </p:cNvSpPr>
          <p:nvPr/>
        </p:nvSpPr>
        <p:spPr bwMode="auto">
          <a:xfrm rot="5400000">
            <a:off x="3659188" y="3127375"/>
            <a:ext cx="76200" cy="2679700"/>
          </a:xfrm>
          <a:prstGeom prst="rightBrace">
            <a:avLst>
              <a:gd name="adj1" fmla="val 293056"/>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105479" name="Text Box 1030">
            <a:extLst>
              <a:ext uri="{FF2B5EF4-FFF2-40B4-BE49-F238E27FC236}">
                <a16:creationId xmlns:a16="http://schemas.microsoft.com/office/drawing/2014/main" id="{ABBD2A3A-A92D-387E-CA81-110992B098E8}"/>
              </a:ext>
            </a:extLst>
          </p:cNvPr>
          <p:cNvSpPr txBox="1">
            <a:spLocks noChangeArrowheads="1"/>
          </p:cNvSpPr>
          <p:nvPr/>
        </p:nvSpPr>
        <p:spPr bwMode="auto">
          <a:xfrm>
            <a:off x="3525838" y="44783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50000"/>
              </a:spcBef>
              <a:buClrTx/>
              <a:buFontTx/>
              <a:buNone/>
            </a:pPr>
            <a:r>
              <a:rPr lang="en-US" altLang="zh-CN" sz="1400">
                <a:latin typeface="Times New Roman" panose="02020603050405020304" pitchFamily="18" charset="0"/>
                <a:ea typeface="隶书" panose="02010509060101010101" pitchFamily="49" charset="-122"/>
              </a:rPr>
              <a:t>①</a:t>
            </a:r>
          </a:p>
        </p:txBody>
      </p:sp>
      <p:sp>
        <p:nvSpPr>
          <p:cNvPr id="105480" name="AutoShape 1031">
            <a:extLst>
              <a:ext uri="{FF2B5EF4-FFF2-40B4-BE49-F238E27FC236}">
                <a16:creationId xmlns:a16="http://schemas.microsoft.com/office/drawing/2014/main" id="{1D98E35A-BF3E-7E0B-BA79-DB5CAC3D9F59}"/>
              </a:ext>
            </a:extLst>
          </p:cNvPr>
          <p:cNvSpPr>
            <a:spLocks/>
          </p:cNvSpPr>
          <p:nvPr/>
        </p:nvSpPr>
        <p:spPr bwMode="auto">
          <a:xfrm rot="5400000">
            <a:off x="2652712" y="3860801"/>
            <a:ext cx="80963" cy="1935162"/>
          </a:xfrm>
          <a:prstGeom prst="rightBrace">
            <a:avLst>
              <a:gd name="adj1" fmla="val 199182"/>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105481" name="Text Box 1032">
            <a:extLst>
              <a:ext uri="{FF2B5EF4-FFF2-40B4-BE49-F238E27FC236}">
                <a16:creationId xmlns:a16="http://schemas.microsoft.com/office/drawing/2014/main" id="{1E7B553F-A2D6-1AE5-7A39-8E3CD86444EC}"/>
              </a:ext>
            </a:extLst>
          </p:cNvPr>
          <p:cNvSpPr txBox="1">
            <a:spLocks noChangeArrowheads="1"/>
          </p:cNvSpPr>
          <p:nvPr/>
        </p:nvSpPr>
        <p:spPr bwMode="auto">
          <a:xfrm>
            <a:off x="2500313" y="48212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50000"/>
              </a:spcBef>
              <a:buClrTx/>
              <a:buFontTx/>
              <a:buNone/>
            </a:pPr>
            <a:r>
              <a:rPr lang="en-US" altLang="zh-CN" sz="1400">
                <a:latin typeface="Times New Roman" panose="02020603050405020304" pitchFamily="18" charset="0"/>
                <a:ea typeface="隶书" panose="02010509060101010101" pitchFamily="49" charset="-122"/>
              </a:rPr>
              <a:t>②</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a:extLst>
              <a:ext uri="{FF2B5EF4-FFF2-40B4-BE49-F238E27FC236}">
                <a16:creationId xmlns:a16="http://schemas.microsoft.com/office/drawing/2014/main" id="{A855D330-7839-3B9F-CAC7-162F2B5F41CC}"/>
              </a:ext>
            </a:extLst>
          </p:cNvPr>
          <p:cNvSpPr>
            <a:spLocks noGrp="1"/>
          </p:cNvSpPr>
          <p:nvPr>
            <p:ph type="title"/>
          </p:nvPr>
        </p:nvSpPr>
        <p:spPr/>
        <p:txBody>
          <a:bodyPr/>
          <a:lstStyle/>
          <a:p>
            <a:r>
              <a:rPr lang="zh-CN" altLang="en-US"/>
              <a:t>补充</a:t>
            </a:r>
            <a:r>
              <a:rPr lang="en-US" altLang="zh-CN"/>
              <a:t>2-12</a:t>
            </a:r>
            <a:r>
              <a:rPr lang="zh-CN" altLang="en-US"/>
              <a:t>：比较数据并输出结果</a:t>
            </a:r>
          </a:p>
        </p:txBody>
      </p:sp>
      <p:sp>
        <p:nvSpPr>
          <p:cNvPr id="106499" name="内容占位符 2">
            <a:extLst>
              <a:ext uri="{FF2B5EF4-FFF2-40B4-BE49-F238E27FC236}">
                <a16:creationId xmlns:a16="http://schemas.microsoft.com/office/drawing/2014/main" id="{2C966ADF-6A66-A272-9C96-53B58E930EA5}"/>
              </a:ext>
            </a:extLst>
          </p:cNvPr>
          <p:cNvSpPr>
            <a:spLocks noGrp="1"/>
          </p:cNvSpPr>
          <p:nvPr>
            <p:ph idx="1"/>
          </p:nvPr>
        </p:nvSpPr>
        <p:spPr/>
        <p:txBody>
          <a:bodyPr/>
          <a:lstStyle/>
          <a:p>
            <a:r>
              <a:rPr lang="zh-CN" altLang="en-US"/>
              <a:t>主要知识点：关系运算、相等运算、逻辑运算</a:t>
            </a:r>
          </a:p>
          <a:p>
            <a:pPr lvl="1">
              <a:lnSpc>
                <a:spcPct val="130000"/>
              </a:lnSpc>
            </a:pPr>
            <a:r>
              <a:rPr lang="zh-CN" altLang="en-US"/>
              <a:t>关系运算、相等比较运算、逻辑运算的结果都是</a:t>
            </a:r>
            <a:r>
              <a:rPr lang="en-US" altLang="zh-CN"/>
              <a:t>bool</a:t>
            </a:r>
            <a:r>
              <a:rPr lang="zh-CN" altLang="en-US"/>
              <a:t>类型；</a:t>
            </a:r>
            <a:endParaRPr lang="en-US" altLang="zh-CN"/>
          </a:p>
          <a:p>
            <a:pPr lvl="1">
              <a:lnSpc>
                <a:spcPct val="130000"/>
              </a:lnSpc>
            </a:pPr>
            <a:r>
              <a:rPr lang="zh-CN" altLang="en-US"/>
              <a:t>关系运算用于比较数据之间的大小关系；</a:t>
            </a:r>
            <a:endParaRPr lang="en-US" altLang="zh-CN"/>
          </a:p>
          <a:p>
            <a:pPr lvl="1">
              <a:lnSpc>
                <a:spcPct val="130000"/>
              </a:lnSpc>
            </a:pPr>
            <a:r>
              <a:rPr lang="zh-CN" altLang="en-US"/>
              <a:t>相等比较运算比较两个数据相等与否；</a:t>
            </a:r>
            <a:endParaRPr lang="en-US" altLang="zh-CN"/>
          </a:p>
          <a:p>
            <a:pPr lvl="1">
              <a:lnSpc>
                <a:spcPct val="130000"/>
              </a:lnSpc>
            </a:pPr>
            <a:r>
              <a:rPr lang="zh-CN" altLang="en-US"/>
              <a:t>逻辑运算可以将多个关系表达式和相等表达式组合起来，构成复杂的逻辑判断。</a:t>
            </a:r>
          </a:p>
        </p:txBody>
      </p:sp>
      <p:sp>
        <p:nvSpPr>
          <p:cNvPr id="106500" name="灯片编号占位符 3">
            <a:extLst>
              <a:ext uri="{FF2B5EF4-FFF2-40B4-BE49-F238E27FC236}">
                <a16:creationId xmlns:a16="http://schemas.microsoft.com/office/drawing/2014/main" id="{3080D55B-8835-A546-6D57-A81665A72AC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F357C98-CF03-43C3-9B42-3F1A54E0326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65</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59588D46-4556-B0F6-F7C6-BBDBAFB86654}"/>
              </a:ext>
            </a:extLst>
          </p:cNvPr>
          <p:cNvSpPr>
            <a:spLocks noGrp="1"/>
          </p:cNvSpPr>
          <p:nvPr>
            <p:ph type="title"/>
          </p:nvPr>
        </p:nvSpPr>
        <p:spPr>
          <a:xfrm>
            <a:off x="250825" y="333375"/>
            <a:ext cx="8435975" cy="1066800"/>
          </a:xfrm>
        </p:spPr>
        <p:txBody>
          <a:bodyPr/>
          <a:lstStyle/>
          <a:p>
            <a:pPr eaLnBrk="1" hangingPunct="1"/>
            <a:r>
              <a:rPr lang="zh-CN" altLang="en-US"/>
              <a:t>补充</a:t>
            </a:r>
            <a:r>
              <a:rPr lang="en-US" altLang="zh-CN"/>
              <a:t>2-12</a:t>
            </a:r>
            <a:r>
              <a:rPr lang="zh-CN" altLang="en-US"/>
              <a:t>：比较数据并输出结果（续）</a:t>
            </a:r>
          </a:p>
        </p:txBody>
      </p:sp>
      <p:sp>
        <p:nvSpPr>
          <p:cNvPr id="12" name="内容占位符 11">
            <a:extLst>
              <a:ext uri="{FF2B5EF4-FFF2-40B4-BE49-F238E27FC236}">
                <a16:creationId xmlns:a16="http://schemas.microsoft.com/office/drawing/2014/main" id="{0BC943C5-4CC3-14F4-C472-6269D4B6B290}"/>
              </a:ext>
            </a:extLst>
          </p:cNvPr>
          <p:cNvSpPr>
            <a:spLocks noGrp="1"/>
          </p:cNvSpPr>
          <p:nvPr>
            <p:ph idx="1"/>
          </p:nvPr>
        </p:nvSpPr>
        <p:spPr>
          <a:xfrm>
            <a:off x="457200" y="1196975"/>
            <a:ext cx="8229600" cy="5661025"/>
          </a:xfrm>
          <a:solidFill>
            <a:srgbClr val="85FFFF"/>
          </a:solidFill>
        </p:spPr>
        <p:txBody>
          <a:bodyPr>
            <a:noAutofit/>
          </a:bodyPr>
          <a:lstStyle/>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#include &lt;iostream&gt;</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using namespace std;</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int main()</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int ival1=1, ival2=2, ival3=3, ival4=4;</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bool </a:t>
            </a:r>
            <a:r>
              <a:rPr lang="en-US" altLang="zh-CN" sz="2400" dirty="0" err="1"/>
              <a:t>nFlag</a:t>
            </a:r>
            <a:r>
              <a:rPr lang="en-US" altLang="zh-CN" sz="2400" dirty="0"/>
              <a:t>;</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a:t>
            </a:r>
            <a:r>
              <a:rPr lang="en-US" altLang="zh-CN" sz="2400" dirty="0" err="1"/>
              <a:t>nFlag</a:t>
            </a:r>
            <a:r>
              <a:rPr lang="en-US" altLang="zh-CN" sz="2400" dirty="0"/>
              <a:t> = ival1==ival2?true:false;</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cout &lt;&lt;"Is 1 equals 2?:"&lt;&lt;</a:t>
            </a:r>
            <a:r>
              <a:rPr lang="en-US" altLang="zh-CN" sz="2400" dirty="0" err="1"/>
              <a:t>nFlag</a:t>
            </a:r>
            <a:r>
              <a:rPr lang="en-US" altLang="zh-CN" sz="2400" dirty="0"/>
              <a:t>&lt;&lt;</a:t>
            </a:r>
            <a:r>
              <a:rPr lang="en-US" altLang="zh-CN" sz="2400" dirty="0" err="1"/>
              <a:t>endl</a:t>
            </a:r>
            <a:r>
              <a:rPr lang="en-US" altLang="zh-CN" sz="2400" dirty="0"/>
              <a:t>;</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a:t>
            </a:r>
            <a:r>
              <a:rPr lang="en-US" altLang="zh-CN" sz="2400" dirty="0" err="1"/>
              <a:t>nFlag</a:t>
            </a:r>
            <a:r>
              <a:rPr lang="en-US" altLang="zh-CN" sz="2400" dirty="0"/>
              <a:t> = ival1&lt;ival2?true:false;</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cout &lt;&lt;"Is 1less than 2?: "&lt;&lt;</a:t>
            </a:r>
            <a:r>
              <a:rPr lang="en-US" altLang="zh-CN" sz="2400" dirty="0" err="1"/>
              <a:t>nFlag</a:t>
            </a:r>
            <a:r>
              <a:rPr lang="en-US" altLang="zh-CN" sz="2400" dirty="0"/>
              <a:t>&lt;&lt;</a:t>
            </a:r>
            <a:r>
              <a:rPr lang="en-US" altLang="zh-CN" sz="2400" dirty="0" err="1"/>
              <a:t>endl</a:t>
            </a:r>
            <a:r>
              <a:rPr lang="en-US" altLang="zh-CN" sz="2400" dirty="0"/>
              <a:t>;</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a:t>
            </a:r>
            <a:r>
              <a:rPr lang="en-US" altLang="zh-CN" sz="2400" dirty="0" err="1"/>
              <a:t>nFlag</a:t>
            </a:r>
            <a:r>
              <a:rPr lang="en-US" altLang="zh-CN" sz="2400" dirty="0"/>
              <a:t> = (ival1&lt;ival2 &amp;&amp; ival3&lt;ival4)?</a:t>
            </a:r>
            <a:r>
              <a:rPr lang="en-US" altLang="zh-CN" sz="2400" dirty="0" err="1"/>
              <a:t>true:false</a:t>
            </a:r>
            <a:r>
              <a:rPr lang="en-US" altLang="zh-CN" sz="2400" dirty="0"/>
              <a:t>;</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   cout &lt;&lt;"Is 1less than 2 and 3 less than 4:"&lt;&lt;</a:t>
            </a:r>
            <a:r>
              <a:rPr lang="en-US" altLang="zh-CN" sz="2400" dirty="0" err="1"/>
              <a:t>nFlag</a:t>
            </a:r>
            <a:r>
              <a:rPr lang="en-US" altLang="zh-CN" sz="2400" dirty="0"/>
              <a:t>&lt;&lt;</a:t>
            </a:r>
            <a:r>
              <a:rPr lang="en-US" altLang="zh-CN" sz="2400" dirty="0" err="1"/>
              <a:t>endl</a:t>
            </a:r>
            <a:r>
              <a:rPr lang="en-US" altLang="zh-CN" sz="2400" dirty="0"/>
              <a:t>;</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a:t>
            </a:r>
          </a:p>
          <a:p>
            <a:pPr indent="-256032" eaLnBrk="1" fontAlgn="auto" hangingPunct="1">
              <a:spcBef>
                <a:spcPts val="0"/>
              </a:spcBef>
              <a:spcAft>
                <a:spcPts val="0"/>
              </a:spcAft>
              <a:buClr>
                <a:schemeClr val="accent3"/>
              </a:buClr>
              <a:buFont typeface="Georgia" panose="02040502050405020303" pitchFamily="18" charset="0"/>
              <a:buNone/>
              <a:defRPr/>
            </a:pPr>
            <a:r>
              <a:rPr lang="en-US" altLang="zh-CN" sz="2400" dirty="0"/>
              <a:t>//</a:t>
            </a:r>
            <a:r>
              <a:rPr lang="zh-CN" altLang="en-US" sz="2400" dirty="0"/>
              <a:t>跟踪观察运行情况</a:t>
            </a:r>
          </a:p>
          <a:p>
            <a:pPr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125" lvl="1"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solidFill>
                <a:schemeClr val="tx1"/>
              </a:solidFill>
            </a:endParaRPr>
          </a:p>
          <a:p>
            <a:pPr marL="365125" lvl="1"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solidFill>
                <a:schemeClr val="tx1"/>
              </a:solidFill>
            </a:endParaRPr>
          </a:p>
          <a:p>
            <a:pPr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Bef>
                <a:spcPts val="0"/>
              </a:spcBef>
              <a:spcAft>
                <a:spcPts val="0"/>
              </a:spcAft>
              <a:buClr>
                <a:schemeClr val="accent3"/>
              </a:buClr>
              <a:buFont typeface="Georgia" panose="02040502050405020303" pitchFamily="18" charset="0"/>
              <a:buNone/>
              <a:defRPr/>
            </a:pPr>
            <a:endParaRPr lang="zh-CN" altLang="en-US" sz="2400" dirty="0"/>
          </a:p>
        </p:txBody>
      </p:sp>
      <p:sp>
        <p:nvSpPr>
          <p:cNvPr id="107524" name="灯片编号占位符 5">
            <a:extLst>
              <a:ext uri="{FF2B5EF4-FFF2-40B4-BE49-F238E27FC236}">
                <a16:creationId xmlns:a16="http://schemas.microsoft.com/office/drawing/2014/main" id="{E567CEBD-8C9C-926E-13EF-AC24668B88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15A71DF-9BAF-4954-A002-8F061DC796E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66</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a:extLst>
              <a:ext uri="{FF2B5EF4-FFF2-40B4-BE49-F238E27FC236}">
                <a16:creationId xmlns:a16="http://schemas.microsoft.com/office/drawing/2014/main" id="{13E3E666-DF59-9C4A-4928-86A772EE9EF7}"/>
              </a:ext>
            </a:extLst>
          </p:cNvPr>
          <p:cNvSpPr>
            <a:spLocks noGrp="1"/>
          </p:cNvSpPr>
          <p:nvPr>
            <p:ph type="title"/>
          </p:nvPr>
        </p:nvSpPr>
        <p:spPr/>
        <p:txBody>
          <a:bodyPr/>
          <a:lstStyle/>
          <a:p>
            <a:pPr eaLnBrk="1" hangingPunct="1"/>
            <a:r>
              <a:rPr lang="en-US" altLang="zh-CN"/>
              <a:t>sizeof </a:t>
            </a:r>
            <a:r>
              <a:rPr lang="zh-CN" altLang="en-US"/>
              <a:t>运算符</a:t>
            </a:r>
          </a:p>
        </p:txBody>
      </p:sp>
      <p:sp>
        <p:nvSpPr>
          <p:cNvPr id="3" name="内容占位符 2">
            <a:extLst>
              <a:ext uri="{FF2B5EF4-FFF2-40B4-BE49-F238E27FC236}">
                <a16:creationId xmlns:a16="http://schemas.microsoft.com/office/drawing/2014/main" id="{2389D42C-A318-26A8-6033-DFC2EAB96FB9}"/>
              </a:ext>
            </a:extLst>
          </p:cNvPr>
          <p:cNvSpPr>
            <a:spLocks noGrp="1"/>
          </p:cNvSpPr>
          <p:nvPr>
            <p:ph idx="1"/>
          </p:nvPr>
        </p:nvSpPr>
        <p:spPr/>
        <p:txBody>
          <a:bodyPr>
            <a:normAutofit/>
          </a:bodyPr>
          <a:lstStyle/>
          <a:p>
            <a:pPr marL="365760" indent="-256032" eaLnBrk="1" fontAlgn="auto" hangingPunct="1">
              <a:lnSpc>
                <a:spcPct val="110000"/>
              </a:lnSpc>
              <a:spcAft>
                <a:spcPts val="0"/>
              </a:spcAft>
              <a:buClr>
                <a:schemeClr val="accent3"/>
              </a:buClr>
              <a:buFont typeface="Georgia"/>
              <a:buChar char="•"/>
              <a:defRPr/>
            </a:pPr>
            <a:r>
              <a:rPr lang="zh-CN" altLang="en-US" sz="2600" dirty="0"/>
              <a:t>语法形式</a:t>
            </a:r>
            <a:br>
              <a:rPr lang="zh-CN" altLang="en-US" sz="2600" dirty="0"/>
            </a:br>
            <a:r>
              <a:rPr lang="en-US" altLang="zh-CN" sz="2600" dirty="0" err="1">
                <a:solidFill>
                  <a:schemeClr val="accent6">
                    <a:lumMod val="75000"/>
                  </a:schemeClr>
                </a:solidFill>
              </a:rPr>
              <a:t>sizeof</a:t>
            </a:r>
            <a:r>
              <a:rPr lang="en-US" altLang="zh-CN" sz="2600" dirty="0">
                <a:solidFill>
                  <a:schemeClr val="accent6">
                    <a:lumMod val="75000"/>
                  </a:schemeClr>
                </a:solidFill>
              </a:rPr>
              <a:t> (</a:t>
            </a:r>
            <a:r>
              <a:rPr lang="zh-CN" altLang="en-US" sz="2600" dirty="0"/>
              <a:t>类型名</a:t>
            </a:r>
            <a:r>
              <a:rPr lang="en-US" altLang="zh-CN" sz="2600" dirty="0">
                <a:solidFill>
                  <a:schemeClr val="accent6">
                    <a:lumMod val="75000"/>
                  </a:schemeClr>
                </a:solidFill>
              </a:rPr>
              <a:t>)</a:t>
            </a:r>
            <a:br>
              <a:rPr lang="en-US" altLang="zh-CN" sz="2600" dirty="0"/>
            </a:br>
            <a:r>
              <a:rPr lang="zh-CN" altLang="en-US" sz="2600" dirty="0"/>
              <a:t>或 </a:t>
            </a:r>
            <a:r>
              <a:rPr lang="en-US" altLang="zh-CN" sz="2600" dirty="0" err="1">
                <a:solidFill>
                  <a:schemeClr val="accent6">
                    <a:lumMod val="75000"/>
                  </a:schemeClr>
                </a:solidFill>
              </a:rPr>
              <a:t>sizeof</a:t>
            </a:r>
            <a:r>
              <a:rPr lang="en-US" altLang="zh-CN" sz="2600" dirty="0">
                <a:solidFill>
                  <a:schemeClr val="accent6">
                    <a:lumMod val="75000"/>
                  </a:schemeClr>
                </a:solidFill>
              </a:rPr>
              <a:t> </a:t>
            </a:r>
            <a:r>
              <a:rPr lang="zh-CN" altLang="en-US" sz="2600" dirty="0"/>
              <a:t>表达式</a:t>
            </a:r>
            <a:endParaRPr lang="zh-CN" altLang="en-US" sz="2600" dirty="0">
              <a:solidFill>
                <a:srgbClr val="FFFF66"/>
              </a:solidFill>
            </a:endParaRPr>
          </a:p>
          <a:p>
            <a:pPr marL="365760" indent="-256032" eaLnBrk="1" fontAlgn="auto" hangingPunct="1">
              <a:lnSpc>
                <a:spcPct val="110000"/>
              </a:lnSpc>
              <a:spcAft>
                <a:spcPts val="0"/>
              </a:spcAft>
              <a:buClr>
                <a:schemeClr val="accent3"/>
              </a:buClr>
              <a:buFont typeface="Georgia"/>
              <a:buChar char="•"/>
              <a:defRPr/>
            </a:pPr>
            <a:r>
              <a:rPr lang="zh-CN" altLang="en-US" sz="2600" dirty="0"/>
              <a:t>结果值：</a:t>
            </a:r>
            <a:br>
              <a:rPr lang="zh-CN" altLang="en-US" sz="2600" dirty="0"/>
            </a:br>
            <a:r>
              <a:rPr lang="zh-CN" altLang="en-US" sz="2600" dirty="0"/>
              <a:t>“类型名”所指定的类型或“表达式”的结果类型所占的字节数。</a:t>
            </a:r>
          </a:p>
          <a:p>
            <a:pPr marL="365760" indent="-256032" eaLnBrk="1" fontAlgn="auto" hangingPunct="1">
              <a:lnSpc>
                <a:spcPct val="110000"/>
              </a:lnSpc>
              <a:spcAft>
                <a:spcPts val="0"/>
              </a:spcAft>
              <a:buClr>
                <a:schemeClr val="accent3"/>
              </a:buClr>
              <a:buFont typeface="Georgia"/>
              <a:buChar char="•"/>
              <a:defRPr/>
            </a:pPr>
            <a:r>
              <a:rPr lang="zh-CN" altLang="en-US" sz="2600" dirty="0"/>
              <a:t>例：</a:t>
            </a:r>
          </a:p>
          <a:p>
            <a:pPr marL="1133475" lvl="1" indent="-246888" eaLnBrk="1" fontAlgn="auto" hangingPunct="1">
              <a:lnSpc>
                <a:spcPct val="110000"/>
              </a:lnSpc>
              <a:spcAft>
                <a:spcPts val="0"/>
              </a:spcAft>
              <a:buFont typeface="Georgia"/>
              <a:buNone/>
              <a:defRPr/>
            </a:pPr>
            <a:r>
              <a:rPr lang="en-US" altLang="zh-CN" dirty="0" err="1">
                <a:solidFill>
                  <a:schemeClr val="accent6">
                    <a:lumMod val="75000"/>
                  </a:schemeClr>
                </a:solidFill>
              </a:rPr>
              <a:t>sizeof</a:t>
            </a:r>
            <a:r>
              <a:rPr lang="en-US" altLang="zh-CN" dirty="0">
                <a:solidFill>
                  <a:schemeClr val="accent6">
                    <a:lumMod val="75000"/>
                  </a:schemeClr>
                </a:solidFill>
              </a:rPr>
              <a:t>(</a:t>
            </a:r>
            <a:r>
              <a:rPr lang="en-US" altLang="zh-CN" dirty="0"/>
              <a:t>short</a:t>
            </a:r>
            <a:r>
              <a:rPr lang="en-US" altLang="zh-CN" dirty="0">
                <a:solidFill>
                  <a:schemeClr val="accent6">
                    <a:lumMod val="75000"/>
                  </a:schemeClr>
                </a:solidFill>
              </a:rPr>
              <a:t>)</a:t>
            </a:r>
          </a:p>
          <a:p>
            <a:pPr marL="1133475" lvl="1" indent="-246888" eaLnBrk="1" fontAlgn="auto" hangingPunct="1">
              <a:lnSpc>
                <a:spcPct val="110000"/>
              </a:lnSpc>
              <a:spcAft>
                <a:spcPts val="0"/>
              </a:spcAft>
              <a:buFont typeface="Georgia"/>
              <a:buNone/>
              <a:defRPr/>
            </a:pPr>
            <a:r>
              <a:rPr lang="en-US" altLang="zh-CN" dirty="0" err="1">
                <a:solidFill>
                  <a:schemeClr val="accent6">
                    <a:lumMod val="75000"/>
                  </a:schemeClr>
                </a:solidFill>
              </a:rPr>
              <a:t>sizeof</a:t>
            </a:r>
            <a:r>
              <a:rPr lang="en-US" altLang="zh-CN" dirty="0">
                <a:solidFill>
                  <a:srgbClr val="FFFF66"/>
                </a:solidFill>
              </a:rPr>
              <a:t>  </a:t>
            </a:r>
            <a:r>
              <a:rPr lang="en-US" altLang="zh-CN" dirty="0"/>
              <a:t>x</a:t>
            </a:r>
            <a:endParaRPr lang="zh-CN" altLang="en-US" dirty="0"/>
          </a:p>
        </p:txBody>
      </p:sp>
      <p:sp>
        <p:nvSpPr>
          <p:cNvPr id="109572" name="灯片编号占位符 3">
            <a:extLst>
              <a:ext uri="{FF2B5EF4-FFF2-40B4-BE49-F238E27FC236}">
                <a16:creationId xmlns:a16="http://schemas.microsoft.com/office/drawing/2014/main" id="{304925B1-1D79-6997-3ABA-FEB00FEDE0F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BF12379-6657-43FD-ABC1-C4B63A451B3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A1BAE1EA-AA67-09B8-F01C-FB50EA2428F2}"/>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a:extLst>
              <a:ext uri="{FF2B5EF4-FFF2-40B4-BE49-F238E27FC236}">
                <a16:creationId xmlns:a16="http://schemas.microsoft.com/office/drawing/2014/main" id="{E1883EFE-893D-4780-3351-0C15817D6EB7}"/>
              </a:ext>
            </a:extLst>
          </p:cNvPr>
          <p:cNvSpPr>
            <a:spLocks noGrp="1"/>
          </p:cNvSpPr>
          <p:nvPr>
            <p:ph type="title"/>
          </p:nvPr>
        </p:nvSpPr>
        <p:spPr/>
        <p:txBody>
          <a:bodyPr/>
          <a:lstStyle/>
          <a:p>
            <a:r>
              <a:rPr lang="zh-CN" altLang="en-US"/>
              <a:t>补充</a:t>
            </a:r>
            <a:r>
              <a:rPr lang="en-US" altLang="zh-CN"/>
              <a:t>2-13</a:t>
            </a:r>
            <a:r>
              <a:rPr lang="zh-CN" altLang="en-US"/>
              <a:t>：</a:t>
            </a:r>
            <a:r>
              <a:rPr lang="en-US" altLang="zh-CN"/>
              <a:t>sizeof</a:t>
            </a:r>
            <a:r>
              <a:rPr lang="zh-CN" altLang="en-US"/>
              <a:t>运算符的应用</a:t>
            </a:r>
          </a:p>
        </p:txBody>
      </p:sp>
      <p:sp>
        <p:nvSpPr>
          <p:cNvPr id="110595" name="内容占位符 2">
            <a:extLst>
              <a:ext uri="{FF2B5EF4-FFF2-40B4-BE49-F238E27FC236}">
                <a16:creationId xmlns:a16="http://schemas.microsoft.com/office/drawing/2014/main" id="{B9C687B8-F166-3E1C-8513-B2639BCB2704}"/>
              </a:ext>
            </a:extLst>
          </p:cNvPr>
          <p:cNvSpPr>
            <a:spLocks noGrp="1"/>
          </p:cNvSpPr>
          <p:nvPr>
            <p:ph idx="1"/>
          </p:nvPr>
        </p:nvSpPr>
        <p:spPr/>
        <p:txBody>
          <a:bodyPr/>
          <a:lstStyle/>
          <a:p>
            <a:r>
              <a:rPr lang="zh-CN" altLang="en-US"/>
              <a:t>主要知识点：</a:t>
            </a:r>
            <a:r>
              <a:rPr lang="en-US" altLang="zh-CN"/>
              <a:t>sizeof</a:t>
            </a:r>
            <a:r>
              <a:rPr lang="zh-CN" altLang="en-US"/>
              <a:t>运算</a:t>
            </a:r>
          </a:p>
          <a:p>
            <a:pPr lvl="1">
              <a:lnSpc>
                <a:spcPct val="150000"/>
              </a:lnSpc>
            </a:pPr>
            <a:r>
              <a:rPr lang="zh-CN" altLang="en-US"/>
              <a:t>对于</a:t>
            </a:r>
            <a:r>
              <a:rPr lang="en-US" altLang="zh-CN"/>
              <a:t>C++</a:t>
            </a:r>
            <a:r>
              <a:rPr lang="zh-CN" altLang="en-US"/>
              <a:t>标准中没有具体规定字节数的数据类型，以及自定义的复杂数据类型，如果需要在程序中知道其字节数，最简单、准确的办法就是使用</a:t>
            </a:r>
            <a:r>
              <a:rPr lang="en-US" altLang="zh-CN"/>
              <a:t>sizeof</a:t>
            </a:r>
            <a:r>
              <a:rPr lang="zh-CN" altLang="en-US"/>
              <a:t>运算。</a:t>
            </a:r>
          </a:p>
        </p:txBody>
      </p:sp>
      <p:sp>
        <p:nvSpPr>
          <p:cNvPr id="110596" name="灯片编号占位符 3">
            <a:extLst>
              <a:ext uri="{FF2B5EF4-FFF2-40B4-BE49-F238E27FC236}">
                <a16:creationId xmlns:a16="http://schemas.microsoft.com/office/drawing/2014/main" id="{175FB582-97EE-72E2-CEF0-B80BC03CB60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704622D-588B-4361-BCFC-6D1343B50A6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68</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D402C789-DF61-0F5D-D929-E0F8A321E65A}"/>
              </a:ext>
            </a:extLst>
          </p:cNvPr>
          <p:cNvSpPr>
            <a:spLocks noGrp="1"/>
          </p:cNvSpPr>
          <p:nvPr>
            <p:ph type="title"/>
          </p:nvPr>
        </p:nvSpPr>
        <p:spPr/>
        <p:txBody>
          <a:bodyPr/>
          <a:lstStyle/>
          <a:p>
            <a:pPr eaLnBrk="1" hangingPunct="1"/>
            <a:r>
              <a:rPr lang="zh-CN" altLang="en-US"/>
              <a:t>补充</a:t>
            </a:r>
            <a:r>
              <a:rPr lang="en-US" altLang="zh-CN"/>
              <a:t>2-13</a:t>
            </a:r>
            <a:r>
              <a:rPr lang="zh-CN" altLang="en-US"/>
              <a:t>：</a:t>
            </a:r>
            <a:r>
              <a:rPr lang="en-US" altLang="zh-CN"/>
              <a:t>sizeof</a:t>
            </a:r>
            <a:r>
              <a:rPr lang="zh-CN" altLang="en-US"/>
              <a:t>运算符的应用（续）</a:t>
            </a:r>
          </a:p>
        </p:txBody>
      </p:sp>
      <p:sp>
        <p:nvSpPr>
          <p:cNvPr id="12" name="内容占位符 11">
            <a:extLst>
              <a:ext uri="{FF2B5EF4-FFF2-40B4-BE49-F238E27FC236}">
                <a16:creationId xmlns:a16="http://schemas.microsoft.com/office/drawing/2014/main" id="{1D22F716-5D17-B958-0A53-F0A3013C2319}"/>
              </a:ext>
            </a:extLst>
          </p:cNvPr>
          <p:cNvSpPr>
            <a:spLocks noGrp="1"/>
          </p:cNvSpPr>
          <p:nvPr>
            <p:ph idx="1"/>
          </p:nvPr>
        </p:nvSpPr>
        <p:spPr>
          <a:solidFill>
            <a:srgbClr val="85FFFF"/>
          </a:solidFill>
        </p:spPr>
        <p:txBody>
          <a:bodyPr>
            <a:normAutofit fontScale="92500" lnSpcReduction="20000"/>
          </a:bodyPr>
          <a:lstStyle/>
          <a:p>
            <a:pPr indent="-256032" eaLnBrk="1" fontAlgn="auto" hangingPunct="1">
              <a:spcAft>
                <a:spcPts val="0"/>
              </a:spcAft>
              <a:buClr>
                <a:schemeClr val="accent3"/>
              </a:buClr>
              <a:buFont typeface="Georgia" panose="02040502050405020303" pitchFamily="18" charset="0"/>
              <a:buNone/>
              <a:defRPr/>
            </a:pPr>
            <a:r>
              <a:rPr lang="en-US" altLang="zh-CN" dirty="0"/>
              <a:t>#include &lt;iostream&gt;</a:t>
            </a:r>
          </a:p>
          <a:p>
            <a:pPr indent="-256032" eaLnBrk="1" fontAlgn="auto" hangingPunct="1">
              <a:spcAft>
                <a:spcPts val="0"/>
              </a:spcAft>
              <a:buClr>
                <a:schemeClr val="accent3"/>
              </a:buClr>
              <a:buFont typeface="Georgia" panose="02040502050405020303" pitchFamily="18" charset="0"/>
              <a:buNone/>
              <a:defRPr/>
            </a:pPr>
            <a:r>
              <a:rPr lang="en-US" altLang="zh-CN" dirty="0"/>
              <a:t>#include &lt;string&gt;</a:t>
            </a:r>
          </a:p>
          <a:p>
            <a:pPr indent="-256032" eaLnBrk="1" fontAlgn="auto" hangingPunct="1">
              <a:spcAft>
                <a:spcPts val="0"/>
              </a:spcAft>
              <a:buClr>
                <a:schemeClr val="accent3"/>
              </a:buClr>
              <a:buFont typeface="Georgia" panose="02040502050405020303" pitchFamily="18" charset="0"/>
              <a:buNone/>
              <a:defRPr/>
            </a:pPr>
            <a:r>
              <a:rPr lang="en-US" altLang="zh-CN" dirty="0"/>
              <a:t>using namespace std;</a:t>
            </a:r>
          </a:p>
          <a:p>
            <a:pPr indent="-256032" eaLnBrk="1" fontAlgn="auto" hangingPunct="1">
              <a:spcAft>
                <a:spcPts val="0"/>
              </a:spcAft>
              <a:buClr>
                <a:schemeClr val="accent3"/>
              </a:buClr>
              <a:buFont typeface="Georgia" panose="02040502050405020303" pitchFamily="18" charset="0"/>
              <a:buNone/>
              <a:defRPr/>
            </a:pPr>
            <a:r>
              <a:rPr lang="en-US" altLang="zh-CN" dirty="0"/>
              <a:t>int main()</a:t>
            </a:r>
          </a:p>
          <a:p>
            <a:pPr indent="-256032" eaLnBrk="1" fontAlgn="auto" hangingPunct="1">
              <a:spcAft>
                <a:spcPts val="0"/>
              </a:spcAft>
              <a:buClr>
                <a:schemeClr val="accent3"/>
              </a:buClr>
              <a:buFont typeface="Georgia" panose="02040502050405020303" pitchFamily="18" charset="0"/>
              <a:buNone/>
              <a:defRPr/>
            </a:pPr>
            <a:r>
              <a:rPr lang="en-US" altLang="zh-CN" dirty="0"/>
              <a:t>{</a:t>
            </a:r>
          </a:p>
          <a:p>
            <a:pPr indent="-256032" eaLnBrk="1" fontAlgn="auto" hangingPunct="1">
              <a:spcAft>
                <a:spcPts val="0"/>
              </a:spcAft>
              <a:buClr>
                <a:schemeClr val="accent3"/>
              </a:buClr>
              <a:buFont typeface="Georgia" panose="02040502050405020303" pitchFamily="18" charset="0"/>
              <a:buNone/>
              <a:defRPr/>
            </a:pPr>
            <a:r>
              <a:rPr lang="en-US" altLang="zh-CN" dirty="0"/>
              <a:t>    cout &lt;&lt;"sizeof(short)="&lt;&lt;sizeof(short)&lt;&lt;</a:t>
            </a:r>
            <a:r>
              <a:rPr lang="en-US" altLang="zh-CN" dirty="0" err="1"/>
              <a:t>endl</a:t>
            </a:r>
            <a:r>
              <a:rPr lang="en-US" altLang="zh-CN" dirty="0"/>
              <a:t>;</a:t>
            </a:r>
          </a:p>
          <a:p>
            <a:pPr indent="-256032" eaLnBrk="1" fontAlgn="auto" hangingPunct="1">
              <a:spcAft>
                <a:spcPts val="0"/>
              </a:spcAft>
              <a:buClr>
                <a:schemeClr val="accent3"/>
              </a:buClr>
              <a:buFont typeface="Georgia" panose="02040502050405020303" pitchFamily="18" charset="0"/>
              <a:buNone/>
              <a:defRPr/>
            </a:pPr>
            <a:r>
              <a:rPr lang="en-US" altLang="zh-CN" dirty="0"/>
              <a:t>    cout &lt;&lt;"sizeof(unsigned short)="&lt;&lt;sizeof(unsigned  </a:t>
            </a:r>
          </a:p>
          <a:p>
            <a:pPr indent="-256032" eaLnBrk="1" fontAlgn="auto" hangingPunct="1">
              <a:spcAft>
                <a:spcPts val="0"/>
              </a:spcAft>
              <a:buClr>
                <a:schemeClr val="accent3"/>
              </a:buClr>
              <a:buFont typeface="Georgia" panose="02040502050405020303" pitchFamily="18" charset="0"/>
              <a:buNone/>
              <a:defRPr/>
            </a:pPr>
            <a:r>
              <a:rPr lang="en-US" altLang="zh-CN" dirty="0"/>
              <a:t>           short)&lt;&lt;</a:t>
            </a:r>
            <a:r>
              <a:rPr lang="en-US" altLang="zh-CN" dirty="0" err="1"/>
              <a:t>endl</a:t>
            </a:r>
            <a:r>
              <a:rPr lang="en-US" altLang="zh-CN" dirty="0"/>
              <a:t>;</a:t>
            </a:r>
          </a:p>
          <a:p>
            <a:pPr indent="-256032" eaLnBrk="1" fontAlgn="auto" hangingPunct="1">
              <a:spcAft>
                <a:spcPts val="0"/>
              </a:spcAft>
              <a:buClr>
                <a:schemeClr val="accent3"/>
              </a:buClr>
              <a:buFont typeface="Georgia" panose="02040502050405020303" pitchFamily="18" charset="0"/>
              <a:buNone/>
              <a:defRPr/>
            </a:pPr>
            <a:r>
              <a:rPr lang="en-US" altLang="zh-CN" dirty="0"/>
              <a:t>   cout &lt;&lt;"sizeof(int)= "&lt;&lt;sizeof(int)&lt;&lt;</a:t>
            </a:r>
            <a:r>
              <a:rPr lang="en-US" altLang="zh-CN" dirty="0" err="1"/>
              <a:t>endl</a:t>
            </a:r>
            <a:r>
              <a:rPr lang="en-US" altLang="zh-CN" dirty="0"/>
              <a:t>;</a:t>
            </a:r>
          </a:p>
          <a:p>
            <a:pPr indent="-256032" eaLnBrk="1" fontAlgn="auto" hangingPunct="1">
              <a:spcAft>
                <a:spcPts val="0"/>
              </a:spcAft>
              <a:buClr>
                <a:schemeClr val="accent3"/>
              </a:buClr>
              <a:buFont typeface="Georgia" panose="02040502050405020303" pitchFamily="18" charset="0"/>
              <a:buNone/>
              <a:defRPr/>
            </a:pPr>
            <a:r>
              <a:rPr lang="en-US" altLang="zh-CN" dirty="0"/>
              <a:t>   cout &lt;&lt;"sizeof(unsigned int)= "&lt;&lt;sizeof(unsigned </a:t>
            </a:r>
          </a:p>
          <a:p>
            <a:pPr indent="-256032" eaLnBrk="1" fontAlgn="auto" hangingPunct="1">
              <a:spcAft>
                <a:spcPts val="0"/>
              </a:spcAft>
              <a:buClr>
                <a:schemeClr val="accent3"/>
              </a:buClr>
              <a:buFont typeface="Georgia" panose="02040502050405020303" pitchFamily="18" charset="0"/>
              <a:buNone/>
              <a:defRPr/>
            </a:pPr>
            <a:r>
              <a:rPr lang="en-US" altLang="zh-CN" dirty="0"/>
              <a:t>                 int)&lt;&lt;</a:t>
            </a:r>
            <a:r>
              <a:rPr lang="en-US" altLang="zh-CN" dirty="0" err="1"/>
              <a:t>endl</a:t>
            </a:r>
            <a:r>
              <a:rPr lang="en-US" altLang="zh-CN" dirty="0"/>
              <a:t>;</a:t>
            </a:r>
          </a:p>
          <a:p>
            <a:pPr indent="-256032" eaLnBrk="1" fontAlgn="auto" hangingPunct="1">
              <a:spcAft>
                <a:spcPts val="0"/>
              </a:spcAft>
              <a:buClr>
                <a:schemeClr val="accent3"/>
              </a:buClr>
              <a:buFont typeface="Georgia" panose="02040502050405020303" pitchFamily="18" charset="0"/>
              <a:buNone/>
              <a:defRPr/>
            </a:pPr>
            <a:r>
              <a:rPr lang="en-US" altLang="zh-CN" dirty="0"/>
              <a:t>   cout &lt;&lt;"sizeof(long)= "&lt;&lt;sizeof(long)&lt;&lt;</a:t>
            </a:r>
            <a:r>
              <a:rPr lang="en-US" altLang="zh-CN" dirty="0" err="1"/>
              <a:t>endl</a:t>
            </a:r>
            <a:r>
              <a:rPr lang="en-US" altLang="zh-CN" dirty="0"/>
              <a:t>;</a:t>
            </a: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marL="365125" lvl="1" indent="-256032" eaLnBrk="1" fontAlgn="auto" hangingPunct="1">
              <a:spcAft>
                <a:spcPts val="0"/>
              </a:spcAft>
              <a:buClr>
                <a:schemeClr val="accent3"/>
              </a:buClr>
              <a:buFont typeface="Georgia" panose="02040502050405020303" pitchFamily="18" charset="0"/>
              <a:buNone/>
              <a:defRPr/>
            </a:pPr>
            <a:endParaRPr lang="zh-CN" altLang="en-US" sz="2800" dirty="0">
              <a:solidFill>
                <a:schemeClr val="tx1"/>
              </a:solidFill>
            </a:endParaRPr>
          </a:p>
          <a:p>
            <a:pPr marL="365125" lvl="1" indent="-256032" eaLnBrk="1" fontAlgn="auto" hangingPunct="1">
              <a:spcAft>
                <a:spcPts val="0"/>
              </a:spcAft>
              <a:buClr>
                <a:schemeClr val="accent3"/>
              </a:buClr>
              <a:buFont typeface="Georgia" panose="02040502050405020303" pitchFamily="18" charset="0"/>
              <a:buNone/>
              <a:defRPr/>
            </a:pPr>
            <a:endParaRPr lang="zh-CN" altLang="en-US" sz="2700" dirty="0">
              <a:solidFill>
                <a:schemeClr val="tx1"/>
              </a:solidFill>
            </a:endParaRPr>
          </a:p>
          <a:p>
            <a:pPr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p:txBody>
      </p:sp>
      <p:sp>
        <p:nvSpPr>
          <p:cNvPr id="111620" name="灯片编号占位符 5">
            <a:extLst>
              <a:ext uri="{FF2B5EF4-FFF2-40B4-BE49-F238E27FC236}">
                <a16:creationId xmlns:a16="http://schemas.microsoft.com/office/drawing/2014/main" id="{7F8843D7-0339-74E5-A110-7A3E3461608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B91C043-4511-4A9E-8A90-3037E90EB99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69</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FB7F854A-FBC2-38B6-9BF7-92A25B57382E}"/>
              </a:ext>
            </a:extLst>
          </p:cNvPr>
          <p:cNvSpPr>
            <a:spLocks noGrp="1"/>
          </p:cNvSpPr>
          <p:nvPr>
            <p:ph type="title"/>
          </p:nvPr>
        </p:nvSpPr>
        <p:spPr/>
        <p:txBody>
          <a:bodyPr/>
          <a:lstStyle/>
          <a:p>
            <a:pPr eaLnBrk="1" hangingPunct="1"/>
            <a:r>
              <a:rPr lang="zh-CN" altLang="en-US"/>
              <a:t>补充</a:t>
            </a:r>
            <a:r>
              <a:rPr lang="en-US" altLang="zh-CN"/>
              <a:t>2-13</a:t>
            </a:r>
            <a:r>
              <a:rPr lang="zh-CN" altLang="en-US"/>
              <a:t>（续）</a:t>
            </a:r>
          </a:p>
        </p:txBody>
      </p:sp>
      <p:sp>
        <p:nvSpPr>
          <p:cNvPr id="12" name="内容占位符 11">
            <a:extLst>
              <a:ext uri="{FF2B5EF4-FFF2-40B4-BE49-F238E27FC236}">
                <a16:creationId xmlns:a16="http://schemas.microsoft.com/office/drawing/2014/main" id="{BF894991-32B2-2B06-AA27-D6EF34A3501C}"/>
              </a:ext>
            </a:extLst>
          </p:cNvPr>
          <p:cNvSpPr>
            <a:spLocks noGrp="1"/>
          </p:cNvSpPr>
          <p:nvPr>
            <p:ph idx="1"/>
          </p:nvPr>
        </p:nvSpPr>
        <p:spPr>
          <a:xfrm>
            <a:off x="457200" y="1785938"/>
            <a:ext cx="8478838" cy="4787900"/>
          </a:xfrm>
          <a:solidFill>
            <a:srgbClr val="85FFFF"/>
          </a:solidFill>
        </p:spPr>
        <p:txBody>
          <a:bodyPr>
            <a:normAutofit/>
          </a:bodyPr>
          <a:lstStyle/>
          <a:p>
            <a:pPr indent="-256032" eaLnBrk="1" fontAlgn="auto" hangingPunct="1">
              <a:spcAft>
                <a:spcPts val="0"/>
              </a:spcAft>
              <a:buClr>
                <a:schemeClr val="accent3"/>
              </a:buClr>
              <a:buFont typeface="Georgia" panose="02040502050405020303" pitchFamily="18" charset="0"/>
              <a:buNone/>
              <a:defRPr/>
            </a:pPr>
            <a:endParaRPr lang="en-US" altLang="zh-CN"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cout &lt;&lt;"sizeof(unsigned long)="&lt;&lt;sizeof(unsigned </a:t>
            </a:r>
          </a:p>
          <a:p>
            <a:pPr indent="-256032" eaLnBrk="1" fontAlgn="auto" hangingPunct="1">
              <a:spcAft>
                <a:spcPts val="0"/>
              </a:spcAft>
              <a:buClr>
                <a:schemeClr val="accent3"/>
              </a:buClr>
              <a:buFont typeface="Georgia" panose="02040502050405020303" pitchFamily="18" charset="0"/>
              <a:buNone/>
              <a:defRPr/>
            </a:pPr>
            <a:r>
              <a:rPr lang="en-US" altLang="zh-CN" sz="2700" dirty="0"/>
              <a:t>                long)&lt;&lt;</a:t>
            </a:r>
            <a:r>
              <a:rPr lang="en-US" altLang="zh-CN" sz="2700" dirty="0" err="1"/>
              <a:t>endl</a:t>
            </a:r>
            <a:r>
              <a:rPr lang="en-US" altLang="zh-CN" sz="2700" dirty="0"/>
              <a:t>;</a:t>
            </a:r>
          </a:p>
          <a:p>
            <a:pPr indent="-256032" eaLnBrk="1" fontAlgn="auto" hangingPunct="1">
              <a:spcAft>
                <a:spcPts val="0"/>
              </a:spcAft>
              <a:buClr>
                <a:schemeClr val="accent3"/>
              </a:buClr>
              <a:buFont typeface="Georgia" panose="02040502050405020303" pitchFamily="18" charset="0"/>
              <a:buNone/>
              <a:defRPr/>
            </a:pPr>
            <a:r>
              <a:rPr lang="en-US" altLang="zh-CN" sz="2700" dirty="0"/>
              <a:t>   cout &lt;&lt;"sizeof(float)= "&lt;&lt;sizeof(float)&lt;&lt;</a:t>
            </a:r>
            <a:r>
              <a:rPr lang="en-US" altLang="zh-CN" sz="2700" dirty="0" err="1"/>
              <a:t>endl</a:t>
            </a:r>
            <a:r>
              <a:rPr lang="en-US" altLang="zh-CN" sz="2700" dirty="0"/>
              <a:t>;</a:t>
            </a:r>
          </a:p>
          <a:p>
            <a:pPr indent="-256032" eaLnBrk="1" fontAlgn="auto" hangingPunct="1">
              <a:spcAft>
                <a:spcPts val="0"/>
              </a:spcAft>
              <a:buClr>
                <a:schemeClr val="accent3"/>
              </a:buClr>
              <a:buFont typeface="Georgia" panose="02040502050405020303" pitchFamily="18" charset="0"/>
              <a:buNone/>
              <a:defRPr/>
            </a:pPr>
            <a:r>
              <a:rPr lang="en-US" altLang="zh-CN" sz="2700" dirty="0"/>
              <a:t>   cout &lt;&lt;"sizeof(double)= "&lt;&lt;sizeof(double)&lt;&lt;</a:t>
            </a:r>
            <a:r>
              <a:rPr lang="en-US" altLang="zh-CN" sz="2700" dirty="0" err="1"/>
              <a:t>endl</a:t>
            </a:r>
            <a:r>
              <a:rPr lang="en-US" altLang="zh-CN" sz="2700" dirty="0"/>
              <a:t>;</a:t>
            </a:r>
          </a:p>
          <a:p>
            <a:pPr indent="-256032" eaLnBrk="1" fontAlgn="auto" hangingPunct="1">
              <a:spcAft>
                <a:spcPts val="0"/>
              </a:spcAft>
              <a:buClr>
                <a:schemeClr val="accent3"/>
              </a:buClr>
              <a:buFont typeface="Georgia" panose="02040502050405020303" pitchFamily="18" charset="0"/>
              <a:buNone/>
              <a:defRPr/>
            </a:pPr>
            <a:r>
              <a:rPr lang="en-US" altLang="zh-CN" sz="2700" dirty="0"/>
              <a:t>   cout &lt;&lt;"sizeof(long double)= "&lt;&lt;sizeof(long double)</a:t>
            </a:r>
          </a:p>
          <a:p>
            <a:pPr indent="-256032" eaLnBrk="1" fontAlgn="auto" hangingPunct="1">
              <a:spcAft>
                <a:spcPts val="0"/>
              </a:spcAft>
              <a:buClr>
                <a:schemeClr val="accent3"/>
              </a:buClr>
              <a:buFont typeface="Georgia" panose="02040502050405020303" pitchFamily="18" charset="0"/>
              <a:buNone/>
              <a:defRPr/>
            </a:pPr>
            <a:r>
              <a:rPr lang="en-US" altLang="zh-CN" sz="2700" dirty="0"/>
              <a:t>           &lt;&lt;</a:t>
            </a:r>
            <a:r>
              <a:rPr lang="en-US" altLang="zh-CN" sz="2700" dirty="0" err="1"/>
              <a:t>endl</a:t>
            </a:r>
            <a:r>
              <a:rPr lang="en-US" altLang="zh-CN" sz="2700" dirty="0"/>
              <a:t>;</a:t>
            </a:r>
          </a:p>
          <a:p>
            <a:pPr indent="-256032" eaLnBrk="1" fontAlgn="auto" hangingPunct="1">
              <a:spcAft>
                <a:spcPts val="0"/>
              </a:spcAft>
              <a:buClr>
                <a:schemeClr val="accent3"/>
              </a:buClr>
              <a:buFont typeface="Georgia" panose="02040502050405020303" pitchFamily="18" charset="0"/>
              <a:buNone/>
              <a:defRPr/>
            </a:pPr>
            <a:r>
              <a:rPr lang="en-US" altLang="zh-CN" sz="2700" dirty="0"/>
              <a:t>   cout &lt;&lt;"sizeof(char)= "&lt;&lt;sizeof(char)&lt;&lt;</a:t>
            </a:r>
            <a:r>
              <a:rPr lang="en-US" altLang="zh-CN" sz="2700" dirty="0" err="1"/>
              <a:t>endl</a:t>
            </a:r>
            <a:r>
              <a:rPr lang="en-US" altLang="zh-CN" sz="2700" dirty="0"/>
              <a:t>;</a:t>
            </a:r>
          </a:p>
          <a:p>
            <a:pPr indent="-256032" eaLnBrk="1" fontAlgn="auto" hangingPunct="1">
              <a:spcAft>
                <a:spcPts val="0"/>
              </a:spcAft>
              <a:buClr>
                <a:schemeClr val="accent3"/>
              </a:buClr>
              <a:buFont typeface="Georgia" panose="02040502050405020303" pitchFamily="18" charset="0"/>
              <a:buNone/>
              <a:defRPr/>
            </a:pPr>
            <a:r>
              <a:rPr lang="en-US" altLang="zh-CN" sz="2700" dirty="0"/>
              <a:t>   return 0;</a:t>
            </a:r>
          </a:p>
          <a:p>
            <a:pPr indent="-256032" eaLnBrk="1" fontAlgn="auto" hangingPunct="1">
              <a:spcAft>
                <a:spcPts val="0"/>
              </a:spcAft>
              <a:buClr>
                <a:schemeClr val="accent3"/>
              </a:buClr>
              <a:buFont typeface="Georgia" panose="02040502050405020303" pitchFamily="18" charset="0"/>
              <a:buNone/>
              <a:defRPr/>
            </a:pPr>
            <a:r>
              <a:rPr lang="en-US" altLang="zh-CN" sz="2700" dirty="0"/>
              <a:t>}</a:t>
            </a:r>
            <a:endParaRPr lang="zh-CN" altLang="en-US" sz="2700" dirty="0"/>
          </a:p>
          <a:p>
            <a:pPr indent="-256032" eaLnBrk="1" fontAlgn="auto" hangingPunct="1">
              <a:spcAft>
                <a:spcPts val="0"/>
              </a:spcAft>
              <a:buClr>
                <a:schemeClr val="accent3"/>
              </a:buClr>
              <a:buFont typeface="Georgia" panose="02040502050405020303" pitchFamily="18" charset="0"/>
              <a:buNone/>
              <a:defRPr/>
            </a:pPr>
            <a:endParaRPr lang="zh-CN" altLang="en-US" sz="2700" dirty="0"/>
          </a:p>
          <a:p>
            <a:pPr indent="-256032" eaLnBrk="1" fontAlgn="auto" hangingPunct="1">
              <a:spcAft>
                <a:spcPts val="0"/>
              </a:spcAft>
              <a:buClr>
                <a:schemeClr val="accent3"/>
              </a:buClr>
              <a:buFont typeface="Georgia" panose="02040502050405020303" pitchFamily="18" charset="0"/>
              <a:buNone/>
              <a:defRPr/>
            </a:pPr>
            <a:endParaRPr lang="zh-CN" altLang="en-US" sz="2700" dirty="0"/>
          </a:p>
          <a:p>
            <a:pPr indent="-256032" eaLnBrk="1" fontAlgn="auto" hangingPunct="1">
              <a:spcAft>
                <a:spcPts val="0"/>
              </a:spcAft>
              <a:buClr>
                <a:schemeClr val="accent3"/>
              </a:buClr>
              <a:buFont typeface="Georgia" panose="02040502050405020303" pitchFamily="18" charset="0"/>
              <a:buNone/>
              <a:defRPr/>
            </a:pPr>
            <a:endParaRPr lang="zh-CN" altLang="en-US" sz="2700" dirty="0"/>
          </a:p>
          <a:p>
            <a:pPr indent="-256032" eaLnBrk="1" fontAlgn="auto" hangingPunct="1">
              <a:spcAft>
                <a:spcPts val="0"/>
              </a:spcAft>
              <a:buClr>
                <a:schemeClr val="accent3"/>
              </a:buClr>
              <a:buFont typeface="Georgia" panose="02040502050405020303" pitchFamily="18" charset="0"/>
              <a:buNone/>
              <a:defRPr/>
            </a:pP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marL="365125" lvl="1" indent="-256032" eaLnBrk="1" fontAlgn="auto" hangingPunct="1">
              <a:spcAft>
                <a:spcPts val="0"/>
              </a:spcAft>
              <a:buClr>
                <a:schemeClr val="accent3"/>
              </a:buClr>
              <a:buFont typeface="Georgia" panose="02040502050405020303" pitchFamily="18" charset="0"/>
              <a:buNone/>
              <a:defRPr/>
            </a:pPr>
            <a:endParaRPr lang="zh-CN" altLang="en-US" sz="2800" dirty="0">
              <a:solidFill>
                <a:schemeClr val="tx1"/>
              </a:solidFill>
            </a:endParaRPr>
          </a:p>
          <a:p>
            <a:pPr marL="365125" lvl="1" indent="-256032" eaLnBrk="1" fontAlgn="auto" hangingPunct="1">
              <a:spcAft>
                <a:spcPts val="0"/>
              </a:spcAft>
              <a:buClr>
                <a:schemeClr val="accent3"/>
              </a:buClr>
              <a:buFont typeface="Georgia" panose="02040502050405020303" pitchFamily="18" charset="0"/>
              <a:buNone/>
              <a:defRPr/>
            </a:pPr>
            <a:endParaRPr lang="zh-CN" altLang="en-US" sz="2700" dirty="0">
              <a:solidFill>
                <a:schemeClr val="tx1"/>
              </a:solidFill>
            </a:endParaRPr>
          </a:p>
          <a:p>
            <a:pPr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p:txBody>
      </p:sp>
      <p:sp>
        <p:nvSpPr>
          <p:cNvPr id="113668" name="灯片编号占位符 5">
            <a:extLst>
              <a:ext uri="{FF2B5EF4-FFF2-40B4-BE49-F238E27FC236}">
                <a16:creationId xmlns:a16="http://schemas.microsoft.com/office/drawing/2014/main" id="{6A36059D-EB9B-6DB1-5129-2A17857AF4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A6B3488-6216-481E-B23D-5AF32DC08FC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70</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a:extLst>
              <a:ext uri="{FF2B5EF4-FFF2-40B4-BE49-F238E27FC236}">
                <a16:creationId xmlns:a16="http://schemas.microsoft.com/office/drawing/2014/main" id="{ACD61272-5A98-8832-0492-7DFF8BBCC021}"/>
              </a:ext>
            </a:extLst>
          </p:cNvPr>
          <p:cNvSpPr>
            <a:spLocks noGrp="1"/>
          </p:cNvSpPr>
          <p:nvPr>
            <p:ph idx="1"/>
          </p:nvPr>
        </p:nvSpPr>
        <p:spPr>
          <a:xfrm>
            <a:off x="428625" y="1714500"/>
            <a:ext cx="8401050" cy="4787900"/>
          </a:xfrm>
          <a:solidFill>
            <a:schemeClr val="accent6">
              <a:lumMod val="20000"/>
              <a:lumOff val="80000"/>
            </a:schemeClr>
          </a:solidFill>
        </p:spPr>
        <p:txBody>
          <a:bodyPr>
            <a:normAutofit/>
          </a:bodyPr>
          <a:lstStyle/>
          <a:p>
            <a:pPr marL="365760" indent="-256032" eaLnBrk="1" fontAlgn="auto" hangingPunct="1">
              <a:spcAft>
                <a:spcPts val="0"/>
              </a:spcAft>
              <a:buClr>
                <a:schemeClr val="accent3"/>
              </a:buClr>
              <a:buFont typeface="Georgia"/>
              <a:buNone/>
              <a:defRPr/>
            </a:pPr>
            <a:r>
              <a:rPr lang="zh-CN" altLang="en-US" b="1" dirty="0">
                <a:solidFill>
                  <a:schemeClr val="tx2"/>
                </a:solidFill>
              </a:rPr>
              <a:t>运行结果：</a:t>
            </a:r>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sizeof</a:t>
            </a:r>
            <a:r>
              <a:rPr lang="en-US" altLang="zh-CN" sz="2400" dirty="0"/>
              <a:t>(short)= 2</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sizeof</a:t>
            </a:r>
            <a:r>
              <a:rPr lang="en-US" altLang="zh-CN" sz="2400" dirty="0"/>
              <a:t>(unsigned short)= 2</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sizeof</a:t>
            </a:r>
            <a:r>
              <a:rPr lang="en-US" altLang="zh-CN" sz="2400" dirty="0"/>
              <a:t>(</a:t>
            </a:r>
            <a:r>
              <a:rPr lang="en-US" altLang="zh-CN" sz="2400" dirty="0" err="1"/>
              <a:t>int</a:t>
            </a:r>
            <a:r>
              <a:rPr lang="en-US" altLang="zh-CN" sz="2400" dirty="0"/>
              <a:t>)= 4</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sizeof</a:t>
            </a:r>
            <a:r>
              <a:rPr lang="en-US" altLang="zh-CN" sz="2400" dirty="0"/>
              <a:t>(unsigned </a:t>
            </a:r>
            <a:r>
              <a:rPr lang="en-US" altLang="zh-CN" sz="2400" dirty="0" err="1"/>
              <a:t>int</a:t>
            </a:r>
            <a:r>
              <a:rPr lang="en-US" altLang="zh-CN" sz="2400" dirty="0"/>
              <a:t>)= 4</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sizeof</a:t>
            </a:r>
            <a:r>
              <a:rPr lang="en-US" altLang="zh-CN" sz="2400" dirty="0"/>
              <a:t>(long)= 4</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sizeof</a:t>
            </a:r>
            <a:r>
              <a:rPr lang="en-US" altLang="zh-CN" sz="2400" dirty="0"/>
              <a:t>(unsigned long)= 4</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sizeof</a:t>
            </a:r>
            <a:r>
              <a:rPr lang="en-US" altLang="zh-CN" sz="2400" dirty="0"/>
              <a:t>(float)= 4</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sizeof</a:t>
            </a:r>
            <a:r>
              <a:rPr lang="en-US" altLang="zh-CN" sz="2400" dirty="0"/>
              <a:t>(double)= 8</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sizeof</a:t>
            </a:r>
            <a:r>
              <a:rPr lang="en-US" altLang="zh-CN" sz="2400" dirty="0"/>
              <a:t>(long double)= 8</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sizeof</a:t>
            </a:r>
            <a:r>
              <a:rPr lang="en-US" altLang="zh-CN" sz="2400" dirty="0"/>
              <a:t>(char)= 1</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err="1"/>
          </a:p>
          <a:p>
            <a:pPr marL="365760" indent="-256032" eaLnBrk="1" fontAlgn="auto" hangingPunct="1">
              <a:spcAft>
                <a:spcPts val="0"/>
              </a:spcAft>
              <a:buClr>
                <a:schemeClr val="accent3"/>
              </a:buClr>
              <a:buFont typeface="Georgia" panose="02040502050405020303" pitchFamily="18" charset="0"/>
              <a:buNone/>
              <a:defRPr/>
            </a:pPr>
            <a:endParaRPr lang="zh-CN" altLang="en-US" sz="2400" dirty="0" err="1"/>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p:txBody>
      </p:sp>
      <p:sp>
        <p:nvSpPr>
          <p:cNvPr id="115715" name="标题 8">
            <a:extLst>
              <a:ext uri="{FF2B5EF4-FFF2-40B4-BE49-F238E27FC236}">
                <a16:creationId xmlns:a16="http://schemas.microsoft.com/office/drawing/2014/main" id="{916C3CA7-18C4-72F1-484D-EDED7C0D89EB}"/>
              </a:ext>
            </a:extLst>
          </p:cNvPr>
          <p:cNvSpPr>
            <a:spLocks noGrp="1"/>
          </p:cNvSpPr>
          <p:nvPr>
            <p:ph type="title"/>
          </p:nvPr>
        </p:nvSpPr>
        <p:spPr/>
        <p:txBody>
          <a:bodyPr/>
          <a:lstStyle/>
          <a:p>
            <a:pPr eaLnBrk="1" hangingPunct="1"/>
            <a:r>
              <a:rPr lang="zh-CN" altLang="en-US"/>
              <a:t>补充</a:t>
            </a:r>
            <a:r>
              <a:rPr lang="en-US" altLang="zh-CN"/>
              <a:t>2-13</a:t>
            </a:r>
            <a:r>
              <a:rPr lang="zh-CN" altLang="en-US"/>
              <a:t>（续）</a:t>
            </a:r>
          </a:p>
        </p:txBody>
      </p:sp>
      <p:sp>
        <p:nvSpPr>
          <p:cNvPr id="115716" name="灯片编号占位符 5">
            <a:extLst>
              <a:ext uri="{FF2B5EF4-FFF2-40B4-BE49-F238E27FC236}">
                <a16:creationId xmlns:a16="http://schemas.microsoft.com/office/drawing/2014/main" id="{072BC803-9216-AC23-C4AB-20F8724F8F3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E66A6A8-5115-418E-85DA-2599D2F8980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71</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a:extLst>
              <a:ext uri="{FF2B5EF4-FFF2-40B4-BE49-F238E27FC236}">
                <a16:creationId xmlns:a16="http://schemas.microsoft.com/office/drawing/2014/main" id="{189F0EF1-BF63-787F-373E-233A6E9B6B08}"/>
              </a:ext>
            </a:extLst>
          </p:cNvPr>
          <p:cNvSpPr>
            <a:spLocks noGrp="1"/>
          </p:cNvSpPr>
          <p:nvPr>
            <p:ph type="title"/>
          </p:nvPr>
        </p:nvSpPr>
        <p:spPr/>
        <p:txBody>
          <a:bodyPr/>
          <a:lstStyle/>
          <a:p>
            <a:pPr eaLnBrk="1" hangingPunct="1"/>
            <a:r>
              <a:rPr lang="zh-CN" altLang="en-US">
                <a:latin typeface="隶书" panose="02010509060101010101" pitchFamily="49" charset="-122"/>
              </a:rPr>
              <a:t>位运算</a:t>
            </a:r>
            <a:r>
              <a:rPr lang="en-US" altLang="zh-CN"/>
              <a:t>——</a:t>
            </a:r>
            <a:r>
              <a:rPr lang="zh-CN" altLang="en-US">
                <a:latin typeface="隶书" panose="02010509060101010101" pitchFamily="49" charset="-122"/>
              </a:rPr>
              <a:t>按位与（</a:t>
            </a:r>
            <a:r>
              <a:rPr lang="en-US" altLang="zh-CN">
                <a:latin typeface="隶书" panose="02010509060101010101" pitchFamily="49" charset="-122"/>
              </a:rPr>
              <a:t>&amp;</a:t>
            </a:r>
            <a:r>
              <a:rPr lang="zh-CN" altLang="en-US">
                <a:latin typeface="隶书" panose="02010509060101010101" pitchFamily="49" charset="-122"/>
              </a:rPr>
              <a:t>）</a:t>
            </a:r>
            <a:endParaRPr lang="zh-CN" altLang="en-US"/>
          </a:p>
        </p:txBody>
      </p:sp>
      <p:sp>
        <p:nvSpPr>
          <p:cNvPr id="3" name="内容占位符 2">
            <a:extLst>
              <a:ext uri="{FF2B5EF4-FFF2-40B4-BE49-F238E27FC236}">
                <a16:creationId xmlns:a16="http://schemas.microsoft.com/office/drawing/2014/main" id="{6A4746A7-764B-CFE0-6663-E2644C07169D}"/>
              </a:ext>
            </a:extLst>
          </p:cNvPr>
          <p:cNvSpPr>
            <a:spLocks noGrp="1"/>
          </p:cNvSpPr>
          <p:nvPr>
            <p:ph idx="1"/>
          </p:nvPr>
        </p:nvSpPr>
        <p:spPr>
          <a:xfrm>
            <a:off x="457200" y="1785938"/>
            <a:ext cx="8229600" cy="4929187"/>
          </a:xfrm>
        </p:spPr>
        <p:txBody>
          <a:bodyPr>
            <a:normAutofit fontScale="92500" lnSpcReduction="10000"/>
          </a:bodyPr>
          <a:lstStyle/>
          <a:p>
            <a:pPr marL="365760" indent="-256032" defTabSz="762000" eaLnBrk="1" fontAlgn="auto" hangingPunct="1">
              <a:lnSpc>
                <a:spcPct val="110000"/>
              </a:lnSpc>
              <a:spcAft>
                <a:spcPts val="0"/>
              </a:spcAft>
              <a:buClr>
                <a:schemeClr val="accent3"/>
              </a:buClr>
              <a:buFont typeface="Georgia"/>
              <a:buChar char="•"/>
              <a:defRPr/>
            </a:pPr>
            <a:r>
              <a:rPr lang="zh-CN" altLang="en-US" dirty="0">
                <a:latin typeface="宋体" pitchFamily="2" charset="-122"/>
              </a:rPr>
              <a:t>运算规则</a:t>
            </a:r>
          </a:p>
          <a:p>
            <a:pPr marL="658368" lvl="1" indent="-246888" defTabSz="762000" eaLnBrk="1" fontAlgn="auto" hangingPunct="1">
              <a:lnSpc>
                <a:spcPct val="110000"/>
              </a:lnSpc>
              <a:spcAft>
                <a:spcPts val="0"/>
              </a:spcAft>
              <a:buFont typeface="Georgia"/>
              <a:buChar char="▫"/>
              <a:defRPr/>
            </a:pPr>
            <a:r>
              <a:rPr lang="zh-CN" altLang="en-US" dirty="0">
                <a:latin typeface="宋体" pitchFamily="2" charset="-122"/>
              </a:rPr>
              <a:t>将两个运算量的每一个位进行逻辑</a:t>
            </a:r>
            <a:r>
              <a:rPr lang="zh-CN" altLang="en-US" dirty="0">
                <a:solidFill>
                  <a:srgbClr val="C00000"/>
                </a:solidFill>
                <a:latin typeface="宋体" pitchFamily="2" charset="-122"/>
              </a:rPr>
              <a:t>与</a:t>
            </a:r>
            <a:r>
              <a:rPr lang="zh-CN" altLang="en-US" dirty="0">
                <a:latin typeface="宋体" pitchFamily="2" charset="-122"/>
              </a:rPr>
              <a:t>操作</a:t>
            </a:r>
          </a:p>
          <a:p>
            <a:pPr marL="365760" indent="-256032" defTabSz="762000" eaLnBrk="1" fontAlgn="auto" hangingPunct="1">
              <a:lnSpc>
                <a:spcPct val="110000"/>
              </a:lnSpc>
              <a:spcAft>
                <a:spcPts val="0"/>
              </a:spcAft>
              <a:buClr>
                <a:schemeClr val="accent3"/>
              </a:buClr>
              <a:buFont typeface="Georgia"/>
              <a:buChar char="•"/>
              <a:defRPr/>
            </a:pPr>
            <a:r>
              <a:rPr lang="zh-CN" altLang="en-US" dirty="0">
                <a:latin typeface="宋体" pitchFamily="2" charset="-122"/>
              </a:rPr>
              <a:t>举例：计算 </a:t>
            </a:r>
            <a:r>
              <a:rPr lang="en-US" altLang="zh-CN" dirty="0">
                <a:latin typeface="宋体" pitchFamily="2" charset="-122"/>
              </a:rPr>
              <a:t>3 &amp; 5</a:t>
            </a:r>
          </a:p>
          <a:p>
            <a:pPr marL="658368" lvl="1" indent="-246888" defTabSz="762000" eaLnBrk="1" fontAlgn="auto" hangingPunct="1">
              <a:lnSpc>
                <a:spcPct val="110000"/>
              </a:lnSpc>
              <a:spcAft>
                <a:spcPts val="0"/>
              </a:spcAft>
              <a:buFont typeface="Georgia"/>
              <a:buNone/>
              <a:defRPr/>
            </a:pPr>
            <a:r>
              <a:rPr lang="en-US" altLang="zh-CN" dirty="0">
                <a:latin typeface="宋体" pitchFamily="2" charset="-122"/>
              </a:rPr>
              <a:t>    3</a:t>
            </a:r>
            <a:r>
              <a:rPr lang="zh-CN" altLang="en-US" dirty="0">
                <a:latin typeface="宋体" pitchFamily="2" charset="-122"/>
              </a:rPr>
              <a:t>：    </a:t>
            </a:r>
            <a:r>
              <a:rPr lang="en-US" altLang="zh-CN" dirty="0">
                <a:latin typeface="宋体" pitchFamily="2" charset="-122"/>
              </a:rPr>
              <a:t>0 0 0 0 0 0 1 1</a:t>
            </a:r>
          </a:p>
          <a:p>
            <a:pPr marL="658368" lvl="1" indent="-246888" defTabSz="762000" eaLnBrk="1" fontAlgn="auto" hangingPunct="1">
              <a:lnSpc>
                <a:spcPct val="110000"/>
              </a:lnSpc>
              <a:spcAft>
                <a:spcPts val="0"/>
              </a:spcAft>
              <a:buFont typeface="Georgia"/>
              <a:buNone/>
              <a:defRPr/>
            </a:pPr>
            <a:r>
              <a:rPr lang="en-US" altLang="zh-CN" dirty="0">
                <a:latin typeface="宋体" pitchFamily="2" charset="-122"/>
              </a:rPr>
              <a:t>    5</a:t>
            </a:r>
            <a:r>
              <a:rPr lang="zh-CN" altLang="en-US" dirty="0">
                <a:latin typeface="宋体" pitchFamily="2" charset="-122"/>
              </a:rPr>
              <a:t>：</a:t>
            </a:r>
            <a:r>
              <a:rPr lang="en-US" altLang="zh-CN" u="sng" dirty="0">
                <a:latin typeface="宋体" pitchFamily="2" charset="-122"/>
              </a:rPr>
              <a:t>(&amp;) 0 0 0 0 0 1 0 1</a:t>
            </a:r>
          </a:p>
          <a:p>
            <a:pPr marL="658368" lvl="1" indent="-246888" defTabSz="762000" eaLnBrk="1" fontAlgn="auto" hangingPunct="1">
              <a:lnSpc>
                <a:spcPct val="110000"/>
              </a:lnSpc>
              <a:spcAft>
                <a:spcPts val="0"/>
              </a:spcAft>
              <a:buFont typeface="Georgia"/>
              <a:buNone/>
              <a:defRPr/>
            </a:pPr>
            <a:r>
              <a:rPr lang="en-US" altLang="zh-CN" dirty="0">
                <a:latin typeface="宋体" pitchFamily="2" charset="-122"/>
              </a:rPr>
              <a:t>3 &amp; 5:     0 0 0 0 0 0 0 1</a:t>
            </a:r>
          </a:p>
          <a:p>
            <a:pPr marL="365760" indent="-256032" defTabSz="762000" eaLnBrk="1" fontAlgn="auto" hangingPunct="1">
              <a:lnSpc>
                <a:spcPct val="110000"/>
              </a:lnSpc>
              <a:spcAft>
                <a:spcPts val="0"/>
              </a:spcAft>
              <a:buClr>
                <a:schemeClr val="accent3"/>
              </a:buClr>
              <a:buFont typeface="Georgia"/>
              <a:buChar char="•"/>
              <a:defRPr/>
            </a:pPr>
            <a:r>
              <a:rPr lang="zh-CN" altLang="en-US" dirty="0">
                <a:latin typeface="宋体" pitchFamily="2" charset="-122"/>
              </a:rPr>
              <a:t>用途：</a:t>
            </a:r>
          </a:p>
          <a:p>
            <a:pPr marL="658368" lvl="1" indent="-246888" defTabSz="762000" eaLnBrk="1" fontAlgn="auto" hangingPunct="1">
              <a:lnSpc>
                <a:spcPct val="110000"/>
              </a:lnSpc>
              <a:spcAft>
                <a:spcPts val="0"/>
              </a:spcAft>
              <a:buFont typeface="Georgia"/>
              <a:buChar char="▫"/>
              <a:defRPr/>
            </a:pPr>
            <a:r>
              <a:rPr lang="zh-CN" altLang="en-US" dirty="0"/>
              <a:t>将某一位置</a:t>
            </a:r>
            <a:r>
              <a:rPr lang="en-US" altLang="zh-CN" dirty="0"/>
              <a:t>0</a:t>
            </a:r>
            <a:r>
              <a:rPr lang="zh-CN" altLang="en-US" dirty="0"/>
              <a:t>，其他位不变。例如：</a:t>
            </a:r>
            <a:br>
              <a:rPr lang="zh-CN" altLang="en-US" dirty="0"/>
            </a:br>
            <a:r>
              <a:rPr lang="zh-CN" altLang="en-US" dirty="0"/>
              <a:t>将</a:t>
            </a:r>
            <a:r>
              <a:rPr lang="en-US" altLang="zh-CN" dirty="0">
                <a:solidFill>
                  <a:srgbClr val="C00000"/>
                </a:solidFill>
              </a:rPr>
              <a:t>char</a:t>
            </a:r>
            <a:r>
              <a:rPr lang="zh-CN" altLang="en-US" dirty="0"/>
              <a:t>型变量</a:t>
            </a:r>
            <a:r>
              <a:rPr lang="en-US" altLang="zh-CN" dirty="0">
                <a:solidFill>
                  <a:srgbClr val="C00000"/>
                </a:solidFill>
              </a:rPr>
              <a:t>a</a:t>
            </a:r>
            <a:r>
              <a:rPr lang="zh-CN" altLang="en-US" dirty="0"/>
              <a:t>的最低位置</a:t>
            </a:r>
            <a:r>
              <a:rPr lang="en-US" altLang="zh-CN" dirty="0">
                <a:solidFill>
                  <a:srgbClr val="C00000"/>
                </a:solidFill>
              </a:rPr>
              <a:t>0: a = a &amp; 0xfe</a:t>
            </a:r>
            <a:r>
              <a:rPr lang="en-US" altLang="zh-CN" dirty="0"/>
              <a:t>;</a:t>
            </a:r>
          </a:p>
          <a:p>
            <a:pPr marL="658368" lvl="1" indent="-246888" defTabSz="762000" eaLnBrk="1" fontAlgn="auto" hangingPunct="1">
              <a:lnSpc>
                <a:spcPct val="110000"/>
              </a:lnSpc>
              <a:spcAft>
                <a:spcPts val="0"/>
              </a:spcAft>
              <a:buFont typeface="Georgia"/>
              <a:buChar char="▫"/>
              <a:defRPr/>
            </a:pPr>
            <a:r>
              <a:rPr lang="zh-CN" altLang="en-US" dirty="0"/>
              <a:t>取指定位。</a:t>
            </a:r>
            <a:br>
              <a:rPr lang="zh-CN" altLang="en-US" dirty="0"/>
            </a:br>
            <a:r>
              <a:rPr lang="zh-CN" altLang="en-US" dirty="0"/>
              <a:t>例如：有</a:t>
            </a:r>
            <a:r>
              <a:rPr lang="en-US" altLang="zh-CN" dirty="0">
                <a:solidFill>
                  <a:srgbClr val="C00000"/>
                </a:solidFill>
              </a:rPr>
              <a:t>char c; </a:t>
            </a:r>
            <a:r>
              <a:rPr lang="en-US" altLang="zh-CN" dirty="0" err="1">
                <a:solidFill>
                  <a:srgbClr val="C00000"/>
                </a:solidFill>
              </a:rPr>
              <a:t>int</a:t>
            </a:r>
            <a:r>
              <a:rPr lang="en-US" altLang="zh-CN" dirty="0">
                <a:solidFill>
                  <a:srgbClr val="C00000"/>
                </a:solidFill>
              </a:rPr>
              <a:t> a; </a:t>
            </a:r>
            <a:br>
              <a:rPr lang="en-US" altLang="zh-CN" dirty="0">
                <a:solidFill>
                  <a:srgbClr val="FFFF66"/>
                </a:solidFill>
              </a:rPr>
            </a:br>
            <a:r>
              <a:rPr lang="zh-CN" altLang="en-US" dirty="0"/>
              <a:t>取出</a:t>
            </a:r>
            <a:r>
              <a:rPr lang="en-US" altLang="zh-CN" dirty="0">
                <a:solidFill>
                  <a:srgbClr val="C00000"/>
                </a:solidFill>
              </a:rPr>
              <a:t>a</a:t>
            </a:r>
            <a:r>
              <a:rPr lang="zh-CN" altLang="en-US" dirty="0"/>
              <a:t>的低字节，置于</a:t>
            </a:r>
            <a:r>
              <a:rPr lang="en-US" altLang="zh-CN" dirty="0">
                <a:solidFill>
                  <a:srgbClr val="C00000"/>
                </a:solidFill>
              </a:rPr>
              <a:t>c</a:t>
            </a:r>
            <a:r>
              <a:rPr lang="zh-CN" altLang="en-US" dirty="0"/>
              <a:t>中：</a:t>
            </a:r>
            <a:r>
              <a:rPr lang="en-US" altLang="zh-CN" dirty="0">
                <a:solidFill>
                  <a:srgbClr val="C00000"/>
                </a:solidFill>
              </a:rPr>
              <a:t>c=a &amp; 0xff;</a:t>
            </a:r>
          </a:p>
        </p:txBody>
      </p:sp>
      <p:sp>
        <p:nvSpPr>
          <p:cNvPr id="117764" name="灯片编号占位符 3">
            <a:extLst>
              <a:ext uri="{FF2B5EF4-FFF2-40B4-BE49-F238E27FC236}">
                <a16:creationId xmlns:a16="http://schemas.microsoft.com/office/drawing/2014/main" id="{749EC953-1A02-B451-8FD3-07C4FC754DA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BEDAE67-E6D2-41F6-8D2D-A270580BD10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4E19147-9DD1-3011-D460-6D7B5474C7A9}"/>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D492C5F9-C900-1153-7C9C-F01CC599A54E}"/>
              </a:ext>
            </a:extLst>
          </p:cNvPr>
          <p:cNvSpPr>
            <a:spLocks noGrp="1"/>
          </p:cNvSpPr>
          <p:nvPr>
            <p:ph type="title"/>
          </p:nvPr>
        </p:nvSpPr>
        <p:spPr/>
        <p:txBody>
          <a:bodyPr/>
          <a:lstStyle/>
          <a:p>
            <a:pPr eaLnBrk="1" hangingPunct="1"/>
            <a:r>
              <a:rPr lang="zh-CN" altLang="en-US">
                <a:latin typeface="隶书" panose="02010509060101010101" pitchFamily="49" charset="-122"/>
              </a:rPr>
              <a:t>位运算</a:t>
            </a:r>
            <a:r>
              <a:rPr lang="en-US" altLang="zh-CN"/>
              <a:t>——</a:t>
            </a:r>
            <a:r>
              <a:rPr lang="zh-CN" altLang="en-US">
                <a:latin typeface="隶书" panose="02010509060101010101" pitchFamily="49" charset="-122"/>
              </a:rPr>
              <a:t>按位或（</a:t>
            </a:r>
            <a:r>
              <a:rPr lang="en-US" altLang="zh-CN">
                <a:latin typeface="隶书" panose="02010509060101010101" pitchFamily="49" charset="-122"/>
              </a:rPr>
              <a:t>|</a:t>
            </a:r>
            <a:r>
              <a:rPr lang="zh-CN" altLang="en-US">
                <a:latin typeface="隶书" panose="02010509060101010101" pitchFamily="49" charset="-122"/>
              </a:rPr>
              <a:t>）</a:t>
            </a:r>
            <a:endParaRPr lang="zh-CN" altLang="en-US"/>
          </a:p>
        </p:txBody>
      </p:sp>
      <p:sp>
        <p:nvSpPr>
          <p:cNvPr id="118787" name="内容占位符 2">
            <a:extLst>
              <a:ext uri="{FF2B5EF4-FFF2-40B4-BE49-F238E27FC236}">
                <a16:creationId xmlns:a16="http://schemas.microsoft.com/office/drawing/2014/main" id="{15E77444-19D8-B36A-4DE4-EB366537DF14}"/>
              </a:ext>
            </a:extLst>
          </p:cNvPr>
          <p:cNvSpPr>
            <a:spLocks noGrp="1"/>
          </p:cNvSpPr>
          <p:nvPr>
            <p:ph idx="1"/>
          </p:nvPr>
        </p:nvSpPr>
        <p:spPr>
          <a:xfrm>
            <a:off x="457200" y="1785938"/>
            <a:ext cx="8229600" cy="4929187"/>
          </a:xfrm>
        </p:spPr>
        <p:txBody>
          <a:bodyPr/>
          <a:lstStyle/>
          <a:p>
            <a:pPr eaLnBrk="1" hangingPunct="1"/>
            <a:r>
              <a:rPr lang="zh-CN" altLang="en-US">
                <a:latin typeface="宋体" panose="02010600030101010101" pitchFamily="2" charset="-122"/>
              </a:rPr>
              <a:t>运算规则</a:t>
            </a:r>
          </a:p>
          <a:p>
            <a:pPr lvl="1" eaLnBrk="1" hangingPunct="1"/>
            <a:r>
              <a:rPr lang="zh-CN" altLang="en-US">
                <a:latin typeface="宋体" panose="02010600030101010101" pitchFamily="2" charset="-122"/>
              </a:rPr>
              <a:t>将两个运算量的每一个位进行逻辑</a:t>
            </a:r>
            <a:r>
              <a:rPr lang="zh-CN" altLang="en-US">
                <a:solidFill>
                  <a:srgbClr val="C00000"/>
                </a:solidFill>
                <a:latin typeface="宋体" panose="02010600030101010101" pitchFamily="2" charset="-122"/>
              </a:rPr>
              <a:t>或</a:t>
            </a:r>
            <a:r>
              <a:rPr lang="zh-CN" altLang="en-US">
                <a:latin typeface="宋体" panose="02010600030101010101" pitchFamily="2" charset="-122"/>
              </a:rPr>
              <a:t>操作</a:t>
            </a:r>
          </a:p>
          <a:p>
            <a:pPr eaLnBrk="1" hangingPunct="1"/>
            <a:r>
              <a:rPr lang="zh-CN" altLang="en-US">
                <a:latin typeface="宋体" panose="02010600030101010101" pitchFamily="2" charset="-122"/>
              </a:rPr>
              <a:t>举例：计算 </a:t>
            </a:r>
            <a:r>
              <a:rPr lang="en-US" altLang="zh-CN">
                <a:latin typeface="宋体" panose="02010600030101010101" pitchFamily="2" charset="-122"/>
              </a:rPr>
              <a:t>3 | 5</a:t>
            </a:r>
          </a:p>
          <a:p>
            <a:pPr lvl="1" eaLnBrk="1" hangingPunct="1">
              <a:buFont typeface="Georgia" panose="02040502050405020303" pitchFamily="18" charset="0"/>
              <a:buNone/>
            </a:pPr>
            <a:r>
              <a:rPr lang="en-US" altLang="zh-CN">
                <a:latin typeface="宋体" panose="02010600030101010101" pitchFamily="2" charset="-122"/>
              </a:rPr>
              <a:t>    3</a:t>
            </a:r>
            <a:r>
              <a:rPr lang="zh-CN" altLang="en-US">
                <a:latin typeface="宋体" panose="02010600030101010101" pitchFamily="2" charset="-122"/>
              </a:rPr>
              <a:t>：    </a:t>
            </a:r>
            <a:r>
              <a:rPr lang="en-US" altLang="zh-CN">
                <a:latin typeface="宋体" panose="02010600030101010101" pitchFamily="2" charset="-122"/>
              </a:rPr>
              <a:t>0 0 0 0 0 0 1 1</a:t>
            </a:r>
          </a:p>
          <a:p>
            <a:pPr lvl="1" eaLnBrk="1" hangingPunct="1">
              <a:buFont typeface="Georgia" panose="02040502050405020303" pitchFamily="18" charset="0"/>
              <a:buNone/>
            </a:pPr>
            <a:r>
              <a:rPr lang="en-US" altLang="zh-CN">
                <a:latin typeface="宋体" panose="02010600030101010101" pitchFamily="2" charset="-122"/>
              </a:rPr>
              <a:t>    5</a:t>
            </a:r>
            <a:r>
              <a:rPr lang="zh-CN" altLang="en-US">
                <a:latin typeface="宋体" panose="02010600030101010101" pitchFamily="2" charset="-122"/>
              </a:rPr>
              <a:t>：</a:t>
            </a:r>
            <a:r>
              <a:rPr lang="en-US" altLang="zh-CN" u="sng">
                <a:latin typeface="宋体" panose="02010600030101010101" pitchFamily="2" charset="-122"/>
              </a:rPr>
              <a:t>(|) 0 0 0 0 0 1 0 1</a:t>
            </a:r>
          </a:p>
          <a:p>
            <a:pPr lvl="1" eaLnBrk="1" hangingPunct="1">
              <a:buFont typeface="Georgia" panose="02040502050405020303" pitchFamily="18" charset="0"/>
              <a:buNone/>
            </a:pPr>
            <a:r>
              <a:rPr lang="en-US" altLang="zh-CN">
                <a:latin typeface="宋体" panose="02010600030101010101" pitchFamily="2" charset="-122"/>
              </a:rPr>
              <a:t>3 | 5:     0 0 0 0 0 1 1 1</a:t>
            </a:r>
          </a:p>
          <a:p>
            <a:pPr eaLnBrk="1" hangingPunct="1"/>
            <a:r>
              <a:rPr lang="zh-CN" altLang="en-US">
                <a:latin typeface="宋体" panose="02010600030101010101" pitchFamily="2" charset="-122"/>
              </a:rPr>
              <a:t>用途：</a:t>
            </a:r>
          </a:p>
          <a:p>
            <a:pPr lvl="1" eaLnBrk="1" hangingPunct="1">
              <a:lnSpc>
                <a:spcPct val="90000"/>
              </a:lnSpc>
            </a:pPr>
            <a:r>
              <a:rPr lang="zh-CN" altLang="en-US">
                <a:latin typeface="宋体" panose="02010600030101010101" pitchFamily="2" charset="-122"/>
              </a:rPr>
              <a:t>将某些位置</a:t>
            </a:r>
            <a:r>
              <a:rPr lang="en-US" altLang="zh-CN">
                <a:latin typeface="宋体" panose="02010600030101010101" pitchFamily="2" charset="-122"/>
              </a:rPr>
              <a:t>1</a:t>
            </a:r>
            <a:r>
              <a:rPr lang="zh-CN" altLang="en-US">
                <a:latin typeface="宋体" panose="02010600030101010101" pitchFamily="2" charset="-122"/>
              </a:rPr>
              <a:t>，其他位不变。</a:t>
            </a:r>
            <a:br>
              <a:rPr lang="zh-CN" altLang="en-US">
                <a:latin typeface="宋体" panose="02010600030101010101" pitchFamily="2" charset="-122"/>
              </a:rPr>
            </a:br>
            <a:r>
              <a:rPr lang="zh-CN" altLang="en-US">
                <a:latin typeface="宋体" panose="02010600030101010101" pitchFamily="2" charset="-122"/>
              </a:rPr>
              <a:t>例如：</a:t>
            </a:r>
            <a:r>
              <a:rPr lang="zh-CN" altLang="en-US"/>
              <a:t>将 </a:t>
            </a:r>
            <a:r>
              <a:rPr lang="en-US" altLang="zh-CN">
                <a:solidFill>
                  <a:srgbClr val="C00000"/>
                </a:solidFill>
              </a:rPr>
              <a:t>int </a:t>
            </a:r>
            <a:r>
              <a:rPr lang="zh-CN" altLang="en-US"/>
              <a:t>型变量 </a:t>
            </a:r>
            <a:r>
              <a:rPr lang="en-US" altLang="zh-CN">
                <a:solidFill>
                  <a:srgbClr val="C00000"/>
                </a:solidFill>
              </a:rPr>
              <a:t>a</a:t>
            </a:r>
            <a:r>
              <a:rPr lang="en-US" altLang="zh-CN"/>
              <a:t> </a:t>
            </a:r>
            <a:r>
              <a:rPr lang="zh-CN" altLang="en-US"/>
              <a:t>的低字节置</a:t>
            </a:r>
            <a:r>
              <a:rPr lang="zh-CN" altLang="en-US">
                <a:solidFill>
                  <a:srgbClr val="FFFF66"/>
                </a:solidFill>
              </a:rPr>
              <a:t> </a:t>
            </a:r>
            <a:r>
              <a:rPr lang="en-US" altLang="zh-CN">
                <a:solidFill>
                  <a:srgbClr val="C00000"/>
                </a:solidFill>
              </a:rPr>
              <a:t>1 </a:t>
            </a:r>
            <a:r>
              <a:rPr lang="zh-CN" altLang="en-US"/>
              <a:t>：</a:t>
            </a:r>
            <a:br>
              <a:rPr lang="zh-CN" altLang="en-US"/>
            </a:br>
            <a:r>
              <a:rPr lang="zh-CN" altLang="en-US"/>
              <a:t>         </a:t>
            </a:r>
            <a:r>
              <a:rPr lang="en-US" altLang="zh-CN">
                <a:solidFill>
                  <a:srgbClr val="C00000"/>
                </a:solidFill>
              </a:rPr>
              <a:t>a = a | 0xff</a:t>
            </a:r>
            <a:r>
              <a:rPr lang="en-US" altLang="zh-CN"/>
              <a:t>;</a:t>
            </a:r>
          </a:p>
        </p:txBody>
      </p:sp>
      <p:sp>
        <p:nvSpPr>
          <p:cNvPr id="118788" name="灯片编号占位符 3">
            <a:extLst>
              <a:ext uri="{FF2B5EF4-FFF2-40B4-BE49-F238E27FC236}">
                <a16:creationId xmlns:a16="http://schemas.microsoft.com/office/drawing/2014/main" id="{F00CF834-AB5F-FF43-2881-3142ABDEFB3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E513D57-4002-408B-8471-C16A05CC746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183D287-90BF-6B79-FB5E-84E374ECFDBE}"/>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753140B6-744C-B550-A707-DE153E8B8E4B}"/>
              </a:ext>
            </a:extLst>
          </p:cNvPr>
          <p:cNvSpPr>
            <a:spLocks noGrp="1"/>
          </p:cNvSpPr>
          <p:nvPr>
            <p:ph type="title"/>
          </p:nvPr>
        </p:nvSpPr>
        <p:spPr/>
        <p:txBody>
          <a:bodyPr/>
          <a:lstStyle/>
          <a:p>
            <a:pPr eaLnBrk="1" hangingPunct="1"/>
            <a:r>
              <a:rPr lang="zh-CN" altLang="en-US">
                <a:latin typeface="隶书" panose="02010509060101010101" pitchFamily="49" charset="-122"/>
              </a:rPr>
              <a:t>位运算</a:t>
            </a:r>
            <a:r>
              <a:rPr lang="en-US" altLang="zh-CN"/>
              <a:t>——</a:t>
            </a:r>
            <a:r>
              <a:rPr lang="zh-CN" altLang="en-US">
                <a:latin typeface="隶书" panose="02010509060101010101" pitchFamily="49" charset="-122"/>
              </a:rPr>
              <a:t>按位异或（</a:t>
            </a:r>
            <a:r>
              <a:rPr lang="en-US" altLang="zh-CN">
                <a:latin typeface="隶书" panose="02010509060101010101" pitchFamily="49" charset="-122"/>
              </a:rPr>
              <a:t>^</a:t>
            </a:r>
            <a:r>
              <a:rPr lang="zh-CN" altLang="en-US">
                <a:latin typeface="隶书" panose="02010509060101010101" pitchFamily="49" charset="-122"/>
              </a:rPr>
              <a:t>）</a:t>
            </a:r>
            <a:endParaRPr lang="zh-CN" altLang="en-US"/>
          </a:p>
        </p:txBody>
      </p:sp>
      <p:sp>
        <p:nvSpPr>
          <p:cNvPr id="119811" name="内容占位符 2">
            <a:extLst>
              <a:ext uri="{FF2B5EF4-FFF2-40B4-BE49-F238E27FC236}">
                <a16:creationId xmlns:a16="http://schemas.microsoft.com/office/drawing/2014/main" id="{B69DAEFB-524D-50B1-8A64-77EA386B8A5F}"/>
              </a:ext>
            </a:extLst>
          </p:cNvPr>
          <p:cNvSpPr>
            <a:spLocks noGrp="1"/>
          </p:cNvSpPr>
          <p:nvPr>
            <p:ph idx="1"/>
          </p:nvPr>
        </p:nvSpPr>
        <p:spPr>
          <a:xfrm>
            <a:off x="457200" y="1785938"/>
            <a:ext cx="8229600" cy="4929187"/>
          </a:xfrm>
        </p:spPr>
        <p:txBody>
          <a:bodyPr/>
          <a:lstStyle/>
          <a:p>
            <a:pPr defTabSz="762000" eaLnBrk="1" hangingPunct="1">
              <a:lnSpc>
                <a:spcPct val="105000"/>
              </a:lnSpc>
              <a:tabLst>
                <a:tab pos="2286000" algn="l"/>
              </a:tabLst>
            </a:pPr>
            <a:r>
              <a:rPr lang="zh-CN" altLang="en-US">
                <a:latin typeface="宋体" panose="02010600030101010101" pitchFamily="2" charset="-122"/>
              </a:rPr>
              <a:t>运算规则</a:t>
            </a:r>
          </a:p>
          <a:p>
            <a:pPr lvl="1" defTabSz="762000" eaLnBrk="1" hangingPunct="1">
              <a:lnSpc>
                <a:spcPct val="105000"/>
              </a:lnSpc>
              <a:tabLst>
                <a:tab pos="2286000" algn="l"/>
              </a:tabLst>
            </a:pPr>
            <a:r>
              <a:rPr lang="zh-CN" altLang="en-US">
                <a:latin typeface="宋体" panose="02010600030101010101" pitchFamily="2" charset="-122"/>
              </a:rPr>
              <a:t>两个操作数进行异或：</a:t>
            </a:r>
            <a:br>
              <a:rPr lang="zh-CN" altLang="en-US">
                <a:latin typeface="宋体" panose="02010600030101010101" pitchFamily="2" charset="-122"/>
              </a:rPr>
            </a:br>
            <a:r>
              <a:rPr lang="zh-CN" altLang="en-US">
                <a:latin typeface="宋体" panose="02010600030101010101" pitchFamily="2" charset="-122"/>
              </a:rPr>
              <a:t>若对应位</a:t>
            </a:r>
            <a:r>
              <a:rPr lang="zh-CN" altLang="en-US">
                <a:solidFill>
                  <a:srgbClr val="C00000"/>
                </a:solidFill>
                <a:latin typeface="宋体" panose="02010600030101010101" pitchFamily="2" charset="-122"/>
              </a:rPr>
              <a:t>相同</a:t>
            </a:r>
            <a:r>
              <a:rPr lang="zh-CN" altLang="en-US">
                <a:latin typeface="宋体" panose="02010600030101010101" pitchFamily="2" charset="-122"/>
              </a:rPr>
              <a:t>，则结果该位为 </a:t>
            </a:r>
            <a:r>
              <a:rPr lang="en-US" altLang="zh-CN">
                <a:solidFill>
                  <a:srgbClr val="C00000"/>
                </a:solidFill>
                <a:latin typeface="宋体" panose="02010600030101010101" pitchFamily="2" charset="-122"/>
              </a:rPr>
              <a:t>0</a:t>
            </a:r>
            <a:r>
              <a:rPr lang="zh-CN" altLang="en-US">
                <a:latin typeface="宋体" panose="02010600030101010101" pitchFamily="2" charset="-122"/>
              </a:rPr>
              <a:t>，</a:t>
            </a:r>
            <a:br>
              <a:rPr lang="zh-CN" altLang="en-US">
                <a:latin typeface="宋体" panose="02010600030101010101" pitchFamily="2" charset="-122"/>
              </a:rPr>
            </a:br>
            <a:r>
              <a:rPr lang="zh-CN" altLang="en-US">
                <a:latin typeface="宋体" panose="02010600030101010101" pitchFamily="2" charset="-122"/>
              </a:rPr>
              <a:t>若对应位</a:t>
            </a:r>
            <a:r>
              <a:rPr lang="zh-CN" altLang="en-US">
                <a:solidFill>
                  <a:srgbClr val="C00000"/>
                </a:solidFill>
                <a:latin typeface="宋体" panose="02010600030101010101" pitchFamily="2" charset="-122"/>
              </a:rPr>
              <a:t>不同</a:t>
            </a:r>
            <a:r>
              <a:rPr lang="zh-CN" altLang="en-US">
                <a:latin typeface="宋体" panose="02010600030101010101" pitchFamily="2" charset="-122"/>
              </a:rPr>
              <a:t>，则结果该位为 </a:t>
            </a:r>
            <a:r>
              <a:rPr lang="en-US" altLang="zh-CN">
                <a:solidFill>
                  <a:srgbClr val="C00000"/>
                </a:solidFill>
                <a:latin typeface="宋体" panose="02010600030101010101" pitchFamily="2" charset="-122"/>
              </a:rPr>
              <a:t>1</a:t>
            </a:r>
            <a:r>
              <a:rPr lang="zh-CN" altLang="en-US">
                <a:latin typeface="宋体" panose="02010600030101010101" pitchFamily="2" charset="-122"/>
              </a:rPr>
              <a:t>，</a:t>
            </a:r>
          </a:p>
          <a:p>
            <a:pPr defTabSz="762000" eaLnBrk="1" hangingPunct="1">
              <a:lnSpc>
                <a:spcPct val="105000"/>
              </a:lnSpc>
              <a:tabLst>
                <a:tab pos="2286000" algn="l"/>
              </a:tabLst>
            </a:pPr>
            <a:r>
              <a:rPr lang="zh-CN" altLang="en-US">
                <a:latin typeface="宋体" panose="02010600030101010101" pitchFamily="2" charset="-122"/>
              </a:rPr>
              <a:t>举例：计算 </a:t>
            </a:r>
            <a:r>
              <a:rPr lang="en-US" altLang="zh-CN">
                <a:latin typeface="宋体" panose="02010600030101010101" pitchFamily="2" charset="-122"/>
              </a:rPr>
              <a:t>071^052</a:t>
            </a:r>
          </a:p>
          <a:p>
            <a:pPr lvl="1" defTabSz="762000" eaLnBrk="1" hangingPunct="1">
              <a:lnSpc>
                <a:spcPct val="105000"/>
              </a:lnSpc>
              <a:buFont typeface="Georgia" panose="02040502050405020303" pitchFamily="18" charset="0"/>
              <a:buNone/>
              <a:tabLst>
                <a:tab pos="2286000" algn="l"/>
              </a:tabLst>
            </a:pPr>
            <a:r>
              <a:rPr lang="en-US" altLang="zh-CN">
                <a:latin typeface="宋体" panose="02010600030101010101" pitchFamily="2" charset="-122"/>
              </a:rPr>
              <a:t>        071:      0 0 1 1 1 0 0 1</a:t>
            </a:r>
          </a:p>
          <a:p>
            <a:pPr lvl="1" defTabSz="762000" eaLnBrk="1" hangingPunct="1">
              <a:lnSpc>
                <a:spcPct val="105000"/>
              </a:lnSpc>
              <a:buFont typeface="Georgia" panose="02040502050405020303" pitchFamily="18" charset="0"/>
              <a:buNone/>
              <a:tabLst>
                <a:tab pos="2286000" algn="l"/>
              </a:tabLst>
            </a:pPr>
            <a:r>
              <a:rPr lang="en-US" altLang="zh-CN">
                <a:latin typeface="宋体" panose="02010600030101010101" pitchFamily="2" charset="-122"/>
              </a:rPr>
              <a:t>        052</a:t>
            </a:r>
            <a:r>
              <a:rPr lang="zh-CN" altLang="en-US">
                <a:latin typeface="宋体" panose="02010600030101010101" pitchFamily="2" charset="-122"/>
              </a:rPr>
              <a:t>： </a:t>
            </a:r>
            <a:r>
              <a:rPr lang="en-US" altLang="zh-CN" u="sng">
                <a:latin typeface="宋体" panose="02010600030101010101" pitchFamily="2" charset="-122"/>
              </a:rPr>
              <a:t>(^) 0 0 1 0 1 0 1 0</a:t>
            </a:r>
          </a:p>
          <a:p>
            <a:pPr lvl="1" defTabSz="762000" eaLnBrk="1" hangingPunct="1">
              <a:lnSpc>
                <a:spcPct val="105000"/>
              </a:lnSpc>
              <a:buFont typeface="Georgia" panose="02040502050405020303" pitchFamily="18" charset="0"/>
              <a:buNone/>
              <a:tabLst>
                <a:tab pos="2286000" algn="l"/>
              </a:tabLst>
            </a:pPr>
            <a:r>
              <a:rPr lang="en-US" altLang="zh-CN">
                <a:latin typeface="宋体" panose="02010600030101010101" pitchFamily="2" charset="-122"/>
              </a:rPr>
              <a:t>     071^052 : 	  0 0 0 1 0 0 1 1</a:t>
            </a:r>
          </a:p>
        </p:txBody>
      </p:sp>
      <p:sp>
        <p:nvSpPr>
          <p:cNvPr id="119812" name="灯片编号占位符 3">
            <a:extLst>
              <a:ext uri="{FF2B5EF4-FFF2-40B4-BE49-F238E27FC236}">
                <a16:creationId xmlns:a16="http://schemas.microsoft.com/office/drawing/2014/main" id="{992D4515-0A26-591D-75BA-0041ABF7691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A082108-D985-46BD-B71D-677BC49276C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8167BEF-6218-6C7C-379C-B455FE2E4C38}"/>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
            <a:extLst>
              <a:ext uri="{FF2B5EF4-FFF2-40B4-BE49-F238E27FC236}">
                <a16:creationId xmlns:a16="http://schemas.microsoft.com/office/drawing/2014/main" id="{659D420D-4585-59EC-6DC9-6BB216BC1097}"/>
              </a:ext>
            </a:extLst>
          </p:cNvPr>
          <p:cNvSpPr>
            <a:spLocks noGrp="1"/>
          </p:cNvSpPr>
          <p:nvPr>
            <p:ph type="title"/>
          </p:nvPr>
        </p:nvSpPr>
        <p:spPr/>
        <p:txBody>
          <a:bodyPr/>
          <a:lstStyle/>
          <a:p>
            <a:pPr eaLnBrk="1" hangingPunct="1"/>
            <a:r>
              <a:rPr lang="zh-CN" altLang="en-US">
                <a:latin typeface="隶书" panose="02010509060101010101" pitchFamily="49" charset="-122"/>
              </a:rPr>
              <a:t>位运算</a:t>
            </a:r>
            <a:r>
              <a:rPr lang="en-US" altLang="zh-CN"/>
              <a:t>——</a:t>
            </a:r>
            <a:r>
              <a:rPr lang="zh-CN" altLang="en-US">
                <a:latin typeface="隶书" panose="02010509060101010101" pitchFamily="49" charset="-122"/>
              </a:rPr>
              <a:t>按位异或（</a:t>
            </a:r>
            <a:r>
              <a:rPr lang="en-US" altLang="zh-CN">
                <a:latin typeface="隶书" panose="02010509060101010101" pitchFamily="49" charset="-122"/>
              </a:rPr>
              <a:t>^</a:t>
            </a:r>
            <a:r>
              <a:rPr lang="zh-CN" altLang="en-US">
                <a:latin typeface="隶书" panose="02010509060101010101" pitchFamily="49" charset="-122"/>
              </a:rPr>
              <a:t>）（续）</a:t>
            </a:r>
            <a:endParaRPr lang="zh-CN" altLang="en-US"/>
          </a:p>
        </p:txBody>
      </p:sp>
      <p:sp>
        <p:nvSpPr>
          <p:cNvPr id="121859" name="内容占位符 2">
            <a:extLst>
              <a:ext uri="{FF2B5EF4-FFF2-40B4-BE49-F238E27FC236}">
                <a16:creationId xmlns:a16="http://schemas.microsoft.com/office/drawing/2014/main" id="{CC665388-80CA-0C43-784B-2AFEBE21F25E}"/>
              </a:ext>
            </a:extLst>
          </p:cNvPr>
          <p:cNvSpPr>
            <a:spLocks noGrp="1"/>
          </p:cNvSpPr>
          <p:nvPr>
            <p:ph idx="1"/>
          </p:nvPr>
        </p:nvSpPr>
        <p:spPr>
          <a:xfrm>
            <a:off x="457200" y="1785938"/>
            <a:ext cx="8229600" cy="4929187"/>
          </a:xfrm>
        </p:spPr>
        <p:txBody>
          <a:bodyPr/>
          <a:lstStyle/>
          <a:p>
            <a:pPr eaLnBrk="1" hangingPunct="1">
              <a:lnSpc>
                <a:spcPct val="105000"/>
              </a:lnSpc>
            </a:pPr>
            <a:r>
              <a:rPr lang="zh-CN" altLang="en-US">
                <a:latin typeface="宋体" panose="02010600030101010101" pitchFamily="2" charset="-122"/>
              </a:rPr>
              <a:t>用途：</a:t>
            </a:r>
          </a:p>
          <a:p>
            <a:pPr lvl="1" eaLnBrk="1" hangingPunct="1">
              <a:lnSpc>
                <a:spcPct val="105000"/>
              </a:lnSpc>
            </a:pPr>
            <a:r>
              <a:rPr lang="zh-CN" altLang="en-US">
                <a:latin typeface="宋体" panose="02010600030101010101" pitchFamily="2" charset="-122"/>
              </a:rPr>
              <a:t>使特定位翻转（与</a:t>
            </a:r>
            <a:r>
              <a:rPr lang="en-US" altLang="zh-CN">
                <a:latin typeface="宋体" panose="02010600030101010101" pitchFamily="2" charset="-122"/>
              </a:rPr>
              <a:t>0</a:t>
            </a:r>
            <a:r>
              <a:rPr lang="zh-CN" altLang="en-US">
                <a:latin typeface="宋体" panose="02010600030101010101" pitchFamily="2" charset="-122"/>
              </a:rPr>
              <a:t>异或保持原值，与</a:t>
            </a:r>
            <a:r>
              <a:rPr lang="en-US" altLang="zh-CN">
                <a:latin typeface="宋体" panose="02010600030101010101" pitchFamily="2" charset="-122"/>
              </a:rPr>
              <a:t>1</a:t>
            </a:r>
            <a:r>
              <a:rPr lang="zh-CN" altLang="en-US">
                <a:latin typeface="宋体" panose="02010600030101010101" pitchFamily="2" charset="-122"/>
              </a:rPr>
              <a:t>异或取反）</a:t>
            </a:r>
          </a:p>
          <a:p>
            <a:pPr lvl="1" eaLnBrk="1" hangingPunct="1">
              <a:lnSpc>
                <a:spcPct val="105000"/>
              </a:lnSpc>
              <a:buFont typeface="Georgia" panose="02040502050405020303" pitchFamily="18" charset="0"/>
              <a:buNone/>
            </a:pPr>
            <a:r>
              <a:rPr lang="zh-CN" altLang="en-US">
                <a:latin typeface="宋体" panose="02010600030101010101" pitchFamily="2" charset="-122"/>
              </a:rPr>
              <a:t>  例如：要使 </a:t>
            </a:r>
            <a:r>
              <a:rPr lang="en-US" altLang="zh-CN">
                <a:solidFill>
                  <a:srgbClr val="C00000"/>
                </a:solidFill>
                <a:latin typeface="宋体" panose="02010600030101010101" pitchFamily="2" charset="-122"/>
              </a:rPr>
              <a:t>01111010 </a:t>
            </a:r>
            <a:r>
              <a:rPr lang="zh-CN" altLang="en-US">
                <a:latin typeface="宋体" panose="02010600030101010101" pitchFamily="2" charset="-122"/>
              </a:rPr>
              <a:t>低四位翻转：</a:t>
            </a:r>
          </a:p>
          <a:p>
            <a:pPr lvl="1" eaLnBrk="1" hangingPunct="1">
              <a:lnSpc>
                <a:spcPct val="105000"/>
              </a:lnSpc>
              <a:buFont typeface="Georgia" panose="02040502050405020303" pitchFamily="18" charset="0"/>
              <a:buNone/>
            </a:pPr>
            <a:r>
              <a:rPr lang="zh-CN" altLang="en-US">
                <a:latin typeface="宋体" panose="02010600030101010101" pitchFamily="2" charset="-122"/>
              </a:rPr>
              <a:t>	  	</a:t>
            </a:r>
            <a:r>
              <a:rPr lang="en-US" altLang="zh-CN">
                <a:latin typeface="宋体" panose="02010600030101010101" pitchFamily="2" charset="-122"/>
              </a:rPr>
              <a:t>0 1 1 1 1 0 1 0</a:t>
            </a:r>
          </a:p>
          <a:p>
            <a:pPr lvl="1" eaLnBrk="1" hangingPunct="1">
              <a:lnSpc>
                <a:spcPct val="105000"/>
              </a:lnSpc>
              <a:buFont typeface="Georgia" panose="02040502050405020303" pitchFamily="18" charset="0"/>
              <a:buNone/>
            </a:pPr>
            <a:r>
              <a:rPr lang="en-US" altLang="zh-CN">
                <a:latin typeface="宋体" panose="02010600030101010101" pitchFamily="2" charset="-122"/>
              </a:rPr>
              <a:t>    (^)</a:t>
            </a:r>
            <a:r>
              <a:rPr lang="en-US" altLang="zh-CN" u="sng">
                <a:latin typeface="宋体" panose="02010600030101010101" pitchFamily="2" charset="-122"/>
              </a:rPr>
              <a:t>	0 0 0 0 1 1 1 1</a:t>
            </a:r>
          </a:p>
          <a:p>
            <a:pPr lvl="1" eaLnBrk="1" hangingPunct="1">
              <a:lnSpc>
                <a:spcPct val="105000"/>
              </a:lnSpc>
              <a:buFont typeface="Georgia" panose="02040502050405020303" pitchFamily="18" charset="0"/>
              <a:buNone/>
            </a:pPr>
            <a:r>
              <a:rPr lang="en-US" altLang="zh-CN">
                <a:latin typeface="宋体" panose="02010600030101010101" pitchFamily="2" charset="-122"/>
              </a:rPr>
              <a:t>			0 1 1 1 0 1 0 1</a:t>
            </a:r>
          </a:p>
        </p:txBody>
      </p:sp>
      <p:sp>
        <p:nvSpPr>
          <p:cNvPr id="121860" name="灯片编号占位符 3">
            <a:extLst>
              <a:ext uri="{FF2B5EF4-FFF2-40B4-BE49-F238E27FC236}">
                <a16:creationId xmlns:a16="http://schemas.microsoft.com/office/drawing/2014/main" id="{327AABF3-9E51-1948-7DB4-4A00F6D19C0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399E910-D55E-44DA-AF35-76707D4D229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AB7FF422-65D2-A256-F7AB-09C279663A50}"/>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a:extLst>
              <a:ext uri="{FF2B5EF4-FFF2-40B4-BE49-F238E27FC236}">
                <a16:creationId xmlns:a16="http://schemas.microsoft.com/office/drawing/2014/main" id="{024853B3-ACD2-D33E-4054-4B5A4A3CE700}"/>
              </a:ext>
            </a:extLst>
          </p:cNvPr>
          <p:cNvSpPr>
            <a:spLocks noGrp="1"/>
          </p:cNvSpPr>
          <p:nvPr>
            <p:ph type="title"/>
          </p:nvPr>
        </p:nvSpPr>
        <p:spPr/>
        <p:txBody>
          <a:bodyPr/>
          <a:lstStyle/>
          <a:p>
            <a:pPr eaLnBrk="1" hangingPunct="1"/>
            <a:r>
              <a:rPr lang="zh-CN" altLang="en-US">
                <a:latin typeface="隶书" panose="02010509060101010101" pitchFamily="49" charset="-122"/>
              </a:rPr>
              <a:t>位运算</a:t>
            </a:r>
            <a:r>
              <a:rPr lang="en-US" altLang="zh-CN"/>
              <a:t>——</a:t>
            </a:r>
            <a:r>
              <a:rPr lang="zh-CN" altLang="en-US"/>
              <a:t>取反</a:t>
            </a:r>
            <a:r>
              <a:rPr lang="zh-CN" altLang="en-US">
                <a:latin typeface="隶书" panose="02010509060101010101" pitchFamily="49" charset="-122"/>
              </a:rPr>
              <a:t>（</a:t>
            </a:r>
            <a:r>
              <a:rPr lang="en-US" altLang="zh-CN">
                <a:latin typeface="隶书" panose="02010509060101010101" pitchFamily="49" charset="-122"/>
              </a:rPr>
              <a:t>~</a:t>
            </a:r>
            <a:r>
              <a:rPr lang="zh-CN" altLang="en-US">
                <a:latin typeface="隶书" panose="02010509060101010101" pitchFamily="49" charset="-122"/>
              </a:rPr>
              <a:t>）</a:t>
            </a:r>
            <a:endParaRPr lang="zh-CN" altLang="en-US"/>
          </a:p>
        </p:txBody>
      </p:sp>
      <p:sp>
        <p:nvSpPr>
          <p:cNvPr id="122883" name="内容占位符 2">
            <a:extLst>
              <a:ext uri="{FF2B5EF4-FFF2-40B4-BE49-F238E27FC236}">
                <a16:creationId xmlns:a16="http://schemas.microsoft.com/office/drawing/2014/main" id="{A6C3FABF-4330-5948-2067-06B6BCE613C5}"/>
              </a:ext>
            </a:extLst>
          </p:cNvPr>
          <p:cNvSpPr>
            <a:spLocks noGrp="1"/>
          </p:cNvSpPr>
          <p:nvPr>
            <p:ph idx="1"/>
          </p:nvPr>
        </p:nvSpPr>
        <p:spPr>
          <a:xfrm>
            <a:off x="457200" y="1785938"/>
            <a:ext cx="8229600" cy="4929187"/>
          </a:xfrm>
        </p:spPr>
        <p:txBody>
          <a:bodyPr/>
          <a:lstStyle/>
          <a:p>
            <a:pPr marL="0" indent="0" eaLnBrk="1" hangingPunct="1">
              <a:lnSpc>
                <a:spcPct val="140000"/>
              </a:lnSpc>
              <a:buFont typeface="Georgia" panose="02040502050405020303" pitchFamily="18" charset="0"/>
              <a:buNone/>
            </a:pPr>
            <a:r>
              <a:rPr lang="zh-CN" altLang="en-US" sz="3200">
                <a:latin typeface="宋体" panose="02010600030101010101" pitchFamily="2" charset="-122"/>
              </a:rPr>
              <a:t>单目运算符，对一个二进制数按位取反。</a:t>
            </a:r>
          </a:p>
          <a:p>
            <a:pPr lvl="1" eaLnBrk="1" hangingPunct="1">
              <a:lnSpc>
                <a:spcPct val="140000"/>
              </a:lnSpc>
              <a:buFont typeface="Georgia" panose="02040502050405020303" pitchFamily="18" charset="0"/>
              <a:buNone/>
            </a:pPr>
            <a:r>
              <a:rPr lang="zh-CN" altLang="en-US" sz="3200">
                <a:latin typeface="宋体" panose="02010600030101010101" pitchFamily="2" charset="-122"/>
              </a:rPr>
              <a:t>例： </a:t>
            </a:r>
            <a:r>
              <a:rPr lang="en-US" altLang="zh-CN" sz="3200">
                <a:solidFill>
                  <a:srgbClr val="C00000"/>
                </a:solidFill>
                <a:latin typeface="宋体" panose="02010600030101010101" pitchFamily="2" charset="-122"/>
              </a:rPr>
              <a:t>025</a:t>
            </a:r>
            <a:r>
              <a:rPr lang="zh-CN" altLang="en-US" sz="3200">
                <a:solidFill>
                  <a:srgbClr val="C00000"/>
                </a:solidFill>
                <a:latin typeface="宋体" panose="02010600030101010101" pitchFamily="2" charset="-122"/>
              </a:rPr>
              <a:t>：</a:t>
            </a:r>
            <a:r>
              <a:rPr lang="en-US" altLang="zh-CN" sz="3200">
                <a:solidFill>
                  <a:srgbClr val="C00000"/>
                </a:solidFill>
                <a:latin typeface="宋体" panose="02010600030101010101" pitchFamily="2" charset="-122"/>
              </a:rPr>
              <a:t>0000000000010101</a:t>
            </a:r>
          </a:p>
          <a:p>
            <a:pPr lvl="1" eaLnBrk="1" hangingPunct="1">
              <a:lnSpc>
                <a:spcPct val="140000"/>
              </a:lnSpc>
              <a:buFont typeface="Georgia" panose="02040502050405020303" pitchFamily="18" charset="0"/>
              <a:buNone/>
            </a:pPr>
            <a:r>
              <a:rPr lang="en-US" altLang="zh-CN" sz="3200">
                <a:solidFill>
                  <a:srgbClr val="C00000"/>
                </a:solidFill>
                <a:latin typeface="宋体" panose="02010600030101010101" pitchFamily="2" charset="-122"/>
              </a:rPr>
              <a:t>    ~025</a:t>
            </a:r>
            <a:r>
              <a:rPr lang="zh-CN" altLang="en-US" sz="3200">
                <a:solidFill>
                  <a:srgbClr val="C00000"/>
                </a:solidFill>
                <a:latin typeface="宋体" panose="02010600030101010101" pitchFamily="2" charset="-122"/>
              </a:rPr>
              <a:t>：</a:t>
            </a:r>
            <a:r>
              <a:rPr lang="en-US" altLang="zh-CN" sz="3200">
                <a:solidFill>
                  <a:srgbClr val="C00000"/>
                </a:solidFill>
                <a:latin typeface="宋体" panose="02010600030101010101" pitchFamily="2" charset="-122"/>
              </a:rPr>
              <a:t>1111111111101010</a:t>
            </a:r>
            <a:endParaRPr lang="en-US" altLang="zh-CN">
              <a:solidFill>
                <a:srgbClr val="C00000"/>
              </a:solidFill>
              <a:latin typeface="宋体" panose="02010600030101010101" pitchFamily="2" charset="-122"/>
            </a:endParaRPr>
          </a:p>
        </p:txBody>
      </p:sp>
      <p:sp>
        <p:nvSpPr>
          <p:cNvPr id="122884" name="灯片编号占位符 3">
            <a:extLst>
              <a:ext uri="{FF2B5EF4-FFF2-40B4-BE49-F238E27FC236}">
                <a16:creationId xmlns:a16="http://schemas.microsoft.com/office/drawing/2014/main" id="{4B5B67F3-A210-E71B-64FC-F4FD43FFF0B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8F33DE2-FA41-4B11-BEC5-589B4CF2679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DD90B7AA-E9D1-7F72-E8FE-AA8907858D3E}"/>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a:extLst>
              <a:ext uri="{FF2B5EF4-FFF2-40B4-BE49-F238E27FC236}">
                <a16:creationId xmlns:a16="http://schemas.microsoft.com/office/drawing/2014/main" id="{CE00806A-3804-60DF-8DB2-D4AE1AE93F85}"/>
              </a:ext>
            </a:extLst>
          </p:cNvPr>
          <p:cNvSpPr>
            <a:spLocks noGrp="1"/>
          </p:cNvSpPr>
          <p:nvPr>
            <p:ph type="title"/>
          </p:nvPr>
        </p:nvSpPr>
        <p:spPr/>
        <p:txBody>
          <a:bodyPr/>
          <a:lstStyle/>
          <a:p>
            <a:pPr eaLnBrk="1" hangingPunct="1"/>
            <a:r>
              <a:rPr lang="zh-CN" altLang="en-US">
                <a:latin typeface="隶书" panose="02010509060101010101" pitchFamily="49" charset="-122"/>
              </a:rPr>
              <a:t>位运算</a:t>
            </a:r>
            <a:r>
              <a:rPr lang="en-US" altLang="zh-CN"/>
              <a:t>——</a:t>
            </a:r>
            <a:r>
              <a:rPr lang="zh-CN" altLang="en-US"/>
              <a:t>移位</a:t>
            </a:r>
          </a:p>
        </p:txBody>
      </p:sp>
      <p:sp>
        <p:nvSpPr>
          <p:cNvPr id="124931" name="内容占位符 2">
            <a:extLst>
              <a:ext uri="{FF2B5EF4-FFF2-40B4-BE49-F238E27FC236}">
                <a16:creationId xmlns:a16="http://schemas.microsoft.com/office/drawing/2014/main" id="{A95B1876-FC1F-35E6-6216-9A4A785918F2}"/>
              </a:ext>
            </a:extLst>
          </p:cNvPr>
          <p:cNvSpPr>
            <a:spLocks noGrp="1"/>
          </p:cNvSpPr>
          <p:nvPr>
            <p:ph idx="1"/>
          </p:nvPr>
        </p:nvSpPr>
        <p:spPr>
          <a:xfrm>
            <a:off x="457200" y="1785938"/>
            <a:ext cx="8229600" cy="4929187"/>
          </a:xfrm>
        </p:spPr>
        <p:txBody>
          <a:bodyPr/>
          <a:lstStyle/>
          <a:p>
            <a:pPr eaLnBrk="1" hangingPunct="1"/>
            <a:r>
              <a:rPr lang="zh-CN" altLang="en-US" sz="3600">
                <a:latin typeface="宋体" panose="02010600030101010101" pitchFamily="2" charset="-122"/>
              </a:rPr>
              <a:t>左移运算（</a:t>
            </a:r>
            <a:r>
              <a:rPr lang="en-US" altLang="zh-CN" sz="3600">
                <a:latin typeface="宋体" panose="02010600030101010101" pitchFamily="2" charset="-122"/>
              </a:rPr>
              <a:t>&lt;&lt;</a:t>
            </a:r>
            <a:r>
              <a:rPr lang="zh-CN" altLang="en-US" sz="3600">
                <a:latin typeface="宋体" panose="02010600030101010101" pitchFamily="2" charset="-122"/>
              </a:rPr>
              <a:t>）</a:t>
            </a:r>
          </a:p>
          <a:p>
            <a:pPr lvl="1" eaLnBrk="1" hangingPunct="1">
              <a:buFont typeface="Georgia" panose="02040502050405020303" pitchFamily="18" charset="0"/>
              <a:buNone/>
            </a:pPr>
            <a:r>
              <a:rPr lang="zh-CN" altLang="en-US" sz="3200">
                <a:latin typeface="宋体" panose="02010600030101010101" pitchFamily="2" charset="-122"/>
              </a:rPr>
              <a:t>左移后，低位补</a:t>
            </a:r>
            <a:r>
              <a:rPr lang="en-US" altLang="zh-CN" sz="3200">
                <a:solidFill>
                  <a:srgbClr val="C00000"/>
                </a:solidFill>
                <a:latin typeface="宋体" panose="02010600030101010101" pitchFamily="2" charset="-122"/>
              </a:rPr>
              <a:t>0</a:t>
            </a:r>
            <a:r>
              <a:rPr lang="zh-CN" altLang="en-US" sz="3200">
                <a:latin typeface="宋体" panose="02010600030101010101" pitchFamily="2" charset="-122"/>
              </a:rPr>
              <a:t>，高位舍弃。</a:t>
            </a:r>
          </a:p>
          <a:p>
            <a:pPr eaLnBrk="1" hangingPunct="1"/>
            <a:r>
              <a:rPr lang="zh-CN" altLang="en-US" sz="3600">
                <a:latin typeface="宋体" panose="02010600030101010101" pitchFamily="2" charset="-122"/>
              </a:rPr>
              <a:t>右移运算（</a:t>
            </a:r>
            <a:r>
              <a:rPr lang="en-US" altLang="zh-CN" sz="3600">
                <a:latin typeface="宋体" panose="02010600030101010101" pitchFamily="2" charset="-122"/>
              </a:rPr>
              <a:t>&gt;&gt;</a:t>
            </a:r>
            <a:r>
              <a:rPr lang="zh-CN" altLang="en-US" sz="3600">
                <a:latin typeface="宋体" panose="02010600030101010101" pitchFamily="2" charset="-122"/>
              </a:rPr>
              <a:t>）</a:t>
            </a:r>
          </a:p>
          <a:p>
            <a:pPr lvl="1" eaLnBrk="1" hangingPunct="1">
              <a:buFont typeface="Georgia" panose="02040502050405020303" pitchFamily="18" charset="0"/>
              <a:buNone/>
            </a:pPr>
            <a:r>
              <a:rPr lang="zh-CN" altLang="en-US" sz="3200">
                <a:latin typeface="宋体" panose="02010600030101010101" pitchFamily="2" charset="-122"/>
              </a:rPr>
              <a:t>右移后，</a:t>
            </a:r>
          </a:p>
          <a:p>
            <a:pPr lvl="1" eaLnBrk="1" hangingPunct="1">
              <a:buFont typeface="Georgia" panose="02040502050405020303" pitchFamily="18" charset="0"/>
              <a:buNone/>
            </a:pPr>
            <a:r>
              <a:rPr lang="zh-CN" altLang="en-US" sz="3200">
                <a:latin typeface="宋体" panose="02010600030101010101" pitchFamily="2" charset="-122"/>
              </a:rPr>
              <a:t>低位：舍弃</a:t>
            </a:r>
          </a:p>
          <a:p>
            <a:pPr lvl="1" eaLnBrk="1" hangingPunct="1">
              <a:buFont typeface="Georgia" panose="02040502050405020303" pitchFamily="18" charset="0"/>
              <a:buNone/>
            </a:pPr>
            <a:r>
              <a:rPr lang="zh-CN" altLang="en-US" sz="3200">
                <a:latin typeface="宋体" panose="02010600030101010101" pitchFamily="2" charset="-122"/>
              </a:rPr>
              <a:t>高位：无符号数：补</a:t>
            </a:r>
            <a:r>
              <a:rPr lang="en-US" altLang="zh-CN" sz="3200">
                <a:solidFill>
                  <a:srgbClr val="C00000"/>
                </a:solidFill>
                <a:latin typeface="宋体" panose="02010600030101010101" pitchFamily="2" charset="-122"/>
              </a:rPr>
              <a:t>0</a:t>
            </a:r>
          </a:p>
          <a:p>
            <a:pPr lvl="1" eaLnBrk="1" hangingPunct="1">
              <a:buFont typeface="Georgia" panose="02040502050405020303" pitchFamily="18" charset="0"/>
              <a:buNone/>
            </a:pPr>
            <a:r>
              <a:rPr lang="en-US" altLang="zh-CN" sz="3200">
                <a:latin typeface="宋体" panose="02010600030101010101" pitchFamily="2" charset="-122"/>
              </a:rPr>
              <a:t>      </a:t>
            </a:r>
            <a:r>
              <a:rPr lang="zh-CN" altLang="en-US" sz="3200">
                <a:latin typeface="宋体" panose="02010600030101010101" pitchFamily="2" charset="-122"/>
              </a:rPr>
              <a:t>有符号数：补</a:t>
            </a:r>
            <a:r>
              <a:rPr lang="zh-CN" altLang="en-US" sz="3200">
                <a:solidFill>
                  <a:srgbClr val="C00000"/>
                </a:solidFill>
                <a:latin typeface="宋体" panose="02010600030101010101" pitchFamily="2" charset="-122"/>
              </a:rPr>
              <a:t>“符号位”</a:t>
            </a:r>
          </a:p>
        </p:txBody>
      </p:sp>
      <p:sp>
        <p:nvSpPr>
          <p:cNvPr id="124932" name="灯片编号占位符 3">
            <a:extLst>
              <a:ext uri="{FF2B5EF4-FFF2-40B4-BE49-F238E27FC236}">
                <a16:creationId xmlns:a16="http://schemas.microsoft.com/office/drawing/2014/main" id="{83F40C92-A74A-1350-5B5C-E9B569868B9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5C3B55D-BBFC-4D13-814C-71035E2BEED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F50F3FF9-093F-578D-7E39-0E6901F55CC7}"/>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09EAE08A-6411-D4AC-3FB0-CABAB945A280}"/>
              </a:ext>
            </a:extLst>
          </p:cNvPr>
          <p:cNvSpPr>
            <a:spLocks noGrp="1"/>
          </p:cNvSpPr>
          <p:nvPr>
            <p:ph type="title"/>
          </p:nvPr>
        </p:nvSpPr>
        <p:spPr/>
        <p:txBody>
          <a:bodyPr/>
          <a:lstStyle/>
          <a:p>
            <a:pPr eaLnBrk="1" hangingPunct="1"/>
            <a:r>
              <a:rPr lang="zh-CN" altLang="en-US"/>
              <a:t>补充</a:t>
            </a:r>
            <a:r>
              <a:rPr lang="en-US" altLang="zh-CN"/>
              <a:t>2-14</a:t>
            </a:r>
            <a:r>
              <a:rPr lang="zh-CN" altLang="en-US"/>
              <a:t>：位运算符的应用</a:t>
            </a:r>
          </a:p>
        </p:txBody>
      </p:sp>
      <p:sp>
        <p:nvSpPr>
          <p:cNvPr id="12" name="内容占位符 11">
            <a:extLst>
              <a:ext uri="{FF2B5EF4-FFF2-40B4-BE49-F238E27FC236}">
                <a16:creationId xmlns:a16="http://schemas.microsoft.com/office/drawing/2014/main" id="{9AE02C98-AE06-1492-0C2F-760F98C10B59}"/>
              </a:ext>
            </a:extLst>
          </p:cNvPr>
          <p:cNvSpPr>
            <a:spLocks noGrp="1"/>
          </p:cNvSpPr>
          <p:nvPr>
            <p:ph idx="1"/>
          </p:nvPr>
        </p:nvSpPr>
        <p:spPr>
          <a:solidFill>
            <a:srgbClr val="85FFFF"/>
          </a:solidFill>
        </p:spPr>
        <p:txBody>
          <a:bodyPr>
            <a:normAutofit fontScale="85000" lnSpcReduction="20000"/>
          </a:bodyPr>
          <a:lstStyle/>
          <a:p>
            <a:pPr indent="-256032" eaLnBrk="1" fontAlgn="auto" hangingPunct="1">
              <a:spcAft>
                <a:spcPts val="0"/>
              </a:spcAft>
              <a:buClr>
                <a:schemeClr val="accent3"/>
              </a:buClr>
              <a:buFont typeface="Georgia" panose="02040502050405020303" pitchFamily="18" charset="0"/>
              <a:buNone/>
              <a:defRPr/>
            </a:pPr>
            <a:r>
              <a:rPr lang="en-US" altLang="zh-CN" sz="2700" dirty="0"/>
              <a:t>#include &lt;</a:t>
            </a:r>
            <a:r>
              <a:rPr lang="en-US" altLang="zh-CN" sz="2700" dirty="0" err="1"/>
              <a:t>iostream</a:t>
            </a:r>
            <a:r>
              <a:rPr lang="en-US" altLang="zh-CN" sz="2700" dirty="0"/>
              <a:t>&gt;</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#include &lt;</a:t>
            </a:r>
            <a:r>
              <a:rPr lang="en-US" altLang="zh-CN" sz="2700" dirty="0" err="1"/>
              <a:t>bitset</a:t>
            </a:r>
            <a:r>
              <a:rPr lang="en-US" altLang="zh-CN" sz="2700" dirty="0"/>
              <a:t>&gt;</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using namespace std;</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void main()</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    cout &lt;&lt; “~15 = ”&lt;&lt;(~15)&lt;&lt;</a:t>
            </a:r>
            <a:r>
              <a:rPr lang="en-US" altLang="zh-CN" sz="2700" dirty="0" err="1"/>
              <a:t>endl</a:t>
            </a:r>
            <a:r>
              <a:rPr lang="en-US" altLang="zh-CN" sz="2700" dirty="0"/>
              <a:t>;</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    cout &lt;&lt; “15 &amp; 21 = ”&lt;&lt;(15&amp;21)&lt;&lt;</a:t>
            </a:r>
            <a:r>
              <a:rPr lang="en-US" altLang="zh-CN" sz="2700" dirty="0" err="1"/>
              <a:t>endl</a:t>
            </a:r>
            <a:r>
              <a:rPr lang="en-US" altLang="zh-CN" sz="2700" dirty="0"/>
              <a:t>;</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    cout &lt;&lt; “15 ^ 21 = ”&lt;&lt;(15^21)&lt;&lt;</a:t>
            </a:r>
            <a:r>
              <a:rPr lang="en-US" altLang="zh-CN" sz="2700" dirty="0" err="1"/>
              <a:t>endl</a:t>
            </a:r>
            <a:r>
              <a:rPr lang="en-US" altLang="zh-CN" sz="2700" dirty="0"/>
              <a:t>;</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    cout &lt;&lt; “15 | 21 = ”&lt;&lt;(15|21)&lt;&lt;</a:t>
            </a:r>
            <a:r>
              <a:rPr lang="en-US" altLang="zh-CN" sz="2700" dirty="0" err="1"/>
              <a:t>endl</a:t>
            </a:r>
            <a:r>
              <a:rPr lang="en-US" altLang="zh-CN" sz="2700" dirty="0"/>
              <a:t>;</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    unsigned </a:t>
            </a:r>
            <a:r>
              <a:rPr lang="en-US" altLang="zh-CN" sz="2700" dirty="0" err="1"/>
              <a:t>int</a:t>
            </a:r>
            <a:r>
              <a:rPr lang="en-US" altLang="zh-CN" sz="2700" dirty="0"/>
              <a:t> </a:t>
            </a:r>
            <a:r>
              <a:rPr lang="en-US" altLang="zh-CN" sz="2700" dirty="0" err="1"/>
              <a:t>nTest</a:t>
            </a:r>
            <a:r>
              <a:rPr lang="en-US" altLang="zh-CN" sz="2700" dirty="0"/>
              <a:t> = 9;</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    cout &lt;&lt;”</a:t>
            </a:r>
            <a:r>
              <a:rPr lang="en-US" altLang="zh-CN" sz="2700" dirty="0" err="1"/>
              <a:t>nTest</a:t>
            </a:r>
            <a:r>
              <a:rPr lang="en-US" altLang="zh-CN" sz="2700" dirty="0"/>
              <a:t> = ”&lt;&lt;</a:t>
            </a:r>
            <a:r>
              <a:rPr lang="en-US" altLang="zh-CN" sz="2700" dirty="0" err="1"/>
              <a:t>nTest</a:t>
            </a:r>
            <a:r>
              <a:rPr lang="en-US" altLang="zh-CN" sz="2700" dirty="0"/>
              <a:t>&lt;&lt;</a:t>
            </a:r>
            <a:r>
              <a:rPr lang="en-US" altLang="zh-CN" sz="2700" dirty="0" err="1"/>
              <a:t>endl</a:t>
            </a:r>
            <a:r>
              <a:rPr lang="en-US" altLang="zh-CN" sz="2700" dirty="0"/>
              <a:t>;</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    </a:t>
            </a:r>
            <a:r>
              <a:rPr lang="en-US" altLang="zh-CN" sz="2700" dirty="0" err="1"/>
              <a:t>nTest</a:t>
            </a:r>
            <a:r>
              <a:rPr lang="en-US" altLang="zh-CN" sz="2700" dirty="0"/>
              <a:t> |= 1&lt;&lt;4; //</a:t>
            </a:r>
            <a:r>
              <a:rPr lang="zh-CN" altLang="en-US" sz="2700" dirty="0"/>
              <a:t>将第</a:t>
            </a:r>
            <a:r>
              <a:rPr lang="en-US" altLang="zh-CN" sz="2700" dirty="0"/>
              <a:t>4</a:t>
            </a:r>
            <a:r>
              <a:rPr lang="zh-CN" altLang="en-US" sz="2700" dirty="0"/>
              <a:t>位置为</a:t>
            </a:r>
            <a:r>
              <a:rPr lang="en-US" altLang="zh-CN" sz="2700" dirty="0"/>
              <a:t>1</a:t>
            </a:r>
            <a:endParaRPr lang="zh-CN" altLang="en-US"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    cout &lt;&lt;”After set the position 4 to 1, </a:t>
            </a:r>
            <a:r>
              <a:rPr lang="en-US" altLang="zh-CN" sz="2700" dirty="0" err="1"/>
              <a:t>nTest</a:t>
            </a:r>
            <a:r>
              <a:rPr lang="en-US" altLang="zh-CN" sz="2700" dirty="0"/>
              <a:t> = ”&lt;&lt;</a:t>
            </a:r>
            <a:r>
              <a:rPr lang="en-US" altLang="zh-CN" sz="2700" dirty="0" err="1"/>
              <a:t>nTest</a:t>
            </a:r>
            <a:endParaRPr lang="en-US" altLang="zh-CN" sz="2700" dirty="0"/>
          </a:p>
          <a:p>
            <a:pPr indent="-256032" eaLnBrk="1" fontAlgn="auto" hangingPunct="1">
              <a:spcAft>
                <a:spcPts val="0"/>
              </a:spcAft>
              <a:buClr>
                <a:schemeClr val="accent3"/>
              </a:buClr>
              <a:buFont typeface="Georgia" panose="02040502050405020303" pitchFamily="18" charset="0"/>
              <a:buNone/>
              <a:defRPr/>
            </a:pPr>
            <a:r>
              <a:rPr lang="en-US" altLang="zh-CN" sz="2700" dirty="0"/>
              <a:t>            &lt;&lt;</a:t>
            </a:r>
            <a:r>
              <a:rPr lang="en-US" altLang="zh-CN" sz="2700" dirty="0" err="1"/>
              <a:t>endl</a:t>
            </a:r>
            <a:r>
              <a:rPr lang="en-US" altLang="zh-CN" sz="2700" dirty="0"/>
              <a:t>;</a:t>
            </a:r>
            <a:endParaRPr lang="zh-CN" altLang="en-US" sz="2700" dirty="0"/>
          </a:p>
          <a:p>
            <a:pPr indent="-256032" eaLnBrk="1" fontAlgn="auto" hangingPunct="1">
              <a:spcAft>
                <a:spcPts val="0"/>
              </a:spcAft>
              <a:buClr>
                <a:schemeClr val="accent3"/>
              </a:buClr>
              <a:buFont typeface="Georgia" panose="02040502050405020303" pitchFamily="18" charset="0"/>
              <a:buNone/>
              <a:defRPr/>
            </a:pPr>
            <a:endParaRPr lang="zh-CN" altLang="en-US" sz="2700" dirty="0"/>
          </a:p>
          <a:p>
            <a:pPr indent="-256032" eaLnBrk="1" fontAlgn="auto" hangingPunct="1">
              <a:spcAft>
                <a:spcPts val="0"/>
              </a:spcAft>
              <a:buClr>
                <a:schemeClr val="accent3"/>
              </a:buClr>
              <a:buFont typeface="Georgia" panose="02040502050405020303" pitchFamily="18" charset="0"/>
              <a:buNone/>
              <a:defRPr/>
            </a:pPr>
            <a:endParaRPr lang="zh-CN" altLang="en-US" sz="2700" dirty="0"/>
          </a:p>
          <a:p>
            <a:pPr indent="-256032" eaLnBrk="1" fontAlgn="auto" hangingPunct="1">
              <a:spcAft>
                <a:spcPts val="0"/>
              </a:spcAft>
              <a:buClr>
                <a:schemeClr val="accent3"/>
              </a:buClr>
              <a:buFont typeface="Georgia" panose="02040502050405020303" pitchFamily="18" charset="0"/>
              <a:buNone/>
              <a:defRPr/>
            </a:pPr>
            <a:endParaRPr lang="zh-CN" altLang="en-US" sz="2700" dirty="0"/>
          </a:p>
          <a:p>
            <a:pPr indent="-256032" eaLnBrk="1" fontAlgn="auto" hangingPunct="1">
              <a:spcAft>
                <a:spcPts val="0"/>
              </a:spcAft>
              <a:buClr>
                <a:schemeClr val="accent3"/>
              </a:buClr>
              <a:buFont typeface="Georgia" panose="02040502050405020303" pitchFamily="18" charset="0"/>
              <a:buNone/>
              <a:defRPr/>
            </a:pPr>
            <a:endParaRPr lang="zh-CN" altLang="en-US" sz="2700" dirty="0"/>
          </a:p>
          <a:p>
            <a:pPr indent="-256032" eaLnBrk="1" fontAlgn="auto" hangingPunct="1">
              <a:spcAft>
                <a:spcPts val="0"/>
              </a:spcAft>
              <a:buClr>
                <a:schemeClr val="accent3"/>
              </a:buClr>
              <a:buFont typeface="Georgia" panose="02040502050405020303" pitchFamily="18" charset="0"/>
              <a:buNone/>
              <a:defRPr/>
            </a:pPr>
            <a:endParaRPr lang="zh-CN" altLang="en-US" sz="2700" dirty="0"/>
          </a:p>
          <a:p>
            <a:pPr indent="-256032" eaLnBrk="1" fontAlgn="auto" hangingPunct="1">
              <a:spcAft>
                <a:spcPts val="0"/>
              </a:spcAft>
              <a:buClr>
                <a:schemeClr val="accent3"/>
              </a:buClr>
              <a:buFont typeface="Georgia" panose="02040502050405020303" pitchFamily="18" charset="0"/>
              <a:buNone/>
              <a:defRPr/>
            </a:pP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marL="365125" lvl="1" indent="-256032" eaLnBrk="1" fontAlgn="auto" hangingPunct="1">
              <a:spcAft>
                <a:spcPts val="0"/>
              </a:spcAft>
              <a:buClr>
                <a:schemeClr val="accent3"/>
              </a:buClr>
              <a:buFont typeface="Georgia" panose="02040502050405020303" pitchFamily="18" charset="0"/>
              <a:buNone/>
              <a:defRPr/>
            </a:pPr>
            <a:endParaRPr lang="zh-CN" altLang="en-US" sz="2800" dirty="0">
              <a:solidFill>
                <a:schemeClr val="tx1"/>
              </a:solidFill>
            </a:endParaRPr>
          </a:p>
          <a:p>
            <a:pPr marL="365125" lvl="1" indent="-256032" eaLnBrk="1" fontAlgn="auto" hangingPunct="1">
              <a:spcAft>
                <a:spcPts val="0"/>
              </a:spcAft>
              <a:buClr>
                <a:schemeClr val="accent3"/>
              </a:buClr>
              <a:buFont typeface="Georgia" panose="02040502050405020303" pitchFamily="18" charset="0"/>
              <a:buNone/>
              <a:defRPr/>
            </a:pPr>
            <a:endParaRPr lang="zh-CN" altLang="en-US" sz="2700" dirty="0">
              <a:solidFill>
                <a:schemeClr val="tx1"/>
              </a:solidFill>
            </a:endParaRPr>
          </a:p>
          <a:p>
            <a:pPr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p:txBody>
      </p:sp>
      <p:sp>
        <p:nvSpPr>
          <p:cNvPr id="125956" name="灯片编号占位符 5">
            <a:extLst>
              <a:ext uri="{FF2B5EF4-FFF2-40B4-BE49-F238E27FC236}">
                <a16:creationId xmlns:a16="http://schemas.microsoft.com/office/drawing/2014/main" id="{B114BEF5-EFE9-7739-E505-DD212A82AC2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E7DCB14-AB68-4125-AC27-2315B57F430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78</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86D429F1-10FE-906A-0E1C-0D9D7D8FCA7E}"/>
              </a:ext>
            </a:extLst>
          </p:cNvPr>
          <p:cNvSpPr>
            <a:spLocks noGrp="1"/>
          </p:cNvSpPr>
          <p:nvPr>
            <p:ph type="title"/>
          </p:nvPr>
        </p:nvSpPr>
        <p:spPr/>
        <p:txBody>
          <a:bodyPr/>
          <a:lstStyle/>
          <a:p>
            <a:pPr eaLnBrk="1" hangingPunct="1"/>
            <a:r>
              <a:rPr lang="zh-CN" altLang="en-US"/>
              <a:t>补充</a:t>
            </a:r>
            <a:r>
              <a:rPr lang="en-US" altLang="zh-CN"/>
              <a:t>2-14</a:t>
            </a:r>
            <a:r>
              <a:rPr lang="zh-CN" altLang="en-US"/>
              <a:t>（续）</a:t>
            </a:r>
          </a:p>
        </p:txBody>
      </p:sp>
      <p:sp>
        <p:nvSpPr>
          <p:cNvPr id="12" name="内容占位符 11">
            <a:extLst>
              <a:ext uri="{FF2B5EF4-FFF2-40B4-BE49-F238E27FC236}">
                <a16:creationId xmlns:a16="http://schemas.microsoft.com/office/drawing/2014/main" id="{BCD2DE78-281E-F183-26EC-46D9048AACF6}"/>
              </a:ext>
            </a:extLst>
          </p:cNvPr>
          <p:cNvSpPr>
            <a:spLocks noGrp="1"/>
          </p:cNvSpPr>
          <p:nvPr>
            <p:ph idx="1"/>
          </p:nvPr>
        </p:nvSpPr>
        <p:spPr>
          <a:solidFill>
            <a:srgbClr val="85FFFF"/>
          </a:solidFill>
        </p:spPr>
        <p:txBody>
          <a:bodyPr>
            <a:normAutofit fontScale="77500" lnSpcReduction="20000"/>
          </a:bodyPr>
          <a:lstStyle/>
          <a:p>
            <a:pPr indent="-256032" eaLnBrk="1" fontAlgn="auto" hangingPunct="1">
              <a:spcAft>
                <a:spcPts val="0"/>
              </a:spcAft>
              <a:buClr>
                <a:schemeClr val="accent3"/>
              </a:buClr>
              <a:buFont typeface="Georgia" panose="02040502050405020303" pitchFamily="18" charset="0"/>
              <a:buNone/>
              <a:defRPr/>
            </a:pPr>
            <a:r>
              <a:rPr lang="en-US" altLang="zh-CN" dirty="0" err="1"/>
              <a:t>nTest</a:t>
            </a:r>
            <a:r>
              <a:rPr lang="en-US" altLang="zh-CN" dirty="0"/>
              <a:t> &amp;= ~(1&lt;&lt;4); //</a:t>
            </a:r>
            <a:r>
              <a:rPr lang="zh-CN" altLang="en-US" dirty="0"/>
              <a:t>将</a:t>
            </a:r>
            <a:r>
              <a:rPr lang="zh-CN" altLang="en-US" dirty="0" err="1"/>
              <a:t>第</a:t>
            </a:r>
            <a:r>
              <a:rPr lang="en-US" altLang="zh-CN" dirty="0" err="1"/>
              <a:t>4</a:t>
            </a:r>
            <a:r>
              <a:rPr lang="zh-CN" altLang="en-US" dirty="0" err="1"/>
              <a:t>位置</a:t>
            </a:r>
            <a:r>
              <a:rPr lang="en-US" altLang="zh-CN" dirty="0" err="1"/>
              <a:t>0</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a:t>   cout &lt;&lt;”After set the position 4 to 0, </a:t>
            </a:r>
            <a:r>
              <a:rPr lang="en-US" altLang="zh-CN" dirty="0" err="1"/>
              <a:t>nTest</a:t>
            </a:r>
            <a:r>
              <a:rPr lang="en-US" altLang="zh-CN" dirty="0"/>
              <a:t> = ”&lt;&lt;</a:t>
            </a:r>
            <a:r>
              <a:rPr lang="en-US" altLang="zh-CN" dirty="0" err="1"/>
              <a:t>nTest</a:t>
            </a:r>
            <a:r>
              <a:rPr lang="en-US" altLang="zh-CN" dirty="0"/>
              <a:t>&lt;&lt;</a:t>
            </a:r>
            <a:r>
              <a:rPr lang="en-US" altLang="zh-CN" dirty="0" err="1"/>
              <a:t>endl</a:t>
            </a:r>
            <a:r>
              <a:rPr lang="en-US" altLang="zh-CN" dirty="0"/>
              <a:t>;</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err="1"/>
              <a:t>   bool nFlag;</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err="1"/>
              <a:t>        for (int i=0; i&lt;16; i++){ //</a:t>
            </a:r>
            <a:r>
              <a:rPr lang="zh-CN" altLang="en-US" dirty="0" err="1"/>
              <a:t>实现翻转</a:t>
            </a:r>
          </a:p>
          <a:p>
            <a:pPr indent="-256032" eaLnBrk="1" fontAlgn="auto" hangingPunct="1">
              <a:spcAft>
                <a:spcPts val="0"/>
              </a:spcAft>
              <a:buClr>
                <a:schemeClr val="accent3"/>
              </a:buClr>
              <a:buFont typeface="Georgia" panose="02040502050405020303" pitchFamily="18" charset="0"/>
              <a:buNone/>
              <a:defRPr/>
            </a:pPr>
            <a:r>
              <a:rPr lang="en-US" altLang="zh-CN" dirty="0" err="1"/>
              <a:t>		nFlag = nTest &amp; (1&lt;&lt;i);</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err="1"/>
              <a:t>		if (nFlag) {</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err="1"/>
              <a:t>			nTest &amp;= ~(1&lt;&lt;i);</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err="1"/>
              <a:t>		}</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err="1"/>
              <a:t>		else{</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err="1"/>
              <a:t>			nTest |= 1&lt;&lt;i;</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err="1"/>
              <a:t>		}</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err="1"/>
              <a:t>    }</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a:t>	cout &lt;&lt;"After flip, </a:t>
            </a:r>
            <a:r>
              <a:rPr lang="en-US" altLang="zh-CN" dirty="0" err="1"/>
              <a:t>nTest</a:t>
            </a:r>
            <a:r>
              <a:rPr lang="en-US" altLang="zh-CN" dirty="0"/>
              <a:t> = "&lt;&lt;</a:t>
            </a:r>
            <a:r>
              <a:rPr lang="en-US" altLang="zh-CN" dirty="0" err="1"/>
              <a:t>nTest</a:t>
            </a:r>
            <a:r>
              <a:rPr lang="en-US" altLang="zh-CN" dirty="0"/>
              <a:t>&lt;&lt;</a:t>
            </a:r>
            <a:r>
              <a:rPr lang="en-US" altLang="zh-CN" dirty="0" err="1"/>
              <a:t>endl</a:t>
            </a:r>
            <a:r>
              <a:rPr lang="en-US" altLang="zh-CN" dirty="0"/>
              <a:t>;</a:t>
            </a:r>
            <a:endParaRPr lang="zh-CN" altLang="en-US" dirty="0" err="1"/>
          </a:p>
          <a:p>
            <a:pPr indent="-256032" eaLnBrk="1" fontAlgn="auto" hangingPunct="1">
              <a:spcAft>
                <a:spcPts val="0"/>
              </a:spcAft>
              <a:buClr>
                <a:schemeClr val="accent3"/>
              </a:buClr>
              <a:buFont typeface="Georgia" panose="02040502050405020303" pitchFamily="18" charset="0"/>
              <a:buNone/>
              <a:defRPr/>
            </a:pPr>
            <a:r>
              <a:rPr lang="en-US" altLang="zh-CN" dirty="0" err="1"/>
              <a:t>}</a:t>
            </a:r>
            <a:endParaRPr lang="zh-CN" altLang="en-US" dirty="0" err="1"/>
          </a:p>
          <a:p>
            <a:pPr indent="-256032" eaLnBrk="1" fontAlgn="auto" hangingPunct="1">
              <a:spcAft>
                <a:spcPts val="0"/>
              </a:spcAft>
              <a:buClr>
                <a:schemeClr val="accent3"/>
              </a:buClr>
              <a:buFont typeface="Georgia" panose="02040502050405020303" pitchFamily="18" charset="0"/>
              <a:buNone/>
              <a:defRPr/>
            </a:pPr>
            <a:endParaRPr lang="zh-CN" altLang="en-US" dirty="0" err="1"/>
          </a:p>
          <a:p>
            <a:pPr indent="-256032" eaLnBrk="1" fontAlgn="auto" hangingPunct="1">
              <a:spcAft>
                <a:spcPts val="0"/>
              </a:spcAft>
              <a:buClr>
                <a:schemeClr val="accent3"/>
              </a:buClr>
              <a:buFont typeface="Georgia" panose="02040502050405020303" pitchFamily="18" charset="0"/>
              <a:buNone/>
              <a:defRPr/>
            </a:pPr>
            <a:endParaRPr lang="zh-CN" altLang="en-US" dirty="0" err="1"/>
          </a:p>
          <a:p>
            <a:pPr indent="-256032" eaLnBrk="1" fontAlgn="auto" hangingPunct="1">
              <a:spcAft>
                <a:spcPts val="0"/>
              </a:spcAft>
              <a:buClr>
                <a:schemeClr val="accent3"/>
              </a:buClr>
              <a:buFont typeface="Georgia" panose="02040502050405020303" pitchFamily="18" charset="0"/>
              <a:buNone/>
              <a:defRPr/>
            </a:pPr>
            <a:endParaRPr lang="zh-CN" altLang="en-US" dirty="0" err="1"/>
          </a:p>
          <a:p>
            <a:pPr indent="-256032" eaLnBrk="1" fontAlgn="auto" hangingPunct="1">
              <a:spcAft>
                <a:spcPts val="0"/>
              </a:spcAft>
              <a:buClr>
                <a:schemeClr val="accent3"/>
              </a:buClr>
              <a:buFont typeface="Georgia" panose="02040502050405020303" pitchFamily="18" charset="0"/>
              <a:buNone/>
              <a:defRPr/>
            </a:pPr>
            <a:endParaRPr lang="zh-CN" altLang="en-US" dirty="0" err="1"/>
          </a:p>
          <a:p>
            <a:pPr indent="-256032" eaLnBrk="1" fontAlgn="auto" hangingPunct="1">
              <a:spcAft>
                <a:spcPts val="0"/>
              </a:spcAft>
              <a:buClr>
                <a:schemeClr val="accent3"/>
              </a:buClr>
              <a:buFont typeface="Georgia" panose="02040502050405020303" pitchFamily="18" charset="0"/>
              <a:buNone/>
              <a:defRPr/>
            </a:pPr>
            <a:endParaRPr lang="zh-CN" altLang="en-US" dirty="0" err="1"/>
          </a:p>
          <a:p>
            <a:pPr indent="-256032" eaLnBrk="1" fontAlgn="auto" hangingPunct="1">
              <a:spcAft>
                <a:spcPts val="0"/>
              </a:spcAft>
              <a:buClr>
                <a:schemeClr val="accent3"/>
              </a:buClr>
              <a:buFont typeface="Georgia" panose="02040502050405020303" pitchFamily="18" charset="0"/>
              <a:buNone/>
              <a:defRPr/>
            </a:pP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indent="-256032" eaLnBrk="1" fontAlgn="auto" hangingPunct="1">
              <a:spcAft>
                <a:spcPts val="0"/>
              </a:spcAft>
              <a:buClr>
                <a:schemeClr val="accent3"/>
              </a:buClr>
              <a:buFont typeface="Georgia" panose="02040502050405020303" pitchFamily="18" charset="0"/>
              <a:buNone/>
              <a:defRPr/>
            </a:pPr>
            <a:endParaRPr lang="zh-CN" altLang="en-US" dirty="0"/>
          </a:p>
          <a:p>
            <a:pPr marL="365125" lvl="1" indent="-256032" eaLnBrk="1" fontAlgn="auto" hangingPunct="1">
              <a:spcAft>
                <a:spcPts val="0"/>
              </a:spcAft>
              <a:buClr>
                <a:schemeClr val="accent3"/>
              </a:buClr>
              <a:buFont typeface="Georgia" panose="02040502050405020303" pitchFamily="18" charset="0"/>
              <a:buNone/>
              <a:defRPr/>
            </a:pPr>
            <a:endParaRPr lang="zh-CN" altLang="en-US" sz="2800" dirty="0">
              <a:solidFill>
                <a:schemeClr val="tx1"/>
              </a:solidFill>
            </a:endParaRPr>
          </a:p>
          <a:p>
            <a:pPr marL="365125" lvl="1" indent="-256032" eaLnBrk="1" fontAlgn="auto" hangingPunct="1">
              <a:spcAft>
                <a:spcPts val="0"/>
              </a:spcAft>
              <a:buClr>
                <a:schemeClr val="accent3"/>
              </a:buClr>
              <a:buFont typeface="Georgia" panose="02040502050405020303" pitchFamily="18" charset="0"/>
              <a:buNone/>
              <a:defRPr/>
            </a:pPr>
            <a:endParaRPr lang="zh-CN" altLang="en-US" sz="2700" dirty="0">
              <a:solidFill>
                <a:schemeClr val="tx1"/>
              </a:solidFill>
            </a:endParaRPr>
          </a:p>
          <a:p>
            <a:pPr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a:p>
            <a:pPr marL="365760" indent="-256032" eaLnBrk="1" fontAlgn="auto" hangingPunct="1">
              <a:spcAft>
                <a:spcPts val="0"/>
              </a:spcAft>
              <a:buClr>
                <a:schemeClr val="accent3"/>
              </a:buClr>
              <a:buFont typeface="Georgia" panose="02040502050405020303" pitchFamily="18" charset="0"/>
              <a:buNone/>
              <a:defRPr/>
            </a:pPr>
            <a:endParaRPr lang="zh-CN" altLang="en-US" sz="2700" dirty="0"/>
          </a:p>
        </p:txBody>
      </p:sp>
      <p:sp>
        <p:nvSpPr>
          <p:cNvPr id="128004" name="灯片编号占位符 5">
            <a:extLst>
              <a:ext uri="{FF2B5EF4-FFF2-40B4-BE49-F238E27FC236}">
                <a16:creationId xmlns:a16="http://schemas.microsoft.com/office/drawing/2014/main" id="{17114EC7-34BE-56D5-EE42-9301C26A9A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68F440C-D8C4-43F0-A55B-770368F8357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79</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a:extLst>
              <a:ext uri="{FF2B5EF4-FFF2-40B4-BE49-F238E27FC236}">
                <a16:creationId xmlns:a16="http://schemas.microsoft.com/office/drawing/2014/main" id="{85E0D63D-4720-EF1E-7C9D-1999E1B1CE9D}"/>
              </a:ext>
            </a:extLst>
          </p:cNvPr>
          <p:cNvSpPr>
            <a:spLocks noGrp="1"/>
          </p:cNvSpPr>
          <p:nvPr>
            <p:ph idx="1"/>
          </p:nvPr>
        </p:nvSpPr>
        <p:spPr>
          <a:xfrm>
            <a:off x="428625" y="1714500"/>
            <a:ext cx="8401050" cy="4787900"/>
          </a:xfrm>
          <a:solidFill>
            <a:schemeClr val="accent6">
              <a:lumMod val="20000"/>
              <a:lumOff val="80000"/>
            </a:schemeClr>
          </a:solidFill>
        </p:spPr>
        <p:txBody>
          <a:bodyPr>
            <a:normAutofit/>
          </a:bodyPr>
          <a:lstStyle/>
          <a:p>
            <a:pPr marL="365760" indent="-256032" eaLnBrk="1" fontAlgn="auto" hangingPunct="1">
              <a:spcAft>
                <a:spcPts val="0"/>
              </a:spcAft>
              <a:buClr>
                <a:schemeClr val="accent3"/>
              </a:buClr>
              <a:buFont typeface="Georgia"/>
              <a:buNone/>
              <a:defRPr/>
            </a:pPr>
            <a:r>
              <a:rPr lang="zh-CN" altLang="en-US" b="1" dirty="0">
                <a:solidFill>
                  <a:schemeClr val="tx2"/>
                </a:solidFill>
              </a:rPr>
              <a:t>运行结果：</a:t>
            </a:r>
          </a:p>
          <a:p>
            <a:pPr marL="365760" indent="-256032" eaLnBrk="1" fontAlgn="auto" hangingPunct="1">
              <a:spcAft>
                <a:spcPts val="0"/>
              </a:spcAft>
              <a:buClr>
                <a:schemeClr val="accent3"/>
              </a:buClr>
              <a:buFont typeface="Georgia" panose="02040502050405020303" pitchFamily="18" charset="0"/>
              <a:buNone/>
              <a:defRPr/>
            </a:pPr>
            <a:r>
              <a:rPr lang="en-US" altLang="zh-CN" sz="2400" dirty="0"/>
              <a:t>~15 = -16</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a:t>15 &amp; 21 = 5</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a:t>15 ^ 21 = 26</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a:t>15 | 21 = 31</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err="1"/>
              <a:t>nTest</a:t>
            </a:r>
            <a:r>
              <a:rPr lang="en-US" altLang="zh-CN" sz="2400" dirty="0"/>
              <a:t> = 9</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a:t>After set the position 4 to 1, </a:t>
            </a:r>
            <a:r>
              <a:rPr lang="en-US" altLang="zh-CN" sz="2400" dirty="0" err="1"/>
              <a:t>nTest</a:t>
            </a:r>
            <a:r>
              <a:rPr lang="en-US" altLang="zh-CN" sz="2400" dirty="0"/>
              <a:t> = 25</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a:t>After set the position 4 to 0, </a:t>
            </a:r>
            <a:r>
              <a:rPr lang="en-US" altLang="zh-CN" sz="2400" dirty="0" err="1"/>
              <a:t>nTest</a:t>
            </a:r>
            <a:r>
              <a:rPr lang="en-US" altLang="zh-CN" sz="2400" dirty="0"/>
              <a:t> = 9</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r>
              <a:rPr lang="en-US" altLang="zh-CN" sz="2400" dirty="0"/>
              <a:t>After flip, </a:t>
            </a:r>
            <a:r>
              <a:rPr lang="en-US" altLang="zh-CN" sz="2400" dirty="0" err="1"/>
              <a:t>nTest</a:t>
            </a:r>
            <a:r>
              <a:rPr lang="en-US" altLang="zh-CN" sz="2400" dirty="0"/>
              <a:t> = 65526</a:t>
            </a: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err="1"/>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err="1"/>
          </a:p>
          <a:p>
            <a:pPr marL="365760" indent="-256032" eaLnBrk="1" fontAlgn="auto" hangingPunct="1">
              <a:spcAft>
                <a:spcPts val="0"/>
              </a:spcAft>
              <a:buClr>
                <a:schemeClr val="accent3"/>
              </a:buClr>
              <a:buFont typeface="Georgia" panose="02040502050405020303" pitchFamily="18" charset="0"/>
              <a:buNone/>
              <a:defRPr/>
            </a:pPr>
            <a:endParaRPr lang="zh-CN" altLang="en-US" sz="2400" dirty="0" err="1"/>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a:p>
            <a:pPr marL="365760" indent="-256032" eaLnBrk="1" fontAlgn="auto" hangingPunct="1">
              <a:spcAft>
                <a:spcPts val="0"/>
              </a:spcAft>
              <a:buClr>
                <a:schemeClr val="accent3"/>
              </a:buClr>
              <a:buFont typeface="Georgia" panose="02040502050405020303" pitchFamily="18" charset="0"/>
              <a:buNone/>
              <a:defRPr/>
            </a:pPr>
            <a:endParaRPr lang="zh-CN" altLang="en-US" sz="2400" dirty="0"/>
          </a:p>
        </p:txBody>
      </p:sp>
      <p:sp>
        <p:nvSpPr>
          <p:cNvPr id="130051" name="标题 8">
            <a:extLst>
              <a:ext uri="{FF2B5EF4-FFF2-40B4-BE49-F238E27FC236}">
                <a16:creationId xmlns:a16="http://schemas.microsoft.com/office/drawing/2014/main" id="{A889C392-A88E-F06F-A189-7B50184D7559}"/>
              </a:ext>
            </a:extLst>
          </p:cNvPr>
          <p:cNvSpPr>
            <a:spLocks noGrp="1"/>
          </p:cNvSpPr>
          <p:nvPr>
            <p:ph type="title"/>
          </p:nvPr>
        </p:nvSpPr>
        <p:spPr/>
        <p:txBody>
          <a:bodyPr/>
          <a:lstStyle/>
          <a:p>
            <a:pPr eaLnBrk="1" hangingPunct="1"/>
            <a:r>
              <a:rPr lang="zh-CN" altLang="en-US"/>
              <a:t>补充</a:t>
            </a:r>
            <a:r>
              <a:rPr lang="en-US" altLang="zh-CN"/>
              <a:t>2-14</a:t>
            </a:r>
            <a:r>
              <a:rPr lang="zh-CN" altLang="en-US"/>
              <a:t>（续）</a:t>
            </a:r>
          </a:p>
        </p:txBody>
      </p:sp>
      <p:sp>
        <p:nvSpPr>
          <p:cNvPr id="130052" name="灯片编号占位符 5">
            <a:extLst>
              <a:ext uri="{FF2B5EF4-FFF2-40B4-BE49-F238E27FC236}">
                <a16:creationId xmlns:a16="http://schemas.microsoft.com/office/drawing/2014/main" id="{AFE22E5C-794F-8A10-ABE2-14CF74B8BBC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77BE032-7F13-4066-8BCA-C82C3800676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80</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a:extLst>
              <a:ext uri="{FF2B5EF4-FFF2-40B4-BE49-F238E27FC236}">
                <a16:creationId xmlns:a16="http://schemas.microsoft.com/office/drawing/2014/main" id="{2F84DF3B-7947-5A9D-E328-51FFDE634A2A}"/>
              </a:ext>
            </a:extLst>
          </p:cNvPr>
          <p:cNvSpPr>
            <a:spLocks noGrp="1"/>
          </p:cNvSpPr>
          <p:nvPr>
            <p:ph type="title"/>
          </p:nvPr>
        </p:nvSpPr>
        <p:spPr/>
        <p:txBody>
          <a:bodyPr/>
          <a:lstStyle/>
          <a:p>
            <a:r>
              <a:rPr lang="zh-CN" altLang="en-US"/>
              <a:t>补充</a:t>
            </a:r>
            <a:r>
              <a:rPr lang="en-US" altLang="zh-CN"/>
              <a:t>2-14</a:t>
            </a:r>
            <a:r>
              <a:rPr lang="zh-CN" altLang="en-US"/>
              <a:t>（续）</a:t>
            </a:r>
          </a:p>
        </p:txBody>
      </p:sp>
      <p:sp>
        <p:nvSpPr>
          <p:cNvPr id="132099" name="内容占位符 2">
            <a:extLst>
              <a:ext uri="{FF2B5EF4-FFF2-40B4-BE49-F238E27FC236}">
                <a16:creationId xmlns:a16="http://schemas.microsoft.com/office/drawing/2014/main" id="{A306F1C4-1031-BB24-9A68-B470C02A222E}"/>
              </a:ext>
            </a:extLst>
          </p:cNvPr>
          <p:cNvSpPr>
            <a:spLocks noGrp="1"/>
          </p:cNvSpPr>
          <p:nvPr>
            <p:ph idx="1"/>
          </p:nvPr>
        </p:nvSpPr>
        <p:spPr/>
        <p:txBody>
          <a:bodyPr/>
          <a:lstStyle/>
          <a:p>
            <a:r>
              <a:rPr lang="zh-CN" altLang="en-US"/>
              <a:t>提示语思考：</a:t>
            </a:r>
          </a:p>
          <a:p>
            <a:pPr lvl="1"/>
            <a:r>
              <a:rPr lang="zh-CN" altLang="en-US"/>
              <a:t>将本例中参与运算的数据，及运算结果数据都转换为二进制形式，观察、理解位运算的运算规则和效果。</a:t>
            </a:r>
          </a:p>
          <a:p>
            <a:pPr lvl="1"/>
            <a:r>
              <a:rPr lang="zh-CN" altLang="en-US"/>
              <a:t>使用按位与操作可以将操作数中的若干位置</a:t>
            </a:r>
            <a:r>
              <a:rPr lang="en-US" altLang="zh-CN"/>
              <a:t>0</a:t>
            </a:r>
            <a:r>
              <a:rPr lang="zh-CN" altLang="en-US"/>
              <a:t>（其他位不变），或者取操作数中的若干指定位。</a:t>
            </a:r>
          </a:p>
          <a:p>
            <a:pPr lvl="1"/>
            <a:r>
              <a:rPr lang="zh-CN" altLang="en-US"/>
              <a:t>使用按位或操作可以将操作数中的若干位置</a:t>
            </a:r>
            <a:r>
              <a:rPr lang="en-US" altLang="zh-CN"/>
              <a:t>1</a:t>
            </a:r>
            <a:r>
              <a:rPr lang="zh-CN" altLang="en-US"/>
              <a:t>，（其他位不变）。</a:t>
            </a:r>
          </a:p>
          <a:p>
            <a:pPr lvl="1"/>
            <a:r>
              <a:rPr lang="zh-CN" altLang="en-US"/>
              <a:t>使用按位异或操作可以将操作为数中的若干指定位翻转。</a:t>
            </a:r>
          </a:p>
        </p:txBody>
      </p:sp>
      <p:sp>
        <p:nvSpPr>
          <p:cNvPr id="132100" name="灯片编号占位符 3">
            <a:extLst>
              <a:ext uri="{FF2B5EF4-FFF2-40B4-BE49-F238E27FC236}">
                <a16:creationId xmlns:a16="http://schemas.microsoft.com/office/drawing/2014/main" id="{DE0EEFE1-83EE-694B-CCE1-9055B5C666B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841736C-026E-4113-BEBB-51FF6A416D4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81</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标题 1">
            <a:extLst>
              <a:ext uri="{FF2B5EF4-FFF2-40B4-BE49-F238E27FC236}">
                <a16:creationId xmlns:a16="http://schemas.microsoft.com/office/drawing/2014/main" id="{1CA42E04-BD09-ED21-0DAA-3DC4A32D088D}"/>
              </a:ext>
            </a:extLst>
          </p:cNvPr>
          <p:cNvSpPr>
            <a:spLocks noGrp="1"/>
          </p:cNvSpPr>
          <p:nvPr>
            <p:ph type="title"/>
          </p:nvPr>
        </p:nvSpPr>
        <p:spPr/>
        <p:txBody>
          <a:bodyPr/>
          <a:lstStyle/>
          <a:p>
            <a:pPr eaLnBrk="1" hangingPunct="1"/>
            <a:r>
              <a:rPr lang="zh-CN" altLang="en-US"/>
              <a:t>运算符优先级</a:t>
            </a:r>
          </a:p>
        </p:txBody>
      </p:sp>
      <p:sp>
        <p:nvSpPr>
          <p:cNvPr id="3" name="内容占位符 2">
            <a:extLst>
              <a:ext uri="{FF2B5EF4-FFF2-40B4-BE49-F238E27FC236}">
                <a16:creationId xmlns:a16="http://schemas.microsoft.com/office/drawing/2014/main" id="{44EAC7CD-A428-1438-D895-60A201741217}"/>
              </a:ext>
            </a:extLst>
          </p:cNvPr>
          <p:cNvSpPr>
            <a:spLocks noGrp="1"/>
          </p:cNvSpPr>
          <p:nvPr>
            <p:ph idx="1"/>
          </p:nvPr>
        </p:nvSpPr>
        <p:spPr>
          <a:xfrm>
            <a:off x="457200" y="1571625"/>
            <a:ext cx="8229600" cy="5143500"/>
          </a:xfrm>
        </p:spPr>
        <p:txBody>
          <a:bodyPr>
            <a:normAutofit fontScale="92500" lnSpcReduction="10000"/>
          </a:bodyPr>
          <a:lstStyle/>
          <a:p>
            <a:pPr indent="85725" eaLnBrk="1" fontAlgn="auto" hangingPunct="1">
              <a:spcAft>
                <a:spcPts val="0"/>
              </a:spcAft>
              <a:buClr>
                <a:schemeClr val="accent3"/>
              </a:buClr>
              <a:buFont typeface="Georgia"/>
              <a:buNone/>
              <a:defRPr/>
            </a:pPr>
            <a:r>
              <a:rPr lang="en-US" altLang="zh-CN" sz="3200" dirty="0">
                <a:latin typeface="宋体" pitchFamily="2" charset="-122"/>
              </a:rPr>
              <a:t>()</a:t>
            </a:r>
            <a:endParaRPr lang="zh-CN" altLang="en-US" sz="3200" dirty="0">
              <a:latin typeface="宋体" pitchFamily="2" charset="-122"/>
            </a:endParaRPr>
          </a:p>
          <a:p>
            <a:pPr indent="85725" eaLnBrk="1" fontAlgn="auto" hangingPunct="1">
              <a:spcAft>
                <a:spcPts val="0"/>
              </a:spcAft>
              <a:buClr>
                <a:schemeClr val="accent3"/>
              </a:buClr>
              <a:buFont typeface="Georgia"/>
              <a:buNone/>
              <a:defRPr/>
            </a:pPr>
            <a:r>
              <a:rPr lang="en-US" altLang="zh-CN" sz="3200" dirty="0">
                <a:latin typeface="宋体" pitchFamily="2" charset="-122"/>
              </a:rPr>
              <a:t>++</a:t>
            </a:r>
            <a:r>
              <a:rPr lang="zh-CN" altLang="en-US" sz="3200" dirty="0">
                <a:latin typeface="宋体" pitchFamily="2" charset="-122"/>
              </a:rPr>
              <a:t>，</a:t>
            </a:r>
            <a:r>
              <a:rPr lang="en-US" altLang="zh-CN" sz="3200" dirty="0">
                <a:latin typeface="宋体" pitchFamily="2" charset="-122"/>
              </a:rPr>
              <a:t>--</a:t>
            </a:r>
            <a:r>
              <a:rPr lang="zh-CN" altLang="en-US" sz="3200" dirty="0">
                <a:latin typeface="宋体" pitchFamily="2" charset="-122"/>
              </a:rPr>
              <a:t>，</a:t>
            </a:r>
            <a:r>
              <a:rPr lang="en-US" altLang="zh-CN" sz="3200" dirty="0" err="1">
                <a:latin typeface="宋体" pitchFamily="2" charset="-122"/>
              </a:rPr>
              <a:t>sizeof</a:t>
            </a:r>
            <a:endParaRPr lang="en-US" altLang="zh-CN" sz="3200" dirty="0">
              <a:latin typeface="宋体" pitchFamily="2" charset="-122"/>
            </a:endParaRPr>
          </a:p>
          <a:p>
            <a:pPr indent="85725" eaLnBrk="1" fontAlgn="auto" hangingPunct="1">
              <a:spcAft>
                <a:spcPts val="0"/>
              </a:spcAft>
              <a:buClr>
                <a:schemeClr val="accent3"/>
              </a:buClr>
              <a:buFont typeface="Georgia"/>
              <a:buNone/>
              <a:defRPr/>
            </a:pPr>
            <a:r>
              <a:rPr lang="en-US" altLang="zh-CN" sz="3200" dirty="0">
                <a:latin typeface="宋体" pitchFamily="2" charset="-122"/>
              </a:rPr>
              <a:t>*, /, %</a:t>
            </a:r>
          </a:p>
          <a:p>
            <a:pPr indent="85725" eaLnBrk="1" fontAlgn="auto" hangingPunct="1">
              <a:spcAft>
                <a:spcPts val="0"/>
              </a:spcAft>
              <a:buClr>
                <a:schemeClr val="accent3"/>
              </a:buClr>
              <a:buFont typeface="Georgia"/>
              <a:buNone/>
              <a:defRPr/>
            </a:pPr>
            <a:r>
              <a:rPr lang="en-US" altLang="zh-CN" sz="3200" dirty="0">
                <a:latin typeface="宋体" pitchFamily="2" charset="-122"/>
              </a:rPr>
              <a:t>+, -</a:t>
            </a:r>
          </a:p>
          <a:p>
            <a:pPr indent="85725" eaLnBrk="1" fontAlgn="auto" hangingPunct="1">
              <a:spcAft>
                <a:spcPts val="0"/>
              </a:spcAft>
              <a:buClr>
                <a:schemeClr val="accent3"/>
              </a:buClr>
              <a:buFont typeface="Georgia"/>
              <a:buNone/>
              <a:defRPr/>
            </a:pPr>
            <a:r>
              <a:rPr lang="en-US" altLang="zh-CN" sz="3200" dirty="0">
                <a:latin typeface="宋体" pitchFamily="2" charset="-122"/>
              </a:rPr>
              <a:t>==, !=</a:t>
            </a:r>
          </a:p>
          <a:p>
            <a:pPr indent="85725" eaLnBrk="1" fontAlgn="auto" hangingPunct="1">
              <a:spcAft>
                <a:spcPts val="0"/>
              </a:spcAft>
              <a:buClr>
                <a:schemeClr val="accent3"/>
              </a:buClr>
              <a:buFont typeface="Georgia"/>
              <a:buNone/>
              <a:defRPr/>
            </a:pPr>
            <a:r>
              <a:rPr lang="zh-CN" altLang="en-US" sz="3200" dirty="0">
                <a:latin typeface="宋体" pitchFamily="2" charset="-122"/>
              </a:rPr>
              <a:t>位运算</a:t>
            </a:r>
          </a:p>
          <a:p>
            <a:pPr indent="85725" eaLnBrk="1" fontAlgn="auto" hangingPunct="1">
              <a:spcAft>
                <a:spcPts val="0"/>
              </a:spcAft>
              <a:buClr>
                <a:schemeClr val="accent3"/>
              </a:buClr>
              <a:buFont typeface="Georgia"/>
              <a:buNone/>
              <a:defRPr/>
            </a:pPr>
            <a:r>
              <a:rPr lang="en-US" altLang="zh-CN" sz="3200" dirty="0">
                <a:latin typeface="宋体" pitchFamily="2" charset="-122"/>
              </a:rPr>
              <a:t>&amp;&amp;</a:t>
            </a:r>
          </a:p>
          <a:p>
            <a:pPr indent="85725" eaLnBrk="1" fontAlgn="auto" hangingPunct="1">
              <a:spcAft>
                <a:spcPts val="0"/>
              </a:spcAft>
              <a:buClr>
                <a:schemeClr val="accent3"/>
              </a:buClr>
              <a:buFont typeface="Georgia"/>
              <a:buNone/>
              <a:defRPr/>
            </a:pPr>
            <a:r>
              <a:rPr lang="en-US" altLang="zh-CN" sz="3200" dirty="0">
                <a:latin typeface="宋体" pitchFamily="2" charset="-122"/>
              </a:rPr>
              <a:t>||</a:t>
            </a:r>
          </a:p>
          <a:p>
            <a:pPr indent="85725" eaLnBrk="1" fontAlgn="auto" hangingPunct="1">
              <a:spcAft>
                <a:spcPts val="0"/>
              </a:spcAft>
              <a:buClr>
                <a:schemeClr val="accent3"/>
              </a:buClr>
              <a:buFont typeface="Georgia"/>
              <a:buNone/>
              <a:defRPr/>
            </a:pPr>
            <a:r>
              <a:rPr lang="en-US" altLang="zh-CN" sz="3200" dirty="0">
                <a:latin typeface="宋体" pitchFamily="2" charset="-122"/>
              </a:rPr>
              <a:t>?:</a:t>
            </a:r>
          </a:p>
          <a:p>
            <a:pPr indent="85725" eaLnBrk="1" fontAlgn="auto" hangingPunct="1">
              <a:spcAft>
                <a:spcPts val="0"/>
              </a:spcAft>
              <a:buClr>
                <a:schemeClr val="accent3"/>
              </a:buClr>
              <a:buFont typeface="Georgia"/>
              <a:buNone/>
              <a:defRPr/>
            </a:pPr>
            <a:r>
              <a:rPr lang="zh-CN" altLang="en-US" sz="3200" dirty="0">
                <a:latin typeface="宋体" pitchFamily="2" charset="-122"/>
              </a:rPr>
              <a:t>赋值运算</a:t>
            </a:r>
          </a:p>
          <a:p>
            <a:pPr indent="85725" eaLnBrk="1" fontAlgn="auto" hangingPunct="1">
              <a:spcAft>
                <a:spcPts val="0"/>
              </a:spcAft>
              <a:buClr>
                <a:schemeClr val="accent3"/>
              </a:buClr>
              <a:buFont typeface="Georgia"/>
              <a:buNone/>
              <a:defRPr/>
            </a:pPr>
            <a:r>
              <a:rPr lang="zh-CN" altLang="en-US" sz="3200" dirty="0">
                <a:latin typeface="宋体" pitchFamily="2" charset="-122"/>
              </a:rPr>
              <a:t>逗号运算</a:t>
            </a:r>
          </a:p>
          <a:p>
            <a:pPr marL="658368" lvl="1" indent="-246888" eaLnBrk="1" fontAlgn="auto" hangingPunct="1">
              <a:spcAft>
                <a:spcPts val="0"/>
              </a:spcAft>
              <a:buFont typeface="Georgia"/>
              <a:buNone/>
              <a:defRPr/>
            </a:pPr>
            <a:endParaRPr lang="zh-CN" altLang="en-US" sz="3200" dirty="0">
              <a:solidFill>
                <a:srgbClr val="C00000"/>
              </a:solidFill>
              <a:latin typeface="宋体" pitchFamily="2" charset="-122"/>
            </a:endParaRPr>
          </a:p>
        </p:txBody>
      </p:sp>
      <p:sp>
        <p:nvSpPr>
          <p:cNvPr id="133124" name="灯片编号占位符 3">
            <a:extLst>
              <a:ext uri="{FF2B5EF4-FFF2-40B4-BE49-F238E27FC236}">
                <a16:creationId xmlns:a16="http://schemas.microsoft.com/office/drawing/2014/main" id="{11FB8F7E-CCFA-C585-2AB4-460E2F3635E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4CF7190-7AB1-4AA9-8E46-F0A6C1295CD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7F89C1D-50A3-BA7F-0133-94F2DEE9DB14}"/>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
        <p:nvSpPr>
          <p:cNvPr id="133126" name="Line 4">
            <a:extLst>
              <a:ext uri="{FF2B5EF4-FFF2-40B4-BE49-F238E27FC236}">
                <a16:creationId xmlns:a16="http://schemas.microsoft.com/office/drawing/2014/main" id="{8819D27B-5AD3-AE22-3F89-64592579A153}"/>
              </a:ext>
            </a:extLst>
          </p:cNvPr>
          <p:cNvSpPr>
            <a:spLocks noChangeShapeType="1"/>
          </p:cNvSpPr>
          <p:nvPr/>
        </p:nvSpPr>
        <p:spPr bwMode="auto">
          <a:xfrm flipV="1">
            <a:off x="4572000" y="1857375"/>
            <a:ext cx="0" cy="449580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27" name="Text Box 5">
            <a:extLst>
              <a:ext uri="{FF2B5EF4-FFF2-40B4-BE49-F238E27FC236}">
                <a16:creationId xmlns:a16="http://schemas.microsoft.com/office/drawing/2014/main" id="{62420A0E-8A04-9FBB-9C55-54CD2694EB8F}"/>
              </a:ext>
            </a:extLst>
          </p:cNvPr>
          <p:cNvSpPr txBox="1">
            <a:spLocks noChangeArrowheads="1"/>
          </p:cNvSpPr>
          <p:nvPr/>
        </p:nvSpPr>
        <p:spPr bwMode="auto">
          <a:xfrm>
            <a:off x="4724400" y="604837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50000"/>
              </a:spcBef>
              <a:buClrTx/>
              <a:buFontTx/>
              <a:buNone/>
            </a:pPr>
            <a:r>
              <a:rPr lang="zh-CN" altLang="en-US" sz="2400">
                <a:latin typeface="Times New Roman" panose="02020603050405020304" pitchFamily="18" charset="0"/>
              </a:rPr>
              <a:t>低</a:t>
            </a:r>
          </a:p>
        </p:txBody>
      </p:sp>
      <p:sp>
        <p:nvSpPr>
          <p:cNvPr id="133128" name="Text Box 6">
            <a:extLst>
              <a:ext uri="{FF2B5EF4-FFF2-40B4-BE49-F238E27FC236}">
                <a16:creationId xmlns:a16="http://schemas.microsoft.com/office/drawing/2014/main" id="{665D9A74-7652-9A64-6F76-C976F73AE659}"/>
              </a:ext>
            </a:extLst>
          </p:cNvPr>
          <p:cNvSpPr txBox="1">
            <a:spLocks noChangeArrowheads="1"/>
          </p:cNvSpPr>
          <p:nvPr/>
        </p:nvSpPr>
        <p:spPr bwMode="auto">
          <a:xfrm>
            <a:off x="4714875" y="1785938"/>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50000"/>
              </a:spcBef>
              <a:buClrTx/>
              <a:buFontTx/>
              <a:buNone/>
            </a:pPr>
            <a:r>
              <a:rPr lang="zh-CN" altLang="en-US" sz="2400">
                <a:latin typeface="Times New Roman" panose="02020603050405020304" pitchFamily="18" charset="0"/>
              </a:rPr>
              <a:t>高</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6303A-AF74-FFE5-4BF5-657A103889A0}"/>
              </a:ext>
            </a:extLst>
          </p:cNvPr>
          <p:cNvSpPr>
            <a:spLocks noGrp="1"/>
          </p:cNvSpPr>
          <p:nvPr>
            <p:ph type="title"/>
          </p:nvPr>
        </p:nvSpPr>
        <p:spPr/>
        <p:txBody>
          <a:bodyPr>
            <a:normAutofit fontScale="90000"/>
          </a:bodyPr>
          <a:lstStyle/>
          <a:p>
            <a:pPr eaLnBrk="1" fontAlgn="auto" hangingPunct="1">
              <a:spcAft>
                <a:spcPts val="0"/>
              </a:spcAft>
              <a:defRPr/>
            </a:pPr>
            <a:r>
              <a:rPr lang="zh-CN" altLang="en-US" dirty="0"/>
              <a:t>混合运算时数据类型的转换</a:t>
            </a:r>
            <a:r>
              <a:rPr lang="en-US" altLang="zh-CN" dirty="0"/>
              <a:t>——</a:t>
            </a:r>
            <a:r>
              <a:rPr lang="zh-CN" altLang="en-US" dirty="0"/>
              <a:t>隐含转换</a:t>
            </a:r>
          </a:p>
        </p:txBody>
      </p:sp>
      <p:sp>
        <p:nvSpPr>
          <p:cNvPr id="134147" name="内容占位符 2">
            <a:extLst>
              <a:ext uri="{FF2B5EF4-FFF2-40B4-BE49-F238E27FC236}">
                <a16:creationId xmlns:a16="http://schemas.microsoft.com/office/drawing/2014/main" id="{7BB5A726-CD84-626D-1BE9-346D3399A7BD}"/>
              </a:ext>
            </a:extLst>
          </p:cNvPr>
          <p:cNvSpPr>
            <a:spLocks noGrp="1"/>
          </p:cNvSpPr>
          <p:nvPr>
            <p:ph idx="1"/>
          </p:nvPr>
        </p:nvSpPr>
        <p:spPr>
          <a:xfrm>
            <a:off x="457200" y="1571625"/>
            <a:ext cx="8229600" cy="5143500"/>
          </a:xfrm>
        </p:spPr>
        <p:txBody>
          <a:bodyPr/>
          <a:lstStyle/>
          <a:p>
            <a:pPr eaLnBrk="1" hangingPunct="1">
              <a:lnSpc>
                <a:spcPct val="120000"/>
              </a:lnSpc>
              <a:spcBef>
                <a:spcPts val="1200"/>
              </a:spcBef>
              <a:spcAft>
                <a:spcPts val="1200"/>
              </a:spcAft>
            </a:pPr>
            <a:r>
              <a:rPr lang="zh-CN" altLang="en-US"/>
              <a:t>一些二元运算符（算术运算符、关系运算符、逻辑运算符、位运算符和赋值运算符）要求两个操作数的类型一致。</a:t>
            </a:r>
          </a:p>
          <a:p>
            <a:pPr eaLnBrk="1" hangingPunct="1">
              <a:lnSpc>
                <a:spcPct val="120000"/>
              </a:lnSpc>
              <a:spcBef>
                <a:spcPts val="1200"/>
              </a:spcBef>
              <a:spcAft>
                <a:spcPts val="1200"/>
              </a:spcAft>
            </a:pPr>
            <a:r>
              <a:rPr lang="zh-CN" altLang="en-US"/>
              <a:t>在算术运算和关系运算中如果参与运算的操作数类型不一致，编译系统会自动对数据进行转换（即隐含转换），基本原则是将低类型数据转换为高类型数据。</a:t>
            </a:r>
            <a:br>
              <a:rPr lang="zh-CN" altLang="en-US"/>
            </a:br>
            <a:r>
              <a:rPr lang="zh-CN" altLang="en-US"/>
              <a:t>       </a:t>
            </a:r>
            <a:r>
              <a:rPr lang="en-US" altLang="zh-CN" sz="2000"/>
              <a:t>char,short,int,unsigned,long,unsigned long,float,double</a:t>
            </a:r>
            <a:br>
              <a:rPr lang="en-US" altLang="zh-CN" sz="2400"/>
            </a:br>
            <a:r>
              <a:rPr lang="zh-CN" altLang="en-US" sz="2400"/>
              <a:t>低                                                                                              高</a:t>
            </a:r>
            <a:endParaRPr lang="zh-CN" altLang="en-US"/>
          </a:p>
          <a:p>
            <a:pPr lvl="1" eaLnBrk="1" hangingPunct="1">
              <a:buFont typeface="Georgia" panose="02040502050405020303" pitchFamily="18" charset="0"/>
              <a:buNone/>
            </a:pPr>
            <a:endParaRPr lang="zh-CN" altLang="en-US" sz="3200">
              <a:solidFill>
                <a:srgbClr val="C00000"/>
              </a:solidFill>
            </a:endParaRPr>
          </a:p>
        </p:txBody>
      </p:sp>
      <p:sp>
        <p:nvSpPr>
          <p:cNvPr id="134148" name="灯片编号占位符 3">
            <a:extLst>
              <a:ext uri="{FF2B5EF4-FFF2-40B4-BE49-F238E27FC236}">
                <a16:creationId xmlns:a16="http://schemas.microsoft.com/office/drawing/2014/main" id="{E4F75421-5CB4-601A-23E1-89C7F540B76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90391A2-7E96-47C2-991C-2C9AE999B6F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FB80F79F-72AC-F8AC-3099-F11E33729053}"/>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
        <p:nvSpPr>
          <p:cNvPr id="134150" name="Line 1029">
            <a:extLst>
              <a:ext uri="{FF2B5EF4-FFF2-40B4-BE49-F238E27FC236}">
                <a16:creationId xmlns:a16="http://schemas.microsoft.com/office/drawing/2014/main" id="{6CE075BD-A65C-530E-291E-7FA927CCB971}"/>
              </a:ext>
            </a:extLst>
          </p:cNvPr>
          <p:cNvSpPr>
            <a:spLocks noChangeShapeType="1"/>
          </p:cNvSpPr>
          <p:nvPr/>
        </p:nvSpPr>
        <p:spPr bwMode="auto">
          <a:xfrm>
            <a:off x="1357313" y="6215063"/>
            <a:ext cx="6429375" cy="46037"/>
          </a:xfrm>
          <a:prstGeom prst="line">
            <a:avLst/>
          </a:prstGeom>
          <a:noFill/>
          <a:ln w="127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38DF0A-4AD8-A93F-5F6D-28730CC95E9D}"/>
              </a:ext>
            </a:extLst>
          </p:cNvPr>
          <p:cNvSpPr>
            <a:spLocks noGrp="1"/>
          </p:cNvSpPr>
          <p:nvPr>
            <p:ph type="title"/>
          </p:nvPr>
        </p:nvSpPr>
        <p:spPr>
          <a:xfrm>
            <a:off x="214313" y="504825"/>
            <a:ext cx="9228137" cy="1066800"/>
          </a:xfrm>
        </p:spPr>
        <p:txBody>
          <a:bodyPr>
            <a:normAutofit fontScale="90000"/>
          </a:bodyPr>
          <a:lstStyle/>
          <a:p>
            <a:pPr eaLnBrk="1" fontAlgn="auto" hangingPunct="1">
              <a:spcAft>
                <a:spcPts val="0"/>
              </a:spcAft>
              <a:defRPr/>
            </a:pPr>
            <a:r>
              <a:rPr lang="zh-CN" altLang="en-US" dirty="0"/>
              <a:t>混合运算时数据类型的转换</a:t>
            </a:r>
            <a:r>
              <a:rPr lang="en-US" altLang="zh-CN" dirty="0"/>
              <a:t>——</a:t>
            </a:r>
            <a:r>
              <a:rPr lang="zh-CN" altLang="en-US" dirty="0"/>
              <a:t>隐含转换</a:t>
            </a:r>
            <a:r>
              <a:rPr lang="en-US" altLang="zh-CN" dirty="0"/>
              <a:t>(</a:t>
            </a:r>
            <a:r>
              <a:rPr lang="zh-CN" altLang="en-US" dirty="0"/>
              <a:t>续</a:t>
            </a:r>
            <a:r>
              <a:rPr lang="en-US" altLang="zh-CN" dirty="0"/>
              <a:t>)</a:t>
            </a:r>
            <a:endParaRPr lang="zh-CN" altLang="en-US" dirty="0"/>
          </a:p>
        </p:txBody>
      </p:sp>
      <p:sp>
        <p:nvSpPr>
          <p:cNvPr id="135171" name="内容占位符 2">
            <a:extLst>
              <a:ext uri="{FF2B5EF4-FFF2-40B4-BE49-F238E27FC236}">
                <a16:creationId xmlns:a16="http://schemas.microsoft.com/office/drawing/2014/main" id="{EF900B40-F48B-FB1F-037A-F291EDC42243}"/>
              </a:ext>
            </a:extLst>
          </p:cNvPr>
          <p:cNvSpPr>
            <a:spLocks noGrp="1"/>
          </p:cNvSpPr>
          <p:nvPr>
            <p:ph idx="1"/>
          </p:nvPr>
        </p:nvSpPr>
        <p:spPr>
          <a:xfrm>
            <a:off x="457200" y="1571625"/>
            <a:ext cx="8229600" cy="5143500"/>
          </a:xfrm>
        </p:spPr>
        <p:txBody>
          <a:bodyPr/>
          <a:lstStyle/>
          <a:p>
            <a:pPr eaLnBrk="1" hangingPunct="1">
              <a:lnSpc>
                <a:spcPct val="130000"/>
              </a:lnSpc>
              <a:spcBef>
                <a:spcPts val="1200"/>
              </a:spcBef>
              <a:spcAft>
                <a:spcPts val="1200"/>
              </a:spcAft>
              <a:defRPr/>
            </a:pPr>
            <a:r>
              <a:rPr lang="zh-CN" altLang="en-US" sz="2600" dirty="0"/>
              <a:t>当参与运算的操作数必须是</a:t>
            </a:r>
            <a:r>
              <a:rPr lang="en-US" altLang="zh-CN" sz="2600" dirty="0"/>
              <a:t>bool</a:t>
            </a:r>
            <a:r>
              <a:rPr lang="zh-CN" altLang="en-US" sz="2600" dirty="0"/>
              <a:t>型时，如果操作数是其它类型，编译系统会自动将非</a:t>
            </a:r>
            <a:r>
              <a:rPr lang="en-US" altLang="zh-CN" sz="2600" dirty="0">
                <a:latin typeface="+mn-ea"/>
              </a:rPr>
              <a:t>0</a:t>
            </a:r>
            <a:r>
              <a:rPr lang="zh-CN" altLang="en-US" sz="2600" dirty="0"/>
              <a:t>数据转换为</a:t>
            </a:r>
            <a:r>
              <a:rPr lang="en-US" altLang="zh-CN" sz="2600" dirty="0"/>
              <a:t>true</a:t>
            </a:r>
            <a:r>
              <a:rPr lang="zh-CN" altLang="en-US" sz="2600" dirty="0"/>
              <a:t>，</a:t>
            </a:r>
            <a:r>
              <a:rPr lang="en-US" altLang="zh-CN" sz="2600" dirty="0">
                <a:latin typeface="+mn-ea"/>
              </a:rPr>
              <a:t>0</a:t>
            </a:r>
            <a:r>
              <a:rPr lang="zh-CN" altLang="en-US" sz="2600" dirty="0"/>
              <a:t>转换为</a:t>
            </a:r>
            <a:r>
              <a:rPr lang="en-US" altLang="zh-CN" sz="2600" dirty="0"/>
              <a:t>false</a:t>
            </a:r>
            <a:r>
              <a:rPr lang="zh-CN" altLang="en-US" sz="2600" dirty="0"/>
              <a:t>。</a:t>
            </a:r>
          </a:p>
          <a:p>
            <a:pPr eaLnBrk="1" hangingPunct="1">
              <a:lnSpc>
                <a:spcPct val="130000"/>
              </a:lnSpc>
              <a:spcBef>
                <a:spcPts val="1200"/>
              </a:spcBef>
              <a:spcAft>
                <a:spcPts val="1200"/>
              </a:spcAft>
              <a:defRPr/>
            </a:pPr>
            <a:r>
              <a:rPr lang="zh-CN" altLang="en-US" sz="2600" dirty="0"/>
              <a:t>位运算的操作数必须是整数，当二元位运算的操作数是不同类型的整数时，也会自动进行类型转换，</a:t>
            </a:r>
          </a:p>
          <a:p>
            <a:pPr eaLnBrk="1" hangingPunct="1">
              <a:lnSpc>
                <a:spcPct val="130000"/>
              </a:lnSpc>
              <a:spcBef>
                <a:spcPts val="1200"/>
              </a:spcBef>
              <a:spcAft>
                <a:spcPts val="1200"/>
              </a:spcAft>
              <a:defRPr/>
            </a:pPr>
            <a:r>
              <a:rPr lang="zh-CN" altLang="en-US" sz="2600" dirty="0"/>
              <a:t>赋值运算要求左值与右值的类型相同，若类型不同，编译系统会自动将右值转换为左值的类型。</a:t>
            </a:r>
          </a:p>
          <a:p>
            <a:pPr lvl="1" eaLnBrk="1" hangingPunct="1">
              <a:buFont typeface="Georgia" panose="02040502050405020303" pitchFamily="18" charset="0"/>
              <a:buNone/>
              <a:defRPr/>
            </a:pPr>
            <a:endParaRPr lang="zh-CN" altLang="en-US" sz="3200" dirty="0">
              <a:solidFill>
                <a:srgbClr val="C00000"/>
              </a:solidFill>
              <a:latin typeface="宋体" panose="02010600030101010101" pitchFamily="2" charset="-122"/>
            </a:endParaRPr>
          </a:p>
        </p:txBody>
      </p:sp>
      <p:sp>
        <p:nvSpPr>
          <p:cNvPr id="136196" name="灯片编号占位符 3">
            <a:extLst>
              <a:ext uri="{FF2B5EF4-FFF2-40B4-BE49-F238E27FC236}">
                <a16:creationId xmlns:a16="http://schemas.microsoft.com/office/drawing/2014/main" id="{C6CFEC02-8C2D-0F10-D409-8A40BEB276B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4D34C74-D691-4B36-9D39-1AE6021D27A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BD20B1D-C88B-558A-F0D1-2C73513EC7FD}"/>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374B9E-F619-10EA-77F1-9D8625989EF5}"/>
              </a:ext>
            </a:extLst>
          </p:cNvPr>
          <p:cNvSpPr>
            <a:spLocks noGrp="1"/>
          </p:cNvSpPr>
          <p:nvPr>
            <p:ph type="title"/>
          </p:nvPr>
        </p:nvSpPr>
        <p:spPr>
          <a:xfrm>
            <a:off x="457200" y="379413"/>
            <a:ext cx="8229600" cy="1066800"/>
          </a:xfrm>
        </p:spPr>
        <p:txBody>
          <a:bodyPr>
            <a:normAutofit fontScale="90000"/>
          </a:bodyPr>
          <a:lstStyle/>
          <a:p>
            <a:pPr eaLnBrk="1" fontAlgn="auto" hangingPunct="1">
              <a:spcAft>
                <a:spcPts val="0"/>
              </a:spcAft>
              <a:defRPr/>
            </a:pPr>
            <a:r>
              <a:rPr lang="zh-CN" altLang="en-US" dirty="0"/>
              <a:t>混合运算时数据类型的转换</a:t>
            </a:r>
            <a:r>
              <a:rPr lang="en-US" altLang="zh-CN" dirty="0"/>
              <a:t>——</a:t>
            </a:r>
            <a:r>
              <a:rPr lang="zh-CN" altLang="en-US" dirty="0"/>
              <a:t>显式转换</a:t>
            </a:r>
          </a:p>
        </p:txBody>
      </p:sp>
      <p:sp>
        <p:nvSpPr>
          <p:cNvPr id="3" name="内容占位符 2">
            <a:extLst>
              <a:ext uri="{FF2B5EF4-FFF2-40B4-BE49-F238E27FC236}">
                <a16:creationId xmlns:a16="http://schemas.microsoft.com/office/drawing/2014/main" id="{5077128E-7BAB-8B4A-BBCA-C0201F54301A}"/>
              </a:ext>
            </a:extLst>
          </p:cNvPr>
          <p:cNvSpPr>
            <a:spLocks noGrp="1"/>
          </p:cNvSpPr>
          <p:nvPr>
            <p:ph idx="1"/>
          </p:nvPr>
        </p:nvSpPr>
        <p:spPr>
          <a:xfrm>
            <a:off x="449263" y="1335088"/>
            <a:ext cx="8586787" cy="5143500"/>
          </a:xfrm>
        </p:spPr>
        <p:txBody>
          <a:bodyPr>
            <a:normAutofit/>
          </a:bodyPr>
          <a:lstStyle/>
          <a:p>
            <a:pPr marL="365760" indent="-256032" eaLnBrk="1" fontAlgn="auto" hangingPunct="1">
              <a:lnSpc>
                <a:spcPct val="120000"/>
              </a:lnSpc>
              <a:spcAft>
                <a:spcPts val="0"/>
              </a:spcAft>
              <a:buClr>
                <a:schemeClr val="accent3"/>
              </a:buClr>
              <a:buFont typeface="Georgia"/>
              <a:buChar char="•"/>
              <a:defRPr/>
            </a:pPr>
            <a:r>
              <a:rPr lang="zh-CN" altLang="en-US" dirty="0"/>
              <a:t>语法形式（</a:t>
            </a:r>
            <a:r>
              <a:rPr lang="en-US" altLang="zh-CN" dirty="0"/>
              <a:t>3</a:t>
            </a:r>
            <a:r>
              <a:rPr lang="zh-CN" altLang="en-US" dirty="0"/>
              <a:t>种）：</a:t>
            </a:r>
          </a:p>
          <a:p>
            <a:pPr marL="658368" lvl="1" indent="-246888" eaLnBrk="1" fontAlgn="auto" hangingPunct="1">
              <a:lnSpc>
                <a:spcPct val="120000"/>
              </a:lnSpc>
              <a:spcAft>
                <a:spcPts val="0"/>
              </a:spcAft>
              <a:buFont typeface="Georgia"/>
              <a:buChar char="▫"/>
              <a:defRPr/>
            </a:pPr>
            <a:r>
              <a:rPr lang="zh-CN" altLang="en-US" sz="2400" dirty="0"/>
              <a:t>类型说明符</a:t>
            </a:r>
            <a:r>
              <a:rPr lang="en-US" altLang="zh-CN" sz="2400" dirty="0"/>
              <a:t>(</a:t>
            </a:r>
            <a:r>
              <a:rPr lang="zh-CN" altLang="en-US" sz="2400" dirty="0"/>
              <a:t>表达式</a:t>
            </a:r>
            <a:r>
              <a:rPr lang="en-US" altLang="zh-CN" sz="2400" dirty="0"/>
              <a:t>)</a:t>
            </a:r>
          </a:p>
          <a:p>
            <a:pPr marL="658368" lvl="1" indent="-246888" eaLnBrk="1" fontAlgn="auto" hangingPunct="1">
              <a:lnSpc>
                <a:spcPct val="120000"/>
              </a:lnSpc>
              <a:spcAft>
                <a:spcPts val="0"/>
              </a:spcAft>
              <a:buFont typeface="Georgia"/>
              <a:buChar char="▫"/>
              <a:defRPr/>
            </a:pPr>
            <a:r>
              <a:rPr lang="en-US" altLang="zh-CN" sz="2400" dirty="0"/>
              <a:t>(</a:t>
            </a:r>
            <a:r>
              <a:rPr lang="zh-CN" altLang="en-US" sz="2400" dirty="0"/>
              <a:t>类型说明符</a:t>
            </a:r>
            <a:r>
              <a:rPr lang="en-US" altLang="zh-CN" sz="2400" dirty="0"/>
              <a:t>)</a:t>
            </a:r>
            <a:r>
              <a:rPr lang="zh-CN" altLang="en-US" sz="2400" dirty="0"/>
              <a:t>表达式</a:t>
            </a:r>
          </a:p>
          <a:p>
            <a:pPr marL="658368" lvl="1" indent="-246888" eaLnBrk="1" fontAlgn="auto" hangingPunct="1">
              <a:lnSpc>
                <a:spcPct val="120000"/>
              </a:lnSpc>
              <a:spcAft>
                <a:spcPts val="0"/>
              </a:spcAft>
              <a:buFont typeface="Georgia"/>
              <a:buChar char="▫"/>
              <a:defRPr/>
            </a:pPr>
            <a:r>
              <a:rPr lang="zh-CN" altLang="en-US" sz="2400" dirty="0"/>
              <a:t>类型转换操作符</a:t>
            </a:r>
            <a:r>
              <a:rPr lang="en-US" altLang="zh-CN" sz="2400" dirty="0"/>
              <a:t>&lt;</a:t>
            </a:r>
            <a:r>
              <a:rPr lang="zh-CN" altLang="en-US" sz="2400" dirty="0"/>
              <a:t>类型说明符</a:t>
            </a:r>
            <a:r>
              <a:rPr lang="en-US" altLang="zh-CN" sz="2400" dirty="0"/>
              <a:t>&gt;(</a:t>
            </a:r>
            <a:r>
              <a:rPr lang="zh-CN" altLang="en-US" sz="2400" dirty="0"/>
              <a:t>表达式</a:t>
            </a:r>
            <a:r>
              <a:rPr lang="en-US" altLang="zh-CN" sz="2400" dirty="0"/>
              <a:t>)</a:t>
            </a:r>
          </a:p>
          <a:p>
            <a:pPr marL="923544" lvl="2" indent="-219456" eaLnBrk="1" fontAlgn="auto" hangingPunct="1">
              <a:lnSpc>
                <a:spcPct val="120000"/>
              </a:lnSpc>
              <a:spcAft>
                <a:spcPts val="0"/>
              </a:spcAft>
              <a:buFont typeface="Wingdings 2"/>
              <a:buChar char=""/>
              <a:defRPr/>
            </a:pPr>
            <a:r>
              <a:rPr lang="zh-CN" altLang="en-US" dirty="0"/>
              <a:t>类型转换操作符可以是：</a:t>
            </a:r>
            <a:br>
              <a:rPr lang="zh-CN" altLang="en-US" sz="2000" dirty="0"/>
            </a:br>
            <a:r>
              <a:rPr lang="en-US" altLang="zh-CN" dirty="0" err="1"/>
              <a:t>const_cast</a:t>
            </a:r>
            <a:r>
              <a:rPr lang="zh-CN" altLang="en-US" dirty="0"/>
              <a:t>、</a:t>
            </a:r>
            <a:r>
              <a:rPr lang="en-US" altLang="zh-CN" dirty="0" err="1"/>
              <a:t>dynamic_cast</a:t>
            </a:r>
            <a:r>
              <a:rPr lang="zh-CN" altLang="en-US" dirty="0"/>
              <a:t>、</a:t>
            </a:r>
            <a:br>
              <a:rPr lang="zh-CN" altLang="en-US" dirty="0"/>
            </a:br>
            <a:r>
              <a:rPr lang="en-US" altLang="zh-CN" dirty="0" err="1"/>
              <a:t>reinterpret_cast</a:t>
            </a:r>
            <a:r>
              <a:rPr lang="zh-CN" altLang="en-US" dirty="0"/>
              <a:t>、</a:t>
            </a:r>
            <a:r>
              <a:rPr lang="en-US" altLang="zh-CN" dirty="0" err="1"/>
              <a:t>static_cast</a:t>
            </a:r>
            <a:endParaRPr lang="en-US" altLang="zh-CN" dirty="0"/>
          </a:p>
          <a:p>
            <a:pPr marL="365760" indent="-256032" eaLnBrk="1" fontAlgn="auto" hangingPunct="1">
              <a:lnSpc>
                <a:spcPct val="120000"/>
              </a:lnSpc>
              <a:spcAft>
                <a:spcPts val="0"/>
              </a:spcAft>
              <a:buClr>
                <a:schemeClr val="accent3"/>
              </a:buClr>
              <a:buFont typeface="Georgia"/>
              <a:buChar char="•"/>
              <a:defRPr/>
            </a:pPr>
            <a:r>
              <a:rPr lang="zh-CN" altLang="en-US" dirty="0"/>
              <a:t>显式类型转换的作用是将表达式的结果类型转换为类型说明符所指定的类型。</a:t>
            </a:r>
          </a:p>
          <a:p>
            <a:pPr marL="365760" indent="-256032" eaLnBrk="1" fontAlgn="auto" hangingPunct="1">
              <a:lnSpc>
                <a:spcPct val="120000"/>
              </a:lnSpc>
              <a:spcAft>
                <a:spcPts val="0"/>
              </a:spcAft>
              <a:buClr>
                <a:schemeClr val="accent3"/>
              </a:buClr>
              <a:buFont typeface="Georgia"/>
              <a:buChar char="•"/>
              <a:defRPr/>
            </a:pPr>
            <a:r>
              <a:rPr lang="zh-CN" altLang="en-US" sz="2400" dirty="0"/>
              <a:t>例：</a:t>
            </a:r>
            <a:r>
              <a:rPr lang="en-US" altLang="zh-CN" sz="2400" dirty="0"/>
              <a:t>int(z),  (int)z,  </a:t>
            </a:r>
            <a:r>
              <a:rPr lang="en-US" altLang="zh-CN" sz="2400" dirty="0" err="1"/>
              <a:t>static_cast</a:t>
            </a:r>
            <a:r>
              <a:rPr lang="en-US" altLang="zh-CN" sz="2400" dirty="0"/>
              <a:t>&lt;int&gt;(z)   </a:t>
            </a:r>
            <a:r>
              <a:rPr lang="zh-CN" altLang="en-US" sz="2400" dirty="0"/>
              <a:t>三种完全等价</a:t>
            </a:r>
          </a:p>
        </p:txBody>
      </p:sp>
      <p:sp>
        <p:nvSpPr>
          <p:cNvPr id="137220" name="灯片编号占位符 3">
            <a:extLst>
              <a:ext uri="{FF2B5EF4-FFF2-40B4-BE49-F238E27FC236}">
                <a16:creationId xmlns:a16="http://schemas.microsoft.com/office/drawing/2014/main" id="{919E380D-B83A-4632-A431-2FD31D0FDB9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0B32AF0-A5C2-49F4-A5E7-1C9FDF947C1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7B9B9D4-B73D-CDB9-8CCD-69CA2D13AD0C}"/>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r>
              <a:rPr kumimoji="0" lang="en-US" altLang="zh-CN" sz="2800" dirty="0">
                <a:solidFill>
                  <a:schemeClr val="bg1"/>
                </a:solidFill>
                <a:latin typeface="+mj-lt"/>
                <a:ea typeface="+mj-ea"/>
                <a:cs typeface="+mj-cs"/>
              </a:rPr>
              <a:t> —— 2.2.5 </a:t>
            </a:r>
            <a:r>
              <a:rPr kumimoji="0" lang="zh-CN" altLang="en-US" sz="2800" dirty="0">
                <a:solidFill>
                  <a:schemeClr val="bg1"/>
                </a:solidFill>
                <a:latin typeface="+mj-lt"/>
                <a:ea typeface="+mj-ea"/>
                <a:cs typeface="+mj-cs"/>
              </a:rPr>
              <a:t>运算符与表达式</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标题 1">
            <a:extLst>
              <a:ext uri="{FF2B5EF4-FFF2-40B4-BE49-F238E27FC236}">
                <a16:creationId xmlns:a16="http://schemas.microsoft.com/office/drawing/2014/main" id="{B4824F37-384E-CD6D-4AB6-38BB44F90560}"/>
              </a:ext>
            </a:extLst>
          </p:cNvPr>
          <p:cNvSpPr>
            <a:spLocks noGrp="1"/>
          </p:cNvSpPr>
          <p:nvPr>
            <p:ph type="title"/>
          </p:nvPr>
        </p:nvSpPr>
        <p:spPr>
          <a:xfrm>
            <a:off x="457200" y="260350"/>
            <a:ext cx="8229600" cy="1066800"/>
          </a:xfrm>
        </p:spPr>
        <p:txBody>
          <a:bodyPr/>
          <a:lstStyle/>
          <a:p>
            <a:pPr eaLnBrk="1" hangingPunct="1"/>
            <a:r>
              <a:rPr lang="en-US" altLang="zh-CN"/>
              <a:t>2.2.6 </a:t>
            </a:r>
            <a:r>
              <a:rPr lang="zh-CN" altLang="en-US"/>
              <a:t>语句</a:t>
            </a:r>
          </a:p>
        </p:txBody>
      </p:sp>
      <p:sp>
        <p:nvSpPr>
          <p:cNvPr id="138243" name="内容占位符 2">
            <a:extLst>
              <a:ext uri="{FF2B5EF4-FFF2-40B4-BE49-F238E27FC236}">
                <a16:creationId xmlns:a16="http://schemas.microsoft.com/office/drawing/2014/main" id="{7143A4F3-C769-FDF7-8FE3-CDB937E2405D}"/>
              </a:ext>
            </a:extLst>
          </p:cNvPr>
          <p:cNvSpPr>
            <a:spLocks noGrp="1"/>
          </p:cNvSpPr>
          <p:nvPr>
            <p:ph idx="1"/>
          </p:nvPr>
        </p:nvSpPr>
        <p:spPr>
          <a:xfrm>
            <a:off x="457200" y="1125538"/>
            <a:ext cx="8686800" cy="5616575"/>
          </a:xfrm>
        </p:spPr>
        <p:txBody>
          <a:bodyPr/>
          <a:lstStyle/>
          <a:p>
            <a:pPr eaLnBrk="1" hangingPunct="1">
              <a:spcBef>
                <a:spcPct val="0"/>
              </a:spcBef>
            </a:pPr>
            <a:r>
              <a:rPr lang="en-US" altLang="zh-CN">
                <a:latin typeface="宋体" panose="02010600030101010101" pitchFamily="2" charset="-122"/>
              </a:rPr>
              <a:t>C++</a:t>
            </a:r>
            <a:r>
              <a:rPr lang="zh-CN" altLang="en-US">
                <a:latin typeface="宋体" panose="02010600030101010101" pitchFamily="2" charset="-122"/>
              </a:rPr>
              <a:t>中的语句有如下种类</a:t>
            </a:r>
            <a:endParaRPr lang="en-US" altLang="zh-CN">
              <a:latin typeface="宋体" panose="02010600030101010101" pitchFamily="2" charset="-122"/>
            </a:endParaRPr>
          </a:p>
          <a:p>
            <a:pPr lvl="1" eaLnBrk="1" hangingPunct="1">
              <a:spcBef>
                <a:spcPct val="0"/>
              </a:spcBef>
            </a:pPr>
            <a:r>
              <a:rPr lang="zh-CN" altLang="en-US">
                <a:latin typeface="宋体" panose="02010600030101010101" pitchFamily="2" charset="-122"/>
              </a:rPr>
              <a:t>空语句</a:t>
            </a:r>
            <a:endParaRPr lang="en-US" altLang="zh-CN">
              <a:latin typeface="宋体" panose="02010600030101010101" pitchFamily="2" charset="-122"/>
            </a:endParaRPr>
          </a:p>
          <a:p>
            <a:pPr lvl="2" eaLnBrk="1" hangingPunct="1">
              <a:spcBef>
                <a:spcPct val="0"/>
              </a:spcBef>
            </a:pPr>
            <a:r>
              <a:rPr lang="zh-CN" altLang="en-US">
                <a:latin typeface="宋体" panose="02010600030101010101" pitchFamily="2" charset="-122"/>
              </a:rPr>
              <a:t>只有一个语句结束符“</a:t>
            </a:r>
            <a:r>
              <a:rPr lang="en-US" altLang="zh-CN">
                <a:latin typeface="宋体" panose="02010600030101010101" pitchFamily="2" charset="-122"/>
              </a:rPr>
              <a:t>;</a:t>
            </a:r>
            <a:r>
              <a:rPr lang="zh-CN" altLang="en-US">
                <a:latin typeface="宋体" panose="02010600030101010101" pitchFamily="2" charset="-122"/>
              </a:rPr>
              <a:t>”</a:t>
            </a:r>
          </a:p>
          <a:p>
            <a:pPr lvl="1" eaLnBrk="1" hangingPunct="1">
              <a:spcBef>
                <a:spcPts val="600"/>
              </a:spcBef>
            </a:pPr>
            <a:r>
              <a:rPr lang="zh-CN" altLang="en-US">
                <a:latin typeface="宋体" panose="02010600030101010101" pitchFamily="2" charset="-122"/>
              </a:rPr>
              <a:t>声明语句</a:t>
            </a:r>
            <a:endParaRPr lang="en-US" altLang="zh-CN">
              <a:latin typeface="宋体" panose="02010600030101010101" pitchFamily="2" charset="-122"/>
            </a:endParaRPr>
          </a:p>
          <a:p>
            <a:pPr lvl="2" eaLnBrk="1" hangingPunct="1">
              <a:spcBef>
                <a:spcPct val="0"/>
              </a:spcBef>
            </a:pPr>
            <a:r>
              <a:rPr lang="zh-CN" altLang="en-US">
                <a:latin typeface="宋体" panose="02010600030101010101" pitchFamily="2" charset="-122"/>
              </a:rPr>
              <a:t>例如：变量声明</a:t>
            </a:r>
          </a:p>
          <a:p>
            <a:pPr lvl="1" eaLnBrk="1" hangingPunct="1">
              <a:spcBef>
                <a:spcPts val="600"/>
              </a:spcBef>
            </a:pPr>
            <a:r>
              <a:rPr lang="zh-CN" altLang="en-US">
                <a:latin typeface="宋体" panose="02010600030101010101" pitchFamily="2" charset="-122"/>
              </a:rPr>
              <a:t>表达式语句</a:t>
            </a:r>
            <a:endParaRPr lang="en-US" altLang="zh-CN">
              <a:latin typeface="宋体" panose="02010600030101010101" pitchFamily="2" charset="-122"/>
            </a:endParaRPr>
          </a:p>
          <a:p>
            <a:pPr lvl="2" eaLnBrk="1" hangingPunct="1">
              <a:spcBef>
                <a:spcPct val="0"/>
              </a:spcBef>
            </a:pPr>
            <a:r>
              <a:rPr lang="zh-CN" altLang="en-US">
                <a:latin typeface="宋体" panose="02010600030101010101" pitchFamily="2" charset="-122"/>
              </a:rPr>
              <a:t>在表达式末尾添加语句结束符便构成表达式语句</a:t>
            </a:r>
            <a:endParaRPr lang="en-US" altLang="zh-CN">
              <a:latin typeface="宋体" panose="02010600030101010101" pitchFamily="2" charset="-122"/>
            </a:endParaRPr>
          </a:p>
          <a:p>
            <a:pPr lvl="2" eaLnBrk="1" hangingPunct="1">
              <a:spcBef>
                <a:spcPct val="0"/>
              </a:spcBef>
            </a:pPr>
            <a:r>
              <a:rPr lang="zh-CN" altLang="en-US">
                <a:latin typeface="宋体" panose="02010600030101010101" pitchFamily="2" charset="-122"/>
              </a:rPr>
              <a:t>例如：</a:t>
            </a:r>
            <a:r>
              <a:rPr lang="en-US" altLang="zh-CN">
                <a:latin typeface="宋体" panose="02010600030101010101" pitchFamily="2" charset="-122"/>
              </a:rPr>
              <a:t>a=3;</a:t>
            </a:r>
            <a:endParaRPr lang="zh-CN" altLang="en-US">
              <a:latin typeface="宋体" panose="02010600030101010101" pitchFamily="2" charset="-122"/>
            </a:endParaRPr>
          </a:p>
          <a:p>
            <a:pPr lvl="1" eaLnBrk="1" hangingPunct="1">
              <a:spcBef>
                <a:spcPct val="0"/>
              </a:spcBef>
            </a:pPr>
            <a:r>
              <a:rPr lang="zh-CN" altLang="en-US">
                <a:solidFill>
                  <a:srgbClr val="0070C0"/>
                </a:solidFill>
                <a:latin typeface="宋体" panose="02010600030101010101" pitchFamily="2" charset="-122"/>
              </a:rPr>
              <a:t>流程控制语句（详见</a:t>
            </a:r>
            <a:r>
              <a:rPr lang="en-US" altLang="zh-CN">
                <a:solidFill>
                  <a:srgbClr val="0070C0"/>
                </a:solidFill>
                <a:latin typeface="宋体" panose="02010600030101010101" pitchFamily="2" charset="-122"/>
              </a:rPr>
              <a:t>2.4</a:t>
            </a:r>
            <a:r>
              <a:rPr lang="zh-CN" altLang="en-US">
                <a:solidFill>
                  <a:srgbClr val="0070C0"/>
                </a:solidFill>
                <a:latin typeface="宋体" panose="02010600030101010101" pitchFamily="2" charset="-122"/>
              </a:rPr>
              <a:t>节）</a:t>
            </a:r>
            <a:endParaRPr lang="en-US" altLang="zh-CN">
              <a:solidFill>
                <a:srgbClr val="0070C0"/>
              </a:solidFill>
              <a:latin typeface="宋体" panose="02010600030101010101" pitchFamily="2" charset="-122"/>
            </a:endParaRPr>
          </a:p>
          <a:p>
            <a:pPr lvl="2" eaLnBrk="1" hangingPunct="1">
              <a:spcBef>
                <a:spcPct val="0"/>
              </a:spcBef>
            </a:pPr>
            <a:r>
              <a:rPr lang="zh-CN" altLang="en-US">
                <a:solidFill>
                  <a:srgbClr val="0070C0"/>
                </a:solidFill>
                <a:latin typeface="宋体" panose="02010600030101010101" pitchFamily="2" charset="-122"/>
              </a:rPr>
              <a:t>选择语句、循环语句、跳转语句</a:t>
            </a:r>
          </a:p>
          <a:p>
            <a:pPr lvl="1" eaLnBrk="1" hangingPunct="1">
              <a:spcBef>
                <a:spcPct val="0"/>
              </a:spcBef>
            </a:pPr>
            <a:r>
              <a:rPr lang="zh-CN" altLang="en-US">
                <a:latin typeface="宋体" panose="02010600030101010101" pitchFamily="2" charset="-122"/>
              </a:rPr>
              <a:t>标号语句</a:t>
            </a:r>
            <a:endParaRPr lang="en-US" altLang="zh-CN">
              <a:latin typeface="宋体" panose="02010600030101010101" pitchFamily="2" charset="-122"/>
            </a:endParaRPr>
          </a:p>
          <a:p>
            <a:pPr lvl="2" eaLnBrk="1" hangingPunct="1">
              <a:spcBef>
                <a:spcPct val="0"/>
              </a:spcBef>
            </a:pPr>
            <a:r>
              <a:rPr lang="zh-CN" altLang="en-US">
                <a:latin typeface="宋体" panose="02010600030101010101" pitchFamily="2" charset="-122"/>
              </a:rPr>
              <a:t>在语句前附加标号，通常用来与跳转语句配合</a:t>
            </a:r>
            <a:r>
              <a:rPr lang="zh-CN" altLang="en-US"/>
              <a:t> </a:t>
            </a:r>
          </a:p>
          <a:p>
            <a:pPr eaLnBrk="1" hangingPunct="1">
              <a:spcBef>
                <a:spcPct val="0"/>
              </a:spcBef>
            </a:pPr>
            <a:r>
              <a:rPr lang="zh-CN" altLang="en-US">
                <a:latin typeface="宋体" panose="02010600030101010101" pitchFamily="2" charset="-122"/>
              </a:rPr>
              <a:t>复合语句</a:t>
            </a:r>
            <a:endParaRPr lang="en-US" altLang="zh-CN">
              <a:latin typeface="宋体" panose="02010600030101010101" pitchFamily="2" charset="-122"/>
            </a:endParaRPr>
          </a:p>
          <a:p>
            <a:pPr lvl="1" eaLnBrk="1" hangingPunct="1">
              <a:spcBef>
                <a:spcPct val="0"/>
              </a:spcBef>
            </a:pPr>
            <a:r>
              <a:rPr lang="zh-CN" altLang="en-US" sz="2400">
                <a:latin typeface="宋体" panose="02010600030101010101" pitchFamily="2" charset="-122"/>
              </a:rPr>
              <a:t>用“</a:t>
            </a:r>
            <a:r>
              <a:rPr lang="en-US" altLang="zh-CN" sz="2400">
                <a:latin typeface="宋体" panose="02010600030101010101" pitchFamily="2" charset="-122"/>
              </a:rPr>
              <a:t>{}</a:t>
            </a:r>
            <a:r>
              <a:rPr lang="zh-CN" altLang="en-US" sz="2400">
                <a:latin typeface="宋体" panose="02010600030101010101" pitchFamily="2" charset="-122"/>
              </a:rPr>
              <a:t>”括起来的多条语句</a:t>
            </a:r>
          </a:p>
        </p:txBody>
      </p:sp>
      <p:sp>
        <p:nvSpPr>
          <p:cNvPr id="138244" name="灯片编号占位符 3">
            <a:extLst>
              <a:ext uri="{FF2B5EF4-FFF2-40B4-BE49-F238E27FC236}">
                <a16:creationId xmlns:a16="http://schemas.microsoft.com/office/drawing/2014/main" id="{F5CF4AD5-0B9F-96C7-6028-2D998911A89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5F09592-868D-4997-8DB4-88BFD64B71D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29254E4-C6EA-8BEE-3DF9-CF983D684B03}"/>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2.2</a:t>
            </a:r>
            <a:r>
              <a:rPr kumimoji="0" lang="zh-CN" altLang="en-US" sz="2800" dirty="0">
                <a:solidFill>
                  <a:schemeClr val="bg1"/>
                </a:solidFill>
                <a:latin typeface="+mj-lt"/>
                <a:ea typeface="+mj-ea"/>
                <a:cs typeface="+mj-cs"/>
              </a:rPr>
              <a:t> 基本数据类型和表达式</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1">
            <a:extLst>
              <a:ext uri="{FF2B5EF4-FFF2-40B4-BE49-F238E27FC236}">
                <a16:creationId xmlns:a16="http://schemas.microsoft.com/office/drawing/2014/main" id="{306B7104-AF7A-8997-8AF8-FA0E4501D971}"/>
              </a:ext>
            </a:extLst>
          </p:cNvPr>
          <p:cNvSpPr>
            <a:spLocks noGrp="1"/>
          </p:cNvSpPr>
          <p:nvPr>
            <p:ph type="title"/>
          </p:nvPr>
        </p:nvSpPr>
        <p:spPr/>
        <p:txBody>
          <a:bodyPr/>
          <a:lstStyle/>
          <a:p>
            <a:pPr eaLnBrk="1" hangingPunct="1"/>
            <a:r>
              <a:rPr lang="en-US" altLang="zh-CN"/>
              <a:t>2.3.1  I/O</a:t>
            </a:r>
            <a:r>
              <a:rPr lang="zh-CN" altLang="en-US"/>
              <a:t>流</a:t>
            </a:r>
          </a:p>
        </p:txBody>
      </p:sp>
      <p:sp>
        <p:nvSpPr>
          <p:cNvPr id="139267" name="内容占位符 2">
            <a:extLst>
              <a:ext uri="{FF2B5EF4-FFF2-40B4-BE49-F238E27FC236}">
                <a16:creationId xmlns:a16="http://schemas.microsoft.com/office/drawing/2014/main" id="{3D8ED1F2-45A1-08FF-E1F3-E910A281B860}"/>
              </a:ext>
            </a:extLst>
          </p:cNvPr>
          <p:cNvSpPr>
            <a:spLocks noGrp="1"/>
          </p:cNvSpPr>
          <p:nvPr>
            <p:ph idx="1"/>
          </p:nvPr>
        </p:nvSpPr>
        <p:spPr/>
        <p:txBody>
          <a:bodyPr/>
          <a:lstStyle/>
          <a:p>
            <a:pPr eaLnBrk="1" hangingPunct="1">
              <a:spcBef>
                <a:spcPts val="1200"/>
              </a:spcBef>
              <a:spcAft>
                <a:spcPts val="600"/>
              </a:spcAft>
            </a:pPr>
            <a:r>
              <a:rPr lang="zh-CN" altLang="en-US"/>
              <a:t>在</a:t>
            </a:r>
            <a:r>
              <a:rPr lang="en-US" altLang="zh-CN"/>
              <a:t>C++</a:t>
            </a:r>
            <a:r>
              <a:rPr lang="zh-CN" altLang="en-US"/>
              <a:t>中，将数据从一个对象到另一个对象的流动抽象为“流”。流在使用前要被建立，使用后要被删除。</a:t>
            </a:r>
            <a:endParaRPr lang="en-US" altLang="zh-CN"/>
          </a:p>
          <a:p>
            <a:pPr eaLnBrk="1" hangingPunct="1">
              <a:spcBef>
                <a:spcPts val="1200"/>
              </a:spcBef>
              <a:spcAft>
                <a:spcPts val="600"/>
              </a:spcAft>
            </a:pPr>
            <a:r>
              <a:rPr lang="zh-CN" altLang="en-US"/>
              <a:t>从流中获取数据的操作称为提取操作，向流中添加数据的操作称为插入操作。</a:t>
            </a:r>
            <a:endParaRPr lang="en-US" altLang="zh-CN"/>
          </a:p>
          <a:p>
            <a:pPr eaLnBrk="1" hangingPunct="1">
              <a:spcBef>
                <a:spcPts val="1200"/>
              </a:spcBef>
              <a:spcAft>
                <a:spcPts val="600"/>
              </a:spcAft>
            </a:pPr>
            <a:r>
              <a:rPr lang="zh-CN" altLang="en-US"/>
              <a:t>数据的输入与输出是通过</a:t>
            </a:r>
            <a:r>
              <a:rPr lang="en-US" altLang="zh-CN"/>
              <a:t>I/O</a:t>
            </a:r>
            <a:r>
              <a:rPr lang="zh-CN" altLang="en-US"/>
              <a:t>流来实现的，</a:t>
            </a:r>
            <a:r>
              <a:rPr lang="en-US" altLang="zh-CN"/>
              <a:t>cin</a:t>
            </a:r>
            <a:r>
              <a:rPr lang="zh-CN" altLang="en-US"/>
              <a:t>和</a:t>
            </a:r>
            <a:r>
              <a:rPr lang="en-US" altLang="zh-CN"/>
              <a:t>cout</a:t>
            </a:r>
            <a:r>
              <a:rPr lang="zh-CN" altLang="en-US"/>
              <a:t>是预定义的流类对象。</a:t>
            </a:r>
            <a:r>
              <a:rPr lang="en-US" altLang="zh-CN"/>
              <a:t>cin</a:t>
            </a:r>
            <a:r>
              <a:rPr lang="zh-CN" altLang="en-US"/>
              <a:t>用来处理标准输入，即键盘输入。</a:t>
            </a:r>
            <a:r>
              <a:rPr lang="en-US" altLang="zh-CN"/>
              <a:t>cout</a:t>
            </a:r>
            <a:r>
              <a:rPr lang="zh-CN" altLang="en-US"/>
              <a:t>用来处理标准输出，即屏幕输出。</a:t>
            </a:r>
          </a:p>
          <a:p>
            <a:pPr eaLnBrk="1" hangingPunct="1"/>
            <a:endParaRPr lang="zh-CN" altLang="en-US"/>
          </a:p>
        </p:txBody>
      </p:sp>
      <p:sp>
        <p:nvSpPr>
          <p:cNvPr id="139268" name="灯片编号占位符 3">
            <a:extLst>
              <a:ext uri="{FF2B5EF4-FFF2-40B4-BE49-F238E27FC236}">
                <a16:creationId xmlns:a16="http://schemas.microsoft.com/office/drawing/2014/main" id="{7729C93D-3E05-1416-8AAE-5BCCB7F807C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EFF53E1-2077-46EA-A50D-A13689FAC03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282D1AC-5898-A3E8-F674-D28105143F07}"/>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2.3 </a:t>
            </a:r>
            <a:r>
              <a:rPr kumimoji="0" lang="zh-CN" altLang="en-US" sz="2800" dirty="0">
                <a:solidFill>
                  <a:schemeClr val="bg1"/>
                </a:solidFill>
                <a:latin typeface="+mj-lt"/>
                <a:ea typeface="+mj-ea"/>
                <a:cs typeface="+mj-cs"/>
              </a:rPr>
              <a:t>数据的输入和输出</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a:extLst>
              <a:ext uri="{FF2B5EF4-FFF2-40B4-BE49-F238E27FC236}">
                <a16:creationId xmlns:a16="http://schemas.microsoft.com/office/drawing/2014/main" id="{3FAA5AB2-9004-749E-787D-937BB58DCE3A}"/>
              </a:ext>
            </a:extLst>
          </p:cNvPr>
          <p:cNvSpPr>
            <a:spLocks noGrp="1"/>
          </p:cNvSpPr>
          <p:nvPr>
            <p:ph type="title"/>
          </p:nvPr>
        </p:nvSpPr>
        <p:spPr/>
        <p:txBody>
          <a:bodyPr/>
          <a:lstStyle/>
          <a:p>
            <a:pPr eaLnBrk="1" hangingPunct="1"/>
            <a:r>
              <a:rPr lang="en-US" altLang="zh-CN"/>
              <a:t>2.3.2 </a:t>
            </a:r>
            <a:r>
              <a:rPr lang="zh-CN" altLang="en-US"/>
              <a:t>预定义的插入符和提取符</a:t>
            </a:r>
          </a:p>
        </p:txBody>
      </p:sp>
      <p:sp>
        <p:nvSpPr>
          <p:cNvPr id="140291" name="内容占位符 2">
            <a:extLst>
              <a:ext uri="{FF2B5EF4-FFF2-40B4-BE49-F238E27FC236}">
                <a16:creationId xmlns:a16="http://schemas.microsoft.com/office/drawing/2014/main" id="{14CEBE97-4104-D279-C218-5AC841942B99}"/>
              </a:ext>
            </a:extLst>
          </p:cNvPr>
          <p:cNvSpPr>
            <a:spLocks noGrp="1"/>
          </p:cNvSpPr>
          <p:nvPr>
            <p:ph idx="1"/>
          </p:nvPr>
        </p:nvSpPr>
        <p:spPr/>
        <p:txBody>
          <a:bodyPr/>
          <a:lstStyle/>
          <a:p>
            <a:pPr eaLnBrk="1" hangingPunct="1"/>
            <a:r>
              <a:rPr lang="zh-CN" altLang="en-US" dirty="0"/>
              <a:t>“</a:t>
            </a:r>
            <a:r>
              <a:rPr lang="en-US" altLang="zh-CN" dirty="0"/>
              <a:t>&lt;&lt;</a:t>
            </a:r>
            <a:r>
              <a:rPr lang="zh-CN" altLang="en-US" dirty="0"/>
              <a:t>”是预定义的插入符，作用在流类对象</a:t>
            </a:r>
            <a:r>
              <a:rPr lang="en-US" altLang="zh-CN" dirty="0" err="1"/>
              <a:t>cout</a:t>
            </a:r>
            <a:r>
              <a:rPr lang="zh-CN" altLang="en-US" dirty="0"/>
              <a:t>上便可以实现向标准输出设备输出。</a:t>
            </a:r>
          </a:p>
          <a:p>
            <a:pPr lvl="1" eaLnBrk="1" hangingPunct="1"/>
            <a:r>
              <a:rPr lang="en-US" altLang="zh-CN" dirty="0" err="1"/>
              <a:t>cout</a:t>
            </a:r>
            <a:r>
              <a:rPr lang="en-US" altLang="zh-CN" dirty="0"/>
              <a:t> &lt;&lt; </a:t>
            </a:r>
            <a:r>
              <a:rPr lang="zh-CN" altLang="en-US" dirty="0"/>
              <a:t>表达式 </a:t>
            </a:r>
            <a:r>
              <a:rPr lang="en-US" altLang="zh-CN" dirty="0"/>
              <a:t>&lt;&lt; </a:t>
            </a:r>
            <a:r>
              <a:rPr lang="zh-CN" altLang="en-US" dirty="0"/>
              <a:t>表达式</a:t>
            </a:r>
            <a:r>
              <a:rPr lang="en-US" altLang="zh-CN" dirty="0"/>
              <a:t>...</a:t>
            </a:r>
            <a:endParaRPr lang="zh-CN" altLang="en-US" dirty="0"/>
          </a:p>
          <a:p>
            <a:pPr eaLnBrk="1" hangingPunct="1">
              <a:spcBef>
                <a:spcPts val="600"/>
              </a:spcBef>
            </a:pPr>
            <a:r>
              <a:rPr lang="zh-CN" altLang="en-US" dirty="0"/>
              <a:t>键盘输入是将提取符作用在流类对象</a:t>
            </a:r>
            <a:r>
              <a:rPr lang="en-US" altLang="zh-CN" dirty="0" err="1"/>
              <a:t>cin</a:t>
            </a:r>
            <a:r>
              <a:rPr lang="zh-CN" altLang="en-US" dirty="0"/>
              <a:t>上。</a:t>
            </a:r>
          </a:p>
          <a:p>
            <a:pPr lvl="1" eaLnBrk="1" hangingPunct="1"/>
            <a:r>
              <a:rPr lang="en-US" altLang="zh-CN" dirty="0" err="1"/>
              <a:t>cin</a:t>
            </a:r>
            <a:r>
              <a:rPr lang="en-US" altLang="zh-CN" dirty="0"/>
              <a:t> &gt;&gt; </a:t>
            </a:r>
            <a:r>
              <a:rPr lang="zh-CN" altLang="en-US" dirty="0"/>
              <a:t>表达式</a:t>
            </a:r>
            <a:r>
              <a:rPr lang="en-US" altLang="zh-CN" dirty="0"/>
              <a:t> &gt;&gt; </a:t>
            </a:r>
            <a:r>
              <a:rPr lang="zh-CN" altLang="en-US" dirty="0"/>
              <a:t>表达式</a:t>
            </a:r>
            <a:r>
              <a:rPr lang="en-US" altLang="zh-CN" dirty="0"/>
              <a:t>...</a:t>
            </a:r>
            <a:endParaRPr lang="zh-CN" altLang="en-US" dirty="0"/>
          </a:p>
          <a:p>
            <a:pPr eaLnBrk="1" hangingPunct="1"/>
            <a:r>
              <a:rPr lang="zh-CN" altLang="en-US" dirty="0"/>
              <a:t>提取符可以连续写多个，每个后面跟一个表达式，该表达式通常是用于存放输入值的变量。例如：</a:t>
            </a:r>
          </a:p>
          <a:p>
            <a:pPr lvl="1" eaLnBrk="1" hangingPunct="1"/>
            <a:r>
              <a:rPr lang="en-US" altLang="zh-CN" dirty="0"/>
              <a:t>int a, b;</a:t>
            </a:r>
            <a:endParaRPr lang="zh-CN" altLang="en-US" dirty="0"/>
          </a:p>
          <a:p>
            <a:pPr lvl="1" eaLnBrk="1" hangingPunct="1"/>
            <a:r>
              <a:rPr lang="en-US" altLang="zh-CN" dirty="0" err="1"/>
              <a:t>cin</a:t>
            </a:r>
            <a:r>
              <a:rPr lang="en-US" altLang="zh-CN" dirty="0"/>
              <a:t> &gt;&gt; a &gt;&gt; b;</a:t>
            </a:r>
            <a:endParaRPr lang="zh-CN" altLang="en-US" dirty="0"/>
          </a:p>
          <a:p>
            <a:pPr eaLnBrk="1" hangingPunct="1"/>
            <a:endParaRPr lang="zh-CN" altLang="en-US" dirty="0"/>
          </a:p>
        </p:txBody>
      </p:sp>
      <p:sp>
        <p:nvSpPr>
          <p:cNvPr id="140292" name="灯片编号占位符 3">
            <a:extLst>
              <a:ext uri="{FF2B5EF4-FFF2-40B4-BE49-F238E27FC236}">
                <a16:creationId xmlns:a16="http://schemas.microsoft.com/office/drawing/2014/main" id="{3C85D8D7-EFFD-9DB6-030D-117A95CABB0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27A07DC-450A-4B4A-B798-EF6832FF789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F48DBC6F-3A33-19F2-1739-58C780B74698}"/>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2.3 </a:t>
            </a:r>
            <a:r>
              <a:rPr kumimoji="0" lang="zh-CN" altLang="en-US" sz="2800" dirty="0">
                <a:solidFill>
                  <a:schemeClr val="bg1"/>
                </a:solidFill>
                <a:latin typeface="+mj-lt"/>
                <a:ea typeface="+mj-ea"/>
                <a:cs typeface="+mj-cs"/>
              </a:rPr>
              <a:t>数据的输入和输出</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
            <a:extLst>
              <a:ext uri="{FF2B5EF4-FFF2-40B4-BE49-F238E27FC236}">
                <a16:creationId xmlns:a16="http://schemas.microsoft.com/office/drawing/2014/main" id="{B61D25D1-E026-0231-9757-E62957A73057}"/>
              </a:ext>
            </a:extLst>
          </p:cNvPr>
          <p:cNvSpPr>
            <a:spLocks noGrp="1"/>
          </p:cNvSpPr>
          <p:nvPr>
            <p:ph type="title"/>
          </p:nvPr>
        </p:nvSpPr>
        <p:spPr/>
        <p:txBody>
          <a:bodyPr/>
          <a:lstStyle/>
          <a:p>
            <a:pPr eaLnBrk="1" hangingPunct="1"/>
            <a:r>
              <a:rPr lang="en-US" altLang="zh-CN"/>
              <a:t>2.3.3 </a:t>
            </a:r>
            <a:r>
              <a:rPr lang="zh-CN" altLang="en-US"/>
              <a:t>简单的</a:t>
            </a:r>
            <a:r>
              <a:rPr lang="en-US" altLang="zh-CN"/>
              <a:t>I/O</a:t>
            </a:r>
            <a:r>
              <a:rPr lang="zh-CN" altLang="en-US"/>
              <a:t>格式控制</a:t>
            </a:r>
          </a:p>
        </p:txBody>
      </p:sp>
      <p:graphicFrame>
        <p:nvGraphicFramePr>
          <p:cNvPr id="6" name="内容占位符 5">
            <a:extLst>
              <a:ext uri="{FF2B5EF4-FFF2-40B4-BE49-F238E27FC236}">
                <a16:creationId xmlns:a16="http://schemas.microsoft.com/office/drawing/2014/main" id="{FF060FB3-BBF6-AD4D-421C-CE50149278F2}"/>
              </a:ext>
            </a:extLst>
          </p:cNvPr>
          <p:cNvGraphicFramePr>
            <a:graphicFrameLocks noGrp="1"/>
          </p:cNvGraphicFramePr>
          <p:nvPr>
            <p:ph idx="1"/>
          </p:nvPr>
        </p:nvGraphicFramePr>
        <p:xfrm>
          <a:off x="1071563" y="2143125"/>
          <a:ext cx="7000875" cy="3643317"/>
        </p:xfrm>
        <a:graphic>
          <a:graphicData uri="http://schemas.openxmlformats.org/drawingml/2006/table">
            <a:tbl>
              <a:tblPr/>
              <a:tblGrid>
                <a:gridCol w="2214563">
                  <a:extLst>
                    <a:ext uri="{9D8B030D-6E8A-4147-A177-3AD203B41FA5}">
                      <a16:colId xmlns:a16="http://schemas.microsoft.com/office/drawing/2014/main" val="20000"/>
                    </a:ext>
                  </a:extLst>
                </a:gridCol>
                <a:gridCol w="4786312">
                  <a:extLst>
                    <a:ext uri="{9D8B030D-6E8A-4147-A177-3AD203B41FA5}">
                      <a16:colId xmlns:a16="http://schemas.microsoft.com/office/drawing/2014/main" val="20001"/>
                    </a:ext>
                  </a:extLst>
                </a:gridCol>
              </a:tblGrid>
              <a:tr h="404813">
                <a:tc>
                  <a:txBody>
                    <a:bodyPr/>
                    <a:lstStyle/>
                    <a:p>
                      <a:pPr indent="266700" algn="ctr">
                        <a:lnSpc>
                          <a:spcPts val="1560"/>
                        </a:lnSpc>
                        <a:spcAft>
                          <a:spcPts val="0"/>
                        </a:spcAft>
                      </a:pPr>
                      <a:r>
                        <a:rPr lang="zh-CN" sz="2000" kern="100" dirty="0">
                          <a:latin typeface="Times New Roman"/>
                          <a:ea typeface="宋体"/>
                          <a:cs typeface="Times New Roman"/>
                        </a:rPr>
                        <a:t>操纵符名</a:t>
                      </a:r>
                      <a:endParaRPr lang="zh-CN" sz="2800" kern="100" dirty="0">
                        <a:latin typeface="Times New Roman"/>
                        <a:ea typeface="宋体"/>
                        <a:cs typeface="Times New Roman"/>
                      </a:endParaRPr>
                    </a:p>
                  </a:txBody>
                  <a:tcPr marL="68580" marR="68580" marT="107999"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lnSpc>
                          <a:spcPts val="1560"/>
                        </a:lnSpc>
                        <a:spcAft>
                          <a:spcPts val="0"/>
                        </a:spcAft>
                      </a:pPr>
                      <a:r>
                        <a:rPr lang="zh-CN" sz="2000" kern="100" dirty="0">
                          <a:latin typeface="Times New Roman"/>
                          <a:ea typeface="宋体"/>
                          <a:cs typeface="Times New Roman"/>
                        </a:rPr>
                        <a:t>含</a:t>
                      </a:r>
                      <a:r>
                        <a:rPr lang="en-US" sz="2000" kern="100" dirty="0">
                          <a:latin typeface="Times New Roman"/>
                          <a:ea typeface="宋体"/>
                          <a:cs typeface="Times New Roman"/>
                        </a:rPr>
                        <a:t>         </a:t>
                      </a:r>
                      <a:r>
                        <a:rPr lang="zh-CN" sz="2000" kern="100" dirty="0">
                          <a:latin typeface="Times New Roman"/>
                          <a:ea typeface="宋体"/>
                          <a:cs typeface="Times New Roman"/>
                        </a:rPr>
                        <a:t>义</a:t>
                      </a:r>
                      <a:endParaRPr lang="zh-CN" sz="2800" kern="100" dirty="0">
                        <a:latin typeface="Times New Roman"/>
                        <a:ea typeface="宋体"/>
                        <a:cs typeface="Times New Roman"/>
                      </a:endParaRPr>
                    </a:p>
                  </a:txBody>
                  <a:tcPr marL="68580" marR="68580" marT="107999"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4813">
                <a:tc>
                  <a:txBody>
                    <a:bodyPr/>
                    <a:lstStyle/>
                    <a:p>
                      <a:pPr indent="266700" algn="just">
                        <a:lnSpc>
                          <a:spcPts val="1560"/>
                        </a:lnSpc>
                        <a:spcAft>
                          <a:spcPts val="0"/>
                        </a:spcAft>
                      </a:pPr>
                      <a:r>
                        <a:rPr lang="en-US" sz="2000" kern="100" dirty="0" err="1">
                          <a:latin typeface="Times New Roman"/>
                          <a:ea typeface="宋体"/>
                          <a:cs typeface="Times New Roman"/>
                        </a:rPr>
                        <a:t>dec</a:t>
                      </a:r>
                      <a:endParaRPr lang="zh-CN" sz="2800" kern="100" dirty="0">
                        <a:latin typeface="Times New Roman"/>
                        <a:ea typeface="宋体"/>
                        <a:cs typeface="Times New Roman"/>
                      </a:endParaRPr>
                    </a:p>
                  </a:txBody>
                  <a:tcPr marL="68580" marR="68580" marT="107999"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66700" algn="just">
                        <a:lnSpc>
                          <a:spcPts val="1560"/>
                        </a:lnSpc>
                        <a:spcAft>
                          <a:spcPts val="0"/>
                        </a:spcAft>
                      </a:pPr>
                      <a:r>
                        <a:rPr lang="zh-CN" sz="2000" kern="100">
                          <a:latin typeface="Times New Roman"/>
                          <a:ea typeface="宋体"/>
                          <a:cs typeface="Times New Roman"/>
                        </a:rPr>
                        <a:t>数值数据采用十进制表示</a:t>
                      </a:r>
                      <a:endParaRPr lang="zh-CN" sz="2800" kern="100">
                        <a:latin typeface="Times New Roman"/>
                        <a:ea typeface="宋体"/>
                        <a:cs typeface="Times New Roman"/>
                      </a:endParaRPr>
                    </a:p>
                  </a:txBody>
                  <a:tcPr marL="68580" marR="68580" marT="107999"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404813">
                <a:tc>
                  <a:txBody>
                    <a:bodyPr/>
                    <a:lstStyle/>
                    <a:p>
                      <a:pPr indent="266700" algn="just">
                        <a:lnSpc>
                          <a:spcPts val="1560"/>
                        </a:lnSpc>
                        <a:spcAft>
                          <a:spcPts val="0"/>
                        </a:spcAft>
                      </a:pPr>
                      <a:r>
                        <a:rPr lang="en-US" sz="2000" kern="100" dirty="0">
                          <a:latin typeface="Times New Roman"/>
                          <a:ea typeface="宋体"/>
                          <a:cs typeface="Times New Roman"/>
                        </a:rPr>
                        <a:t>hex</a:t>
                      </a:r>
                      <a:endParaRPr lang="zh-CN" sz="2800" kern="100" dirty="0">
                        <a:latin typeface="Times New Roman"/>
                        <a:ea typeface="宋体"/>
                        <a:cs typeface="Times New Roman"/>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000" kern="100" dirty="0">
                          <a:latin typeface="Times New Roman"/>
                          <a:ea typeface="宋体"/>
                          <a:cs typeface="Times New Roman"/>
                        </a:rPr>
                        <a:t>数值数据采用十六进制表示</a:t>
                      </a:r>
                      <a:endParaRPr lang="zh-CN" sz="2800" kern="100" dirty="0">
                        <a:latin typeface="Times New Roman"/>
                        <a:ea typeface="宋体"/>
                        <a:cs typeface="Times New Roman"/>
                      </a:endParaRPr>
                    </a:p>
                  </a:txBody>
                  <a:tcPr marL="68580" marR="68580" marT="107999" marB="0">
                    <a:lnL>
                      <a:noFill/>
                    </a:lnL>
                    <a:lnR>
                      <a:noFill/>
                    </a:lnR>
                    <a:lnT>
                      <a:noFill/>
                    </a:lnT>
                    <a:lnB>
                      <a:noFill/>
                    </a:lnB>
                  </a:tcPr>
                </a:tc>
                <a:extLst>
                  <a:ext uri="{0D108BD9-81ED-4DB2-BD59-A6C34878D82A}">
                    <a16:rowId xmlns:a16="http://schemas.microsoft.com/office/drawing/2014/main" val="10002"/>
                  </a:ext>
                </a:extLst>
              </a:tr>
              <a:tr h="404813">
                <a:tc>
                  <a:txBody>
                    <a:bodyPr/>
                    <a:lstStyle/>
                    <a:p>
                      <a:pPr indent="266700" algn="just">
                        <a:lnSpc>
                          <a:spcPts val="1560"/>
                        </a:lnSpc>
                        <a:spcAft>
                          <a:spcPts val="0"/>
                        </a:spcAft>
                      </a:pPr>
                      <a:r>
                        <a:rPr lang="en-US" sz="2000" kern="100">
                          <a:latin typeface="Times New Roman"/>
                          <a:ea typeface="宋体"/>
                          <a:cs typeface="Times New Roman"/>
                        </a:rPr>
                        <a:t>oct</a:t>
                      </a:r>
                      <a:endParaRPr lang="zh-CN" sz="2800" kern="100">
                        <a:latin typeface="Times New Roman"/>
                        <a:ea typeface="宋体"/>
                        <a:cs typeface="Times New Roman"/>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000" kern="100" dirty="0">
                          <a:latin typeface="Times New Roman"/>
                          <a:ea typeface="宋体"/>
                          <a:cs typeface="Times New Roman"/>
                        </a:rPr>
                        <a:t>数值数据采用八进制表示</a:t>
                      </a:r>
                      <a:endParaRPr lang="zh-CN" sz="2800" kern="100" dirty="0">
                        <a:latin typeface="Times New Roman"/>
                        <a:ea typeface="宋体"/>
                        <a:cs typeface="Times New Roman"/>
                      </a:endParaRPr>
                    </a:p>
                  </a:txBody>
                  <a:tcPr marL="68580" marR="68580" marT="107999" marB="0">
                    <a:lnL>
                      <a:noFill/>
                    </a:lnL>
                    <a:lnR>
                      <a:noFill/>
                    </a:lnR>
                    <a:lnT>
                      <a:noFill/>
                    </a:lnT>
                    <a:lnB>
                      <a:noFill/>
                    </a:lnB>
                  </a:tcPr>
                </a:tc>
                <a:extLst>
                  <a:ext uri="{0D108BD9-81ED-4DB2-BD59-A6C34878D82A}">
                    <a16:rowId xmlns:a16="http://schemas.microsoft.com/office/drawing/2014/main" val="10003"/>
                  </a:ext>
                </a:extLst>
              </a:tr>
              <a:tr h="404813">
                <a:tc>
                  <a:txBody>
                    <a:bodyPr/>
                    <a:lstStyle/>
                    <a:p>
                      <a:pPr indent="266700" algn="just">
                        <a:lnSpc>
                          <a:spcPts val="1560"/>
                        </a:lnSpc>
                        <a:spcAft>
                          <a:spcPts val="0"/>
                        </a:spcAft>
                      </a:pPr>
                      <a:r>
                        <a:rPr lang="en-US" sz="2000" kern="100">
                          <a:latin typeface="Times New Roman"/>
                          <a:ea typeface="宋体"/>
                          <a:cs typeface="Times New Roman"/>
                        </a:rPr>
                        <a:t>ws</a:t>
                      </a:r>
                      <a:endParaRPr lang="zh-CN" sz="2800" kern="100">
                        <a:latin typeface="Times New Roman"/>
                        <a:ea typeface="宋体"/>
                        <a:cs typeface="Times New Roman"/>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000" kern="100" dirty="0">
                          <a:latin typeface="Times New Roman"/>
                          <a:ea typeface="宋体"/>
                          <a:cs typeface="Times New Roman"/>
                        </a:rPr>
                        <a:t>提取空白符</a:t>
                      </a:r>
                      <a:endParaRPr lang="zh-CN" sz="2800" kern="100" dirty="0">
                        <a:latin typeface="Times New Roman"/>
                        <a:ea typeface="宋体"/>
                        <a:cs typeface="Times New Roman"/>
                      </a:endParaRPr>
                    </a:p>
                  </a:txBody>
                  <a:tcPr marL="68580" marR="68580" marT="107999" marB="0">
                    <a:lnL>
                      <a:noFill/>
                    </a:lnL>
                    <a:lnR>
                      <a:noFill/>
                    </a:lnR>
                    <a:lnT>
                      <a:noFill/>
                    </a:lnT>
                    <a:lnB>
                      <a:noFill/>
                    </a:lnB>
                  </a:tcPr>
                </a:tc>
                <a:extLst>
                  <a:ext uri="{0D108BD9-81ED-4DB2-BD59-A6C34878D82A}">
                    <a16:rowId xmlns:a16="http://schemas.microsoft.com/office/drawing/2014/main" val="10004"/>
                  </a:ext>
                </a:extLst>
              </a:tr>
              <a:tr h="404813">
                <a:tc>
                  <a:txBody>
                    <a:bodyPr/>
                    <a:lstStyle/>
                    <a:p>
                      <a:pPr indent="266700" algn="just">
                        <a:lnSpc>
                          <a:spcPts val="1560"/>
                        </a:lnSpc>
                        <a:spcAft>
                          <a:spcPts val="0"/>
                        </a:spcAft>
                      </a:pPr>
                      <a:r>
                        <a:rPr lang="en-US" sz="2000" kern="100">
                          <a:latin typeface="Times New Roman"/>
                          <a:ea typeface="宋体"/>
                          <a:cs typeface="Times New Roman"/>
                        </a:rPr>
                        <a:t>endl</a:t>
                      </a:r>
                      <a:endParaRPr lang="zh-CN" sz="2800" kern="100">
                        <a:latin typeface="Times New Roman"/>
                        <a:ea typeface="宋体"/>
                        <a:cs typeface="Times New Roman"/>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000" kern="100" dirty="0">
                          <a:latin typeface="Times New Roman"/>
                          <a:ea typeface="宋体"/>
                          <a:cs typeface="Times New Roman"/>
                        </a:rPr>
                        <a:t>插入换行符，并刷新流</a:t>
                      </a:r>
                      <a:endParaRPr lang="zh-CN" sz="2800" kern="100" dirty="0">
                        <a:latin typeface="Times New Roman"/>
                        <a:ea typeface="宋体"/>
                        <a:cs typeface="Times New Roman"/>
                      </a:endParaRPr>
                    </a:p>
                  </a:txBody>
                  <a:tcPr marL="68580" marR="68580" marT="107999" marB="0">
                    <a:lnL>
                      <a:noFill/>
                    </a:lnL>
                    <a:lnR>
                      <a:noFill/>
                    </a:lnR>
                    <a:lnT>
                      <a:noFill/>
                    </a:lnT>
                    <a:lnB>
                      <a:noFill/>
                    </a:lnB>
                  </a:tcPr>
                </a:tc>
                <a:extLst>
                  <a:ext uri="{0D108BD9-81ED-4DB2-BD59-A6C34878D82A}">
                    <a16:rowId xmlns:a16="http://schemas.microsoft.com/office/drawing/2014/main" val="10005"/>
                  </a:ext>
                </a:extLst>
              </a:tr>
              <a:tr h="404813">
                <a:tc>
                  <a:txBody>
                    <a:bodyPr/>
                    <a:lstStyle/>
                    <a:p>
                      <a:pPr indent="266700" algn="just">
                        <a:lnSpc>
                          <a:spcPts val="1560"/>
                        </a:lnSpc>
                        <a:spcAft>
                          <a:spcPts val="0"/>
                        </a:spcAft>
                      </a:pPr>
                      <a:r>
                        <a:rPr lang="en-US" sz="2000" kern="100" dirty="0">
                          <a:latin typeface="Times New Roman"/>
                          <a:ea typeface="宋体"/>
                          <a:cs typeface="Times New Roman"/>
                        </a:rPr>
                        <a:t>ends</a:t>
                      </a:r>
                      <a:endParaRPr lang="zh-CN" sz="2800" kern="100" dirty="0">
                        <a:latin typeface="Times New Roman"/>
                        <a:ea typeface="宋体"/>
                        <a:cs typeface="Times New Roman"/>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000" kern="100" dirty="0">
                          <a:latin typeface="Times New Roman"/>
                          <a:ea typeface="宋体"/>
                          <a:cs typeface="Times New Roman"/>
                        </a:rPr>
                        <a:t>插入空字符</a:t>
                      </a:r>
                      <a:endParaRPr lang="zh-CN" sz="2800" kern="100" dirty="0">
                        <a:latin typeface="Times New Roman"/>
                        <a:ea typeface="宋体"/>
                        <a:cs typeface="Times New Roman"/>
                      </a:endParaRPr>
                    </a:p>
                  </a:txBody>
                  <a:tcPr marL="68580" marR="68580" marT="107999" marB="0">
                    <a:lnL>
                      <a:noFill/>
                    </a:lnL>
                    <a:lnR>
                      <a:noFill/>
                    </a:lnR>
                    <a:lnT>
                      <a:noFill/>
                    </a:lnT>
                    <a:lnB>
                      <a:noFill/>
                    </a:lnB>
                  </a:tcPr>
                </a:tc>
                <a:extLst>
                  <a:ext uri="{0D108BD9-81ED-4DB2-BD59-A6C34878D82A}">
                    <a16:rowId xmlns:a16="http://schemas.microsoft.com/office/drawing/2014/main" val="10006"/>
                  </a:ext>
                </a:extLst>
              </a:tr>
              <a:tr h="404813">
                <a:tc>
                  <a:txBody>
                    <a:bodyPr/>
                    <a:lstStyle/>
                    <a:p>
                      <a:pPr indent="266700" algn="just">
                        <a:lnSpc>
                          <a:spcPts val="1560"/>
                        </a:lnSpc>
                        <a:spcAft>
                          <a:spcPts val="0"/>
                        </a:spcAft>
                      </a:pPr>
                      <a:r>
                        <a:rPr lang="en-US" sz="2000" kern="100">
                          <a:latin typeface="Times New Roman"/>
                          <a:ea typeface="宋体"/>
                          <a:cs typeface="Times New Roman"/>
                        </a:rPr>
                        <a:t>setsprecision(int</a:t>
                      </a:r>
                      <a:r>
                        <a:rPr lang="en-US" sz="2000" kern="100" dirty="0">
                          <a:latin typeface="Times New Roman"/>
                          <a:ea typeface="宋体"/>
                          <a:cs typeface="Times New Roman"/>
                        </a:rPr>
                        <a:t>)</a:t>
                      </a:r>
                      <a:endParaRPr lang="zh-CN" sz="2800" kern="100" dirty="0">
                        <a:latin typeface="Times New Roman"/>
                        <a:ea typeface="宋体"/>
                        <a:cs typeface="Times New Roman"/>
                      </a:endParaRPr>
                    </a:p>
                  </a:txBody>
                  <a:tcPr marL="68580" marR="68580" marT="107999" marB="0">
                    <a:lnL>
                      <a:noFill/>
                    </a:lnL>
                    <a:lnR>
                      <a:noFill/>
                    </a:lnR>
                    <a:lnT>
                      <a:noFill/>
                    </a:lnT>
                    <a:lnB>
                      <a:noFill/>
                    </a:lnB>
                  </a:tcPr>
                </a:tc>
                <a:tc>
                  <a:txBody>
                    <a:bodyPr/>
                    <a:lstStyle/>
                    <a:p>
                      <a:pPr indent="266700" algn="just">
                        <a:lnSpc>
                          <a:spcPts val="1560"/>
                        </a:lnSpc>
                        <a:spcAft>
                          <a:spcPts val="0"/>
                        </a:spcAft>
                      </a:pPr>
                      <a:r>
                        <a:rPr lang="zh-CN" sz="2000" kern="100" dirty="0">
                          <a:latin typeface="Times New Roman"/>
                          <a:ea typeface="宋体"/>
                          <a:cs typeface="Times New Roman"/>
                        </a:rPr>
                        <a:t>设置浮点数的小数位数（包括小数点）</a:t>
                      </a:r>
                      <a:endParaRPr lang="zh-CN" sz="2800" kern="100" dirty="0">
                        <a:latin typeface="Times New Roman"/>
                        <a:ea typeface="宋体"/>
                        <a:cs typeface="Times New Roman"/>
                      </a:endParaRPr>
                    </a:p>
                  </a:txBody>
                  <a:tcPr marL="68580" marR="68580" marT="107999" marB="0">
                    <a:lnL>
                      <a:noFill/>
                    </a:lnL>
                    <a:lnR>
                      <a:noFill/>
                    </a:lnR>
                    <a:lnT>
                      <a:noFill/>
                    </a:lnT>
                    <a:lnB>
                      <a:noFill/>
                    </a:lnB>
                  </a:tcPr>
                </a:tc>
                <a:extLst>
                  <a:ext uri="{0D108BD9-81ED-4DB2-BD59-A6C34878D82A}">
                    <a16:rowId xmlns:a16="http://schemas.microsoft.com/office/drawing/2014/main" val="10007"/>
                  </a:ext>
                </a:extLst>
              </a:tr>
              <a:tr h="404813">
                <a:tc>
                  <a:txBody>
                    <a:bodyPr/>
                    <a:lstStyle/>
                    <a:p>
                      <a:pPr indent="266700" algn="just">
                        <a:lnSpc>
                          <a:spcPts val="1560"/>
                        </a:lnSpc>
                        <a:spcAft>
                          <a:spcPts val="0"/>
                        </a:spcAft>
                      </a:pPr>
                      <a:r>
                        <a:rPr lang="en-US" sz="2000" kern="100" dirty="0" err="1">
                          <a:latin typeface="Times New Roman"/>
                          <a:ea typeface="宋体"/>
                          <a:cs typeface="Times New Roman"/>
                        </a:rPr>
                        <a:t>setw</a:t>
                      </a:r>
                      <a:r>
                        <a:rPr lang="en-US" sz="2000" kern="100" dirty="0">
                          <a:latin typeface="Times New Roman"/>
                          <a:ea typeface="宋体"/>
                          <a:cs typeface="Times New Roman"/>
                        </a:rPr>
                        <a:t>(</a:t>
                      </a:r>
                      <a:r>
                        <a:rPr lang="en-US" sz="2000" kern="100" dirty="0" err="1">
                          <a:latin typeface="Times New Roman"/>
                          <a:ea typeface="宋体"/>
                          <a:cs typeface="Times New Roman"/>
                        </a:rPr>
                        <a:t>int</a:t>
                      </a:r>
                      <a:r>
                        <a:rPr lang="en-US" sz="2000" kern="100" dirty="0">
                          <a:latin typeface="Times New Roman"/>
                          <a:ea typeface="宋体"/>
                          <a:cs typeface="Times New Roman"/>
                        </a:rPr>
                        <a:t>)</a:t>
                      </a:r>
                      <a:endParaRPr lang="zh-CN" sz="2800" kern="100" dirty="0">
                        <a:latin typeface="Times New Roman"/>
                        <a:ea typeface="宋体"/>
                        <a:cs typeface="Times New Roman"/>
                      </a:endParaRPr>
                    </a:p>
                  </a:txBody>
                  <a:tcPr marL="68580" marR="68580" marT="107999"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66700" algn="just">
                        <a:lnSpc>
                          <a:spcPts val="1560"/>
                        </a:lnSpc>
                        <a:spcAft>
                          <a:spcPts val="0"/>
                        </a:spcAft>
                      </a:pPr>
                      <a:r>
                        <a:rPr lang="zh-CN" sz="2000" kern="100" dirty="0">
                          <a:latin typeface="Times New Roman"/>
                          <a:ea typeface="宋体"/>
                          <a:cs typeface="Times New Roman"/>
                        </a:rPr>
                        <a:t>设置域宽</a:t>
                      </a:r>
                      <a:endParaRPr lang="zh-CN" sz="2800" kern="100" dirty="0">
                        <a:latin typeface="Times New Roman"/>
                        <a:ea typeface="宋体"/>
                        <a:cs typeface="Times New Roman"/>
                      </a:endParaRPr>
                    </a:p>
                  </a:txBody>
                  <a:tcPr marL="68580" marR="68580" marT="107999"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41337" name="灯片编号占位符 3">
            <a:extLst>
              <a:ext uri="{FF2B5EF4-FFF2-40B4-BE49-F238E27FC236}">
                <a16:creationId xmlns:a16="http://schemas.microsoft.com/office/drawing/2014/main" id="{108C30E5-47A9-7458-7720-929C8D4456E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8D8CDC2-50E6-4369-A219-AE07122555B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89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9E7761A-910A-0746-8EC9-8E97DE34831B}"/>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2.3 </a:t>
            </a:r>
            <a:r>
              <a:rPr kumimoji="0" lang="zh-CN" altLang="en-US" sz="2800" dirty="0">
                <a:solidFill>
                  <a:schemeClr val="bg1"/>
                </a:solidFill>
                <a:latin typeface="+mj-lt"/>
                <a:ea typeface="+mj-ea"/>
                <a:cs typeface="+mj-cs"/>
              </a:rPr>
              <a:t>数据的输入和输出</a:t>
            </a:r>
          </a:p>
        </p:txBody>
      </p:sp>
      <p:sp>
        <p:nvSpPr>
          <p:cNvPr id="141339" name="TextBox 7">
            <a:extLst>
              <a:ext uri="{FF2B5EF4-FFF2-40B4-BE49-F238E27FC236}">
                <a16:creationId xmlns:a16="http://schemas.microsoft.com/office/drawing/2014/main" id="{49929EA3-41D5-AE59-544E-AD276EEF9900}"/>
              </a:ext>
            </a:extLst>
          </p:cNvPr>
          <p:cNvSpPr txBox="1">
            <a:spLocks noChangeArrowheads="1"/>
          </p:cNvSpPr>
          <p:nvPr/>
        </p:nvSpPr>
        <p:spPr bwMode="auto">
          <a:xfrm>
            <a:off x="2428875" y="1714500"/>
            <a:ext cx="4071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r>
              <a:rPr lang="zh-CN" altLang="en-US" sz="2400">
                <a:latin typeface="黑体" panose="02010609060101010101" pitchFamily="49" charset="-122"/>
                <a:ea typeface="黑体" panose="02010609060101010101" pitchFamily="49" charset="-122"/>
              </a:rPr>
              <a:t>常用的</a:t>
            </a:r>
            <a:r>
              <a:rPr lang="en-US" altLang="zh-CN" sz="2400">
                <a:latin typeface="黑体" panose="02010609060101010101" pitchFamily="49" charset="-122"/>
                <a:ea typeface="黑体" panose="02010609060101010101" pitchFamily="49" charset="-122"/>
              </a:rPr>
              <a:t>I/O</a:t>
            </a:r>
            <a:r>
              <a:rPr lang="zh-CN" altLang="en-US" sz="2400">
                <a:latin typeface="黑体" panose="02010609060101010101" pitchFamily="49" charset="-122"/>
                <a:ea typeface="黑体" panose="02010609060101010101" pitchFamily="49" charset="-122"/>
              </a:rPr>
              <a:t>流类库操纵符</a:t>
            </a:r>
          </a:p>
        </p:txBody>
      </p:sp>
      <p:sp>
        <p:nvSpPr>
          <p:cNvPr id="141340" name="TextBox 8">
            <a:extLst>
              <a:ext uri="{FF2B5EF4-FFF2-40B4-BE49-F238E27FC236}">
                <a16:creationId xmlns:a16="http://schemas.microsoft.com/office/drawing/2014/main" id="{A6CF06C7-F68A-3A42-3D79-5BC50D4D4D61}"/>
              </a:ext>
            </a:extLst>
          </p:cNvPr>
          <p:cNvSpPr txBox="1">
            <a:spLocks noChangeArrowheads="1"/>
          </p:cNvSpPr>
          <p:nvPr/>
        </p:nvSpPr>
        <p:spPr bwMode="auto">
          <a:xfrm>
            <a:off x="571500" y="6000750"/>
            <a:ext cx="77866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r>
              <a:rPr lang="zh-CN" altLang="en-US" sz="2400">
                <a:latin typeface="黑体" panose="02010609060101010101" pitchFamily="49" charset="-122"/>
                <a:ea typeface="黑体" panose="02010609060101010101" pitchFamily="49" charset="-122"/>
              </a:rPr>
              <a:t>例</a:t>
            </a:r>
            <a:r>
              <a:rPr lang="en-US" altLang="zh-CN" sz="2400">
                <a:latin typeface="黑体" panose="02010609060101010101" pitchFamily="49" charset="-122"/>
                <a:ea typeface="黑体" panose="02010609060101010101" pitchFamily="49" charset="-122"/>
              </a:rPr>
              <a:t>:cout &lt;&lt; setw(5) &lt;&lt; setprecision(3) &lt;&lt; 3.1415;</a:t>
            </a:r>
            <a:endParaRPr lang="zh-CN" altLang="en-US" sz="2400">
              <a:latin typeface="黑体" panose="02010609060101010101" pitchFamily="49" charset="-122"/>
              <a:ea typeface="黑体" panose="02010609060101010101" pitchFamily="49"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内容占位符 2">
            <a:extLst>
              <a:ext uri="{FF2B5EF4-FFF2-40B4-BE49-F238E27FC236}">
                <a16:creationId xmlns:a16="http://schemas.microsoft.com/office/drawing/2014/main" id="{C890131F-DB66-120D-3114-4EAF0284066D}"/>
              </a:ext>
            </a:extLst>
          </p:cNvPr>
          <p:cNvSpPr>
            <a:spLocks noGrp="1"/>
          </p:cNvSpPr>
          <p:nvPr>
            <p:ph idx="1"/>
          </p:nvPr>
        </p:nvSpPr>
        <p:spPr>
          <a:xfrm>
            <a:off x="457200" y="1557338"/>
            <a:ext cx="8291513" cy="5130800"/>
          </a:xfrm>
          <a:solidFill>
            <a:srgbClr val="85FFFF"/>
          </a:solidFill>
        </p:spPr>
        <p:txBody>
          <a:bodyPr/>
          <a:lstStyle/>
          <a:p>
            <a:pPr>
              <a:lnSpc>
                <a:spcPct val="80000"/>
              </a:lnSpc>
              <a:buFont typeface="Georgia" panose="02040502050405020303" pitchFamily="18" charset="0"/>
              <a:buNone/>
            </a:pPr>
            <a:r>
              <a:rPr lang="en-US" altLang="zh-CN" sz="1800">
                <a:latin typeface="Consolas" panose="020B0609020204030204" pitchFamily="49" charset="0"/>
              </a:rPr>
              <a:t>//2_2.cpp</a:t>
            </a:r>
          </a:p>
          <a:p>
            <a:pPr>
              <a:lnSpc>
                <a:spcPct val="80000"/>
              </a:lnSpc>
              <a:buFont typeface="Georgia" panose="02040502050405020303" pitchFamily="18" charset="0"/>
              <a:buNone/>
            </a:pPr>
            <a:r>
              <a:rPr lang="en-US" altLang="zh-CN" sz="1800">
                <a:latin typeface="Consolas" panose="020B0609020204030204" pitchFamily="49" charset="0"/>
              </a:rPr>
              <a:t>#include &lt;iostream&gt;</a:t>
            </a:r>
          </a:p>
          <a:p>
            <a:pPr>
              <a:lnSpc>
                <a:spcPct val="80000"/>
              </a:lnSpc>
              <a:buFont typeface="Georgia" panose="02040502050405020303" pitchFamily="18" charset="0"/>
              <a:buNone/>
            </a:pPr>
            <a:r>
              <a:rPr lang="en-US" altLang="zh-CN" sz="1800">
                <a:latin typeface="Consolas" panose="020B0609020204030204" pitchFamily="49" charset="0"/>
              </a:rPr>
              <a:t>#include &lt;iomanip&gt;</a:t>
            </a:r>
          </a:p>
          <a:p>
            <a:pPr>
              <a:lnSpc>
                <a:spcPct val="80000"/>
              </a:lnSpc>
              <a:buFont typeface="Georgia" panose="02040502050405020303" pitchFamily="18" charset="0"/>
              <a:buNone/>
            </a:pPr>
            <a:r>
              <a:rPr lang="en-US" altLang="zh-CN" sz="1800">
                <a:latin typeface="Consolas" panose="020B0609020204030204" pitchFamily="49" charset="0"/>
              </a:rPr>
              <a:t>using namespace std;</a:t>
            </a:r>
          </a:p>
          <a:p>
            <a:pPr>
              <a:lnSpc>
                <a:spcPct val="80000"/>
              </a:lnSpc>
              <a:buFont typeface="Georgia" panose="02040502050405020303" pitchFamily="18" charset="0"/>
              <a:buNone/>
            </a:pPr>
            <a:r>
              <a:rPr lang="en-US" altLang="zh-CN" sz="1800">
                <a:latin typeface="Consolas" panose="020B0609020204030204" pitchFamily="49" charset="0"/>
              </a:rPr>
              <a:t>int main() {</a:t>
            </a:r>
          </a:p>
          <a:p>
            <a:pPr>
              <a:lnSpc>
                <a:spcPct val="80000"/>
              </a:lnSpc>
              <a:buFont typeface="Georgia" panose="02040502050405020303" pitchFamily="18" charset="0"/>
              <a:buNone/>
            </a:pPr>
            <a:r>
              <a:rPr lang="en-US" altLang="zh-CN" sz="1800">
                <a:latin typeface="Consolas" panose="020B0609020204030204" pitchFamily="49" charset="0"/>
              </a:rPr>
              <a:t>	int year;</a:t>
            </a:r>
          </a:p>
          <a:p>
            <a:pPr>
              <a:lnSpc>
                <a:spcPct val="80000"/>
              </a:lnSpc>
              <a:buFont typeface="Georgia" panose="02040502050405020303" pitchFamily="18" charset="0"/>
              <a:buNone/>
            </a:pPr>
            <a:r>
              <a:rPr lang="en-US" altLang="zh-CN" sz="1800">
                <a:latin typeface="Consolas" panose="020B0609020204030204" pitchFamily="49" charset="0"/>
              </a:rPr>
              <a:t>	bool isLeapYear;</a:t>
            </a:r>
          </a:p>
          <a:p>
            <a:pPr>
              <a:lnSpc>
                <a:spcPct val="80000"/>
              </a:lnSpc>
              <a:buFont typeface="Georgia" panose="02040502050405020303" pitchFamily="18" charset="0"/>
              <a:buNone/>
            </a:pPr>
            <a:r>
              <a:rPr lang="en-US" altLang="zh-CN" sz="1800">
                <a:latin typeface="Consolas" panose="020B0609020204030204" pitchFamily="49" charset="0"/>
              </a:rPr>
              <a:t>	</a:t>
            </a:r>
          </a:p>
          <a:p>
            <a:pPr>
              <a:lnSpc>
                <a:spcPct val="80000"/>
              </a:lnSpc>
              <a:buFont typeface="Georgia" panose="02040502050405020303" pitchFamily="18" charset="0"/>
              <a:buNone/>
            </a:pPr>
            <a:r>
              <a:rPr lang="en-US" altLang="zh-CN" sz="1800">
                <a:latin typeface="Consolas" panose="020B0609020204030204" pitchFamily="49" charset="0"/>
              </a:rPr>
              <a:t>	cout &lt;&lt; "Enter the year: ";</a:t>
            </a:r>
          </a:p>
          <a:p>
            <a:pPr>
              <a:lnSpc>
                <a:spcPct val="80000"/>
              </a:lnSpc>
              <a:buFont typeface="Georgia" panose="02040502050405020303" pitchFamily="18" charset="0"/>
              <a:buNone/>
            </a:pPr>
            <a:r>
              <a:rPr lang="en-US" altLang="zh-CN" sz="1800">
                <a:latin typeface="Consolas" panose="020B0609020204030204" pitchFamily="49" charset="0"/>
              </a:rPr>
              <a:t>	cin &gt;&gt; year;</a:t>
            </a:r>
          </a:p>
          <a:p>
            <a:pPr>
              <a:lnSpc>
                <a:spcPct val="80000"/>
              </a:lnSpc>
              <a:buFont typeface="Georgia" panose="02040502050405020303" pitchFamily="18" charset="0"/>
              <a:buNone/>
            </a:pPr>
            <a:r>
              <a:rPr lang="en-US" altLang="zh-CN" sz="1800">
                <a:latin typeface="Consolas" panose="020B0609020204030204" pitchFamily="49" charset="0"/>
              </a:rPr>
              <a:t>	isLeapYear = ((year % 4 == 0 &amp;&amp; year % 100 != 0) || (year % 400 == 0));</a:t>
            </a:r>
          </a:p>
          <a:p>
            <a:pPr>
              <a:lnSpc>
                <a:spcPct val="80000"/>
              </a:lnSpc>
              <a:buFont typeface="Georgia" panose="02040502050405020303" pitchFamily="18" charset="0"/>
              <a:buNone/>
            </a:pPr>
            <a:r>
              <a:rPr lang="en-US" altLang="zh-CN" sz="1800">
                <a:latin typeface="Consolas" panose="020B0609020204030204" pitchFamily="49" charset="0"/>
              </a:rPr>
              <a:t>	</a:t>
            </a:r>
          </a:p>
          <a:p>
            <a:pPr>
              <a:lnSpc>
                <a:spcPct val="80000"/>
              </a:lnSpc>
              <a:buFont typeface="Georgia" panose="02040502050405020303" pitchFamily="18" charset="0"/>
              <a:buNone/>
            </a:pPr>
            <a:r>
              <a:rPr lang="en-US" altLang="zh-CN" sz="1800">
                <a:latin typeface="Consolas" panose="020B0609020204030204" pitchFamily="49" charset="0"/>
              </a:rPr>
              <a:t>	if (isLeapYear)</a:t>
            </a:r>
          </a:p>
          <a:p>
            <a:pPr>
              <a:lnSpc>
                <a:spcPct val="80000"/>
              </a:lnSpc>
              <a:buFont typeface="Georgia" panose="02040502050405020303" pitchFamily="18" charset="0"/>
              <a:buNone/>
            </a:pPr>
            <a:r>
              <a:rPr lang="en-US" altLang="zh-CN" sz="1800">
                <a:latin typeface="Consolas" panose="020B0609020204030204" pitchFamily="49" charset="0"/>
              </a:rPr>
              <a:t>		cout &lt;&lt; year &lt;&lt; " is a leap year" &lt;&lt; endl;</a:t>
            </a:r>
          </a:p>
          <a:p>
            <a:pPr>
              <a:lnSpc>
                <a:spcPct val="80000"/>
              </a:lnSpc>
              <a:buFont typeface="Georgia" panose="02040502050405020303" pitchFamily="18" charset="0"/>
              <a:buNone/>
            </a:pPr>
            <a:r>
              <a:rPr lang="en-US" altLang="zh-CN" sz="1800">
                <a:latin typeface="Consolas" panose="020B0609020204030204" pitchFamily="49" charset="0"/>
              </a:rPr>
              <a:t>	else</a:t>
            </a:r>
          </a:p>
          <a:p>
            <a:pPr>
              <a:lnSpc>
                <a:spcPct val="80000"/>
              </a:lnSpc>
              <a:buFont typeface="Georgia" panose="02040502050405020303" pitchFamily="18" charset="0"/>
              <a:buNone/>
            </a:pPr>
            <a:r>
              <a:rPr lang="en-US" altLang="zh-CN" sz="1800">
                <a:latin typeface="Consolas" panose="020B0609020204030204" pitchFamily="49" charset="0"/>
              </a:rPr>
              <a:t>		cout &lt;&lt; year &lt;&lt; " is not a leap year" &lt;&lt; endl;</a:t>
            </a:r>
          </a:p>
          <a:p>
            <a:pPr>
              <a:lnSpc>
                <a:spcPct val="80000"/>
              </a:lnSpc>
              <a:buFont typeface="Georgia" panose="02040502050405020303" pitchFamily="18" charset="0"/>
              <a:buNone/>
            </a:pPr>
            <a:r>
              <a:rPr lang="en-US" altLang="zh-CN" sz="1800">
                <a:latin typeface="Consolas" panose="020B0609020204030204" pitchFamily="49" charset="0"/>
              </a:rPr>
              <a:t> </a:t>
            </a:r>
          </a:p>
          <a:p>
            <a:pPr>
              <a:lnSpc>
                <a:spcPct val="80000"/>
              </a:lnSpc>
              <a:buFont typeface="Georgia" panose="02040502050405020303" pitchFamily="18" charset="0"/>
              <a:buNone/>
            </a:pPr>
            <a:r>
              <a:rPr lang="en-US" altLang="zh-CN" sz="1800">
                <a:latin typeface="Consolas" panose="020B0609020204030204" pitchFamily="49" charset="0"/>
              </a:rPr>
              <a:t>	return 0;</a:t>
            </a:r>
          </a:p>
          <a:p>
            <a:pPr>
              <a:lnSpc>
                <a:spcPct val="80000"/>
              </a:lnSpc>
              <a:buFont typeface="Georgia" panose="02040502050405020303" pitchFamily="18" charset="0"/>
              <a:buNone/>
            </a:pPr>
            <a:r>
              <a:rPr lang="en-US" altLang="zh-CN" sz="1800">
                <a:latin typeface="Consolas" panose="020B0609020204030204" pitchFamily="49" charset="0"/>
              </a:rPr>
              <a:t>}</a:t>
            </a:r>
          </a:p>
        </p:txBody>
      </p:sp>
      <p:sp>
        <p:nvSpPr>
          <p:cNvPr id="143363" name="灯片编号占位符 3">
            <a:extLst>
              <a:ext uri="{FF2B5EF4-FFF2-40B4-BE49-F238E27FC236}">
                <a16:creationId xmlns:a16="http://schemas.microsoft.com/office/drawing/2014/main" id="{F895A193-CDF9-AFB2-22CD-DEC5E1CCD81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0456EDB-4CF0-40FF-A25C-C51FB476F88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161CAFD-7525-23F1-2205-0BE8ECA15AEC}"/>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a:t>
            </a:r>
            <a:endParaRPr kumimoji="0" lang="zh-CN" altLang="en-US" sz="2800" dirty="0">
              <a:solidFill>
                <a:schemeClr val="bg1"/>
              </a:solidFill>
              <a:latin typeface="+mj-ea"/>
              <a:ea typeface="+mj-ea"/>
              <a:cs typeface="+mj-cs"/>
            </a:endParaRPr>
          </a:p>
        </p:txBody>
      </p:sp>
      <p:sp>
        <p:nvSpPr>
          <p:cNvPr id="143365" name="标题 1">
            <a:extLst>
              <a:ext uri="{FF2B5EF4-FFF2-40B4-BE49-F238E27FC236}">
                <a16:creationId xmlns:a16="http://schemas.microsoft.com/office/drawing/2014/main" id="{359AF984-32B2-49DE-58BA-CFFCBA47A56A}"/>
              </a:ext>
            </a:extLst>
          </p:cNvPr>
          <p:cNvSpPr>
            <a:spLocks noGrp="1"/>
          </p:cNvSpPr>
          <p:nvPr>
            <p:ph type="title"/>
          </p:nvPr>
        </p:nvSpPr>
        <p:spPr>
          <a:xfrm>
            <a:off x="3697288" y="1557338"/>
            <a:ext cx="5051425" cy="865187"/>
          </a:xfrm>
          <a:solidFill>
            <a:schemeClr val="bg1"/>
          </a:solidFill>
        </p:spPr>
        <p:txBody>
          <a:bodyPr/>
          <a:lstStyle/>
          <a:p>
            <a:r>
              <a:rPr lang="zh-CN" altLang="en-US" sz="2400"/>
              <a:t>例</a:t>
            </a:r>
            <a:r>
              <a:rPr lang="en-US" altLang="zh-CN" sz="2400"/>
              <a:t>2-2</a:t>
            </a:r>
            <a:r>
              <a:rPr lang="zh-CN" altLang="en-US" sz="2400"/>
              <a:t>输入一个年份，判断是否闰年</a:t>
            </a:r>
          </a:p>
        </p:txBody>
      </p:sp>
      <p:sp>
        <p:nvSpPr>
          <p:cNvPr id="6" name="标题 1">
            <a:extLst>
              <a:ext uri="{FF2B5EF4-FFF2-40B4-BE49-F238E27FC236}">
                <a16:creationId xmlns:a16="http://schemas.microsoft.com/office/drawing/2014/main" id="{1CADA9CD-55B4-FF08-9273-B73713B5E9CF}"/>
              </a:ext>
            </a:extLst>
          </p:cNvPr>
          <p:cNvSpPr txBox="1">
            <a:spLocks/>
          </p:cNvSpPr>
          <p:nvPr/>
        </p:nvSpPr>
        <p:spPr bwMode="auto">
          <a:xfrm>
            <a:off x="457200" y="576263"/>
            <a:ext cx="8229600" cy="1066800"/>
          </a:xfrm>
          <a:prstGeom prst="rect">
            <a:avLst/>
          </a:prstGeom>
          <a:noFill/>
          <a:ln w="9525">
            <a:noFill/>
            <a:miter lim="800000"/>
            <a:headEnd/>
            <a:tailEnd/>
          </a:ln>
        </p:spPr>
        <p:txBody>
          <a:bodyPr anchor="ctr"/>
          <a:lstStyle/>
          <a:p>
            <a:pPr eaLnBrk="1" hangingPunct="1">
              <a:defRPr/>
            </a:pPr>
            <a:r>
              <a:rPr kumimoji="0" lang="en-US" altLang="zh-CN" sz="4000">
                <a:solidFill>
                  <a:schemeClr val="tx2"/>
                </a:solidFill>
                <a:latin typeface="+mj-lt"/>
                <a:ea typeface="+mj-ea"/>
                <a:cs typeface="+mj-cs"/>
              </a:rPr>
              <a:t>2.4.1 </a:t>
            </a:r>
            <a:r>
              <a:rPr kumimoji="0" lang="zh-CN" altLang="en-US" sz="4000">
                <a:solidFill>
                  <a:schemeClr val="tx2"/>
                </a:solidFill>
                <a:latin typeface="+mj-lt"/>
                <a:ea typeface="+mj-ea"/>
                <a:cs typeface="+mj-cs"/>
              </a:rPr>
              <a:t>用</a:t>
            </a:r>
            <a:r>
              <a:rPr kumimoji="0" lang="en-US" altLang="zh-CN" sz="4000">
                <a:solidFill>
                  <a:schemeClr val="tx2"/>
                </a:solidFill>
                <a:latin typeface="+mj-lt"/>
                <a:ea typeface="+mj-ea"/>
                <a:cs typeface="+mj-cs"/>
              </a:rPr>
              <a:t>if</a:t>
            </a:r>
            <a:r>
              <a:rPr kumimoji="0" lang="zh-CN" altLang="en-US" sz="4000">
                <a:solidFill>
                  <a:schemeClr val="tx2"/>
                </a:solidFill>
                <a:latin typeface="+mj-lt"/>
                <a:ea typeface="+mj-ea"/>
                <a:cs typeface="+mj-cs"/>
              </a:rPr>
              <a:t>语句实现选择结构</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标题 1">
            <a:extLst>
              <a:ext uri="{FF2B5EF4-FFF2-40B4-BE49-F238E27FC236}">
                <a16:creationId xmlns:a16="http://schemas.microsoft.com/office/drawing/2014/main" id="{63ED4A54-C0A3-C97E-6CC1-61B3CC9423F6}"/>
              </a:ext>
            </a:extLst>
          </p:cNvPr>
          <p:cNvSpPr>
            <a:spLocks noGrp="1"/>
          </p:cNvSpPr>
          <p:nvPr>
            <p:ph type="title"/>
          </p:nvPr>
        </p:nvSpPr>
        <p:spPr/>
        <p:txBody>
          <a:bodyPr/>
          <a:lstStyle/>
          <a:p>
            <a:pPr eaLnBrk="1" hangingPunct="1"/>
            <a:r>
              <a:rPr lang="en-US" altLang="zh-CN"/>
              <a:t>If</a:t>
            </a:r>
            <a:r>
              <a:rPr lang="zh-CN" altLang="en-US"/>
              <a:t>语句的语法形式</a:t>
            </a:r>
          </a:p>
        </p:txBody>
      </p:sp>
      <p:sp>
        <p:nvSpPr>
          <p:cNvPr id="144387" name="内容占位符 2">
            <a:extLst>
              <a:ext uri="{FF2B5EF4-FFF2-40B4-BE49-F238E27FC236}">
                <a16:creationId xmlns:a16="http://schemas.microsoft.com/office/drawing/2014/main" id="{D8D3A475-80AE-9B74-09BA-690F2FAA8173}"/>
              </a:ext>
            </a:extLst>
          </p:cNvPr>
          <p:cNvSpPr>
            <a:spLocks noGrp="1"/>
          </p:cNvSpPr>
          <p:nvPr>
            <p:ph idx="1"/>
          </p:nvPr>
        </p:nvSpPr>
        <p:spPr/>
        <p:txBody>
          <a:bodyPr/>
          <a:lstStyle/>
          <a:p>
            <a:pPr eaLnBrk="1" hangingPunct="1">
              <a:buFont typeface="Wingdings" panose="05000000000000000000" pitchFamily="2" charset="2"/>
              <a:buNone/>
            </a:pPr>
            <a:r>
              <a:rPr lang="en-US" altLang="zh-CN">
                <a:solidFill>
                  <a:srgbClr val="0070C0"/>
                </a:solidFill>
              </a:rPr>
              <a:t>if (</a:t>
            </a:r>
            <a:r>
              <a:rPr lang="zh-CN" altLang="en-US">
                <a:solidFill>
                  <a:srgbClr val="0070C0"/>
                </a:solidFill>
              </a:rPr>
              <a:t>表达式</a:t>
            </a:r>
            <a:r>
              <a:rPr lang="en-US" altLang="zh-CN">
                <a:solidFill>
                  <a:srgbClr val="0070C0"/>
                </a:solidFill>
              </a:rPr>
              <a:t>) </a:t>
            </a:r>
            <a:r>
              <a:rPr lang="zh-CN" altLang="en-US">
                <a:solidFill>
                  <a:srgbClr val="0070C0"/>
                </a:solidFill>
              </a:rPr>
              <a:t>语句</a:t>
            </a:r>
          </a:p>
          <a:p>
            <a:pPr marL="508000" lvl="1" indent="-50800" eaLnBrk="1" hangingPunct="1">
              <a:buFontTx/>
              <a:buNone/>
            </a:pPr>
            <a:r>
              <a:rPr lang="zh-CN" altLang="en-US">
                <a:solidFill>
                  <a:schemeClr val="tx1"/>
                </a:solidFill>
              </a:rPr>
              <a:t>例：</a:t>
            </a:r>
            <a:r>
              <a:rPr lang="en-US" altLang="zh-CN">
                <a:solidFill>
                  <a:schemeClr val="tx1"/>
                </a:solidFill>
              </a:rPr>
              <a:t>if (x &gt; y) cout &lt;&lt; x;</a:t>
            </a:r>
          </a:p>
          <a:p>
            <a:pPr eaLnBrk="1" hangingPunct="1">
              <a:buFont typeface="Wingdings" panose="05000000000000000000" pitchFamily="2" charset="2"/>
              <a:buNone/>
            </a:pPr>
            <a:r>
              <a:rPr lang="en-US" altLang="zh-CN">
                <a:solidFill>
                  <a:srgbClr val="0070C0"/>
                </a:solidFill>
              </a:rPr>
              <a:t>if (</a:t>
            </a:r>
            <a:r>
              <a:rPr lang="zh-CN" altLang="en-US">
                <a:solidFill>
                  <a:srgbClr val="0070C0"/>
                </a:solidFill>
              </a:rPr>
              <a:t>表达式</a:t>
            </a:r>
            <a:r>
              <a:rPr lang="en-US" altLang="zh-CN">
                <a:solidFill>
                  <a:srgbClr val="0070C0"/>
                </a:solidFill>
              </a:rPr>
              <a:t>) </a:t>
            </a:r>
            <a:r>
              <a:rPr lang="zh-CN" altLang="en-US">
                <a:solidFill>
                  <a:srgbClr val="0070C0"/>
                </a:solidFill>
              </a:rPr>
              <a:t>语句</a:t>
            </a:r>
            <a:r>
              <a:rPr lang="en-US" altLang="zh-CN">
                <a:solidFill>
                  <a:srgbClr val="0070C0"/>
                </a:solidFill>
              </a:rPr>
              <a:t>1 else </a:t>
            </a:r>
            <a:r>
              <a:rPr lang="zh-CN" altLang="en-US">
                <a:solidFill>
                  <a:srgbClr val="0070C0"/>
                </a:solidFill>
              </a:rPr>
              <a:t>语句</a:t>
            </a:r>
            <a:r>
              <a:rPr lang="en-US" altLang="zh-CN">
                <a:solidFill>
                  <a:srgbClr val="0070C0"/>
                </a:solidFill>
              </a:rPr>
              <a:t>2</a:t>
            </a:r>
          </a:p>
          <a:p>
            <a:pPr marL="508000" lvl="1" indent="-50800" eaLnBrk="1" hangingPunct="1">
              <a:buFontTx/>
              <a:buNone/>
            </a:pPr>
            <a:r>
              <a:rPr lang="zh-CN" altLang="en-US">
                <a:solidFill>
                  <a:schemeClr val="tx1"/>
                </a:solidFill>
              </a:rPr>
              <a:t>例：</a:t>
            </a:r>
            <a:r>
              <a:rPr lang="en-US" altLang="zh-CN">
                <a:solidFill>
                  <a:schemeClr val="tx1"/>
                </a:solidFill>
              </a:rPr>
              <a:t>if (x &gt; y) cout &lt;&lt; x;</a:t>
            </a:r>
          </a:p>
          <a:p>
            <a:pPr marL="508000" lvl="1" indent="-50800" eaLnBrk="1" hangingPunct="1">
              <a:buFontTx/>
              <a:buNone/>
            </a:pPr>
            <a:r>
              <a:rPr lang="en-US" altLang="zh-CN">
                <a:solidFill>
                  <a:schemeClr val="tx1"/>
                </a:solidFill>
              </a:rPr>
              <a:t>    else cout &lt;&lt; y;</a:t>
            </a:r>
          </a:p>
          <a:p>
            <a:pPr eaLnBrk="1" hangingPunct="1">
              <a:buFont typeface="Wingdings" panose="05000000000000000000" pitchFamily="2" charset="2"/>
              <a:buNone/>
            </a:pPr>
            <a:r>
              <a:rPr lang="en-US" altLang="zh-CN">
                <a:solidFill>
                  <a:srgbClr val="0070C0"/>
                </a:solidFill>
              </a:rPr>
              <a:t>if (</a:t>
            </a:r>
            <a:r>
              <a:rPr lang="zh-CN" altLang="en-US">
                <a:solidFill>
                  <a:srgbClr val="0070C0"/>
                </a:solidFill>
              </a:rPr>
              <a:t>表达式</a:t>
            </a:r>
            <a:r>
              <a:rPr lang="en-US" altLang="zh-CN">
                <a:solidFill>
                  <a:srgbClr val="0070C0"/>
                </a:solidFill>
              </a:rPr>
              <a:t>1) </a:t>
            </a:r>
            <a:r>
              <a:rPr lang="zh-CN" altLang="en-US">
                <a:solidFill>
                  <a:srgbClr val="0070C0"/>
                </a:solidFill>
              </a:rPr>
              <a:t>语句</a:t>
            </a:r>
            <a:r>
              <a:rPr lang="en-US" altLang="zh-CN">
                <a:solidFill>
                  <a:srgbClr val="0070C0"/>
                </a:solidFill>
              </a:rPr>
              <a:t>1</a:t>
            </a:r>
            <a:br>
              <a:rPr lang="en-US" altLang="zh-CN">
                <a:solidFill>
                  <a:srgbClr val="0070C0"/>
                </a:solidFill>
              </a:rPr>
            </a:br>
            <a:r>
              <a:rPr lang="en-US" altLang="zh-CN">
                <a:solidFill>
                  <a:srgbClr val="0070C0"/>
                </a:solidFill>
              </a:rPr>
              <a:t>else if (</a:t>
            </a:r>
            <a:r>
              <a:rPr lang="zh-CN" altLang="en-US">
                <a:solidFill>
                  <a:srgbClr val="0070C0"/>
                </a:solidFill>
              </a:rPr>
              <a:t>表达式</a:t>
            </a:r>
            <a:r>
              <a:rPr lang="en-US" altLang="zh-CN">
                <a:solidFill>
                  <a:srgbClr val="0070C0"/>
                </a:solidFill>
              </a:rPr>
              <a:t>2) </a:t>
            </a:r>
            <a:r>
              <a:rPr lang="zh-CN" altLang="en-US">
                <a:solidFill>
                  <a:srgbClr val="0070C0"/>
                </a:solidFill>
              </a:rPr>
              <a:t>语句</a:t>
            </a:r>
            <a:r>
              <a:rPr lang="en-US" altLang="zh-CN">
                <a:solidFill>
                  <a:srgbClr val="0070C0"/>
                </a:solidFill>
              </a:rPr>
              <a:t>2</a:t>
            </a:r>
            <a:br>
              <a:rPr lang="en-US" altLang="zh-CN">
                <a:solidFill>
                  <a:srgbClr val="0070C0"/>
                </a:solidFill>
              </a:rPr>
            </a:br>
            <a:r>
              <a:rPr lang="en-US" altLang="zh-CN">
                <a:solidFill>
                  <a:srgbClr val="0070C0"/>
                </a:solidFill>
              </a:rPr>
              <a:t>else if (</a:t>
            </a:r>
            <a:r>
              <a:rPr lang="zh-CN" altLang="en-US">
                <a:solidFill>
                  <a:srgbClr val="0070C0"/>
                </a:solidFill>
              </a:rPr>
              <a:t>表达式</a:t>
            </a:r>
            <a:r>
              <a:rPr lang="en-US" altLang="zh-CN">
                <a:solidFill>
                  <a:srgbClr val="0070C0"/>
                </a:solidFill>
              </a:rPr>
              <a:t>3) </a:t>
            </a:r>
            <a:r>
              <a:rPr lang="zh-CN" altLang="en-US">
                <a:solidFill>
                  <a:srgbClr val="0070C0"/>
                </a:solidFill>
              </a:rPr>
              <a:t>语句</a:t>
            </a:r>
            <a:r>
              <a:rPr lang="en-US" altLang="zh-CN">
                <a:solidFill>
                  <a:srgbClr val="0070C0"/>
                </a:solidFill>
              </a:rPr>
              <a:t>3</a:t>
            </a:r>
            <a:br>
              <a:rPr lang="en-US" altLang="zh-CN">
                <a:solidFill>
                  <a:srgbClr val="0070C0"/>
                </a:solidFill>
              </a:rPr>
            </a:br>
            <a:r>
              <a:rPr lang="en-US" altLang="zh-CN">
                <a:solidFill>
                  <a:srgbClr val="0070C0"/>
                </a:solidFill>
              </a:rPr>
              <a:t>           …</a:t>
            </a:r>
            <a:br>
              <a:rPr lang="en-US" altLang="zh-CN">
                <a:solidFill>
                  <a:srgbClr val="0070C0"/>
                </a:solidFill>
              </a:rPr>
            </a:br>
            <a:r>
              <a:rPr lang="en-US" altLang="zh-CN">
                <a:solidFill>
                  <a:srgbClr val="0070C0"/>
                </a:solidFill>
              </a:rPr>
              <a:t>else </a:t>
            </a:r>
            <a:r>
              <a:rPr lang="zh-CN" altLang="en-US">
                <a:solidFill>
                  <a:srgbClr val="0070C0"/>
                </a:solidFill>
              </a:rPr>
              <a:t>语句 </a:t>
            </a:r>
            <a:r>
              <a:rPr lang="en-US" altLang="zh-CN">
                <a:solidFill>
                  <a:srgbClr val="0070C0"/>
                </a:solidFill>
              </a:rPr>
              <a:t>n</a:t>
            </a:r>
          </a:p>
          <a:p>
            <a:pPr eaLnBrk="1" hangingPunct="1"/>
            <a:endParaRPr lang="zh-CN" altLang="en-US"/>
          </a:p>
        </p:txBody>
      </p:sp>
      <p:sp>
        <p:nvSpPr>
          <p:cNvPr id="144388" name="灯片编号占位符 3">
            <a:extLst>
              <a:ext uri="{FF2B5EF4-FFF2-40B4-BE49-F238E27FC236}">
                <a16:creationId xmlns:a16="http://schemas.microsoft.com/office/drawing/2014/main" id="{310A395F-CE70-0DF9-01F2-B6E6385E02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8A60F41-B5E3-410F-B361-E06F974B196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419DF359-7E40-E102-0E3B-DA6BDD90AD2E}"/>
              </a:ext>
            </a:extLst>
          </p:cNvPr>
          <p:cNvSpPr txBox="1">
            <a:spLocks/>
          </p:cNvSpPr>
          <p:nvPr/>
        </p:nvSpPr>
        <p:spPr>
          <a:xfrm>
            <a:off x="214313" y="0"/>
            <a:ext cx="8072437" cy="428625"/>
          </a:xfrm>
          <a:prstGeom prst="rect">
            <a:avLst/>
          </a:prstGeom>
        </p:spPr>
        <p:txBody>
          <a:bodyPr anchor="ctr">
            <a:normAutofit fontScale="85000" lnSpcReduction="1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a:t>
            </a:r>
            <a:r>
              <a:rPr kumimoji="0" lang="en-US" altLang="zh-CN" sz="2800" dirty="0">
                <a:solidFill>
                  <a:schemeClr val="bg1"/>
                </a:solidFill>
                <a:latin typeface="+mj-lt"/>
                <a:ea typeface="+mj-ea"/>
                <a:cs typeface="+mj-cs"/>
              </a:rPr>
              <a:t>—— 2.4.1</a:t>
            </a:r>
            <a:r>
              <a:rPr kumimoji="0" lang="zh-CN" altLang="en-US" sz="2800" dirty="0">
                <a:solidFill>
                  <a:schemeClr val="bg1"/>
                </a:solidFill>
                <a:latin typeface="+mj-lt"/>
                <a:ea typeface="+mj-ea"/>
                <a:cs typeface="+mj-cs"/>
              </a:rPr>
              <a:t>用</a:t>
            </a:r>
            <a:r>
              <a:rPr kumimoji="0" lang="en-US" altLang="zh-CN" sz="2800" dirty="0">
                <a:solidFill>
                  <a:schemeClr val="bg1"/>
                </a:solidFill>
                <a:latin typeface="+mj-lt"/>
                <a:ea typeface="+mj-ea"/>
                <a:cs typeface="+mj-cs"/>
              </a:rPr>
              <a:t>if</a:t>
            </a:r>
            <a:r>
              <a:rPr kumimoji="0" lang="zh-CN" altLang="en-US" sz="2800" dirty="0">
                <a:solidFill>
                  <a:schemeClr val="bg1"/>
                </a:solidFill>
                <a:latin typeface="+mj-lt"/>
                <a:ea typeface="+mj-ea"/>
                <a:cs typeface="+mj-cs"/>
              </a:rPr>
              <a:t>语句实现选择结构</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1">
            <a:extLst>
              <a:ext uri="{FF2B5EF4-FFF2-40B4-BE49-F238E27FC236}">
                <a16:creationId xmlns:a16="http://schemas.microsoft.com/office/drawing/2014/main" id="{E374B7FE-E510-49A6-FA0B-1591E6E95910}"/>
              </a:ext>
            </a:extLst>
          </p:cNvPr>
          <p:cNvSpPr>
            <a:spLocks noGrp="1"/>
          </p:cNvSpPr>
          <p:nvPr>
            <p:ph type="title"/>
          </p:nvPr>
        </p:nvSpPr>
        <p:spPr/>
        <p:txBody>
          <a:bodyPr/>
          <a:lstStyle/>
          <a:p>
            <a:pPr eaLnBrk="1" hangingPunct="1"/>
            <a:r>
              <a:rPr lang="en-US" altLang="zh-CN"/>
              <a:t>2.4.2 </a:t>
            </a:r>
            <a:r>
              <a:rPr lang="zh-CN" altLang="en-US"/>
              <a:t>多重选择结构</a:t>
            </a:r>
            <a:r>
              <a:rPr lang="en-US" altLang="zh-CN" sz="3200"/>
              <a:t>——</a:t>
            </a:r>
            <a:r>
              <a:rPr lang="zh-CN" altLang="en-US" sz="3200"/>
              <a:t>嵌套的</a:t>
            </a:r>
            <a:r>
              <a:rPr lang="en-US" altLang="zh-CN" sz="3200"/>
              <a:t>if</a:t>
            </a:r>
            <a:r>
              <a:rPr lang="zh-CN" altLang="en-US" sz="3200"/>
              <a:t>结构</a:t>
            </a:r>
            <a:endParaRPr lang="zh-CN" altLang="en-US" sz="4800"/>
          </a:p>
        </p:txBody>
      </p:sp>
      <p:sp>
        <p:nvSpPr>
          <p:cNvPr id="145411" name="灯片编号占位符 3">
            <a:extLst>
              <a:ext uri="{FF2B5EF4-FFF2-40B4-BE49-F238E27FC236}">
                <a16:creationId xmlns:a16="http://schemas.microsoft.com/office/drawing/2014/main" id="{753CD8CE-628F-6A2F-EE89-D1ADD58780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7B86F2D-D9B6-46EC-94A5-6146F3CDD71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73C49B5E-FB97-47D3-AF6A-E90D9332AC1D}"/>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a:t>
            </a:r>
          </a:p>
        </p:txBody>
      </p:sp>
      <p:sp>
        <p:nvSpPr>
          <p:cNvPr id="7" name="内容占位符 11">
            <a:extLst>
              <a:ext uri="{FF2B5EF4-FFF2-40B4-BE49-F238E27FC236}">
                <a16:creationId xmlns:a16="http://schemas.microsoft.com/office/drawing/2014/main" id="{11A81650-F2F9-3EBE-21F0-4D3FB8BEFD60}"/>
              </a:ext>
            </a:extLst>
          </p:cNvPr>
          <p:cNvSpPr>
            <a:spLocks noGrp="1"/>
          </p:cNvSpPr>
          <p:nvPr>
            <p:ph idx="1"/>
          </p:nvPr>
        </p:nvSpPr>
        <p:spPr>
          <a:solidFill>
            <a:srgbClr val="85FFFF"/>
          </a:solidFill>
        </p:spPr>
        <p:txBody>
          <a:bodyPr>
            <a:normAutofit fontScale="85000" lnSpcReduction="20000"/>
          </a:bodyPr>
          <a:lstStyle/>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#include&lt;</a:t>
            </a:r>
            <a:r>
              <a:rPr lang="en-US" altLang="zh-CN" dirty="0" err="1">
                <a:latin typeface="Consolas" pitchFamily="49" charset="0"/>
              </a:rPr>
              <a:t>iostream</a:t>
            </a:r>
            <a:r>
              <a:rPr lang="en-US" altLang="zh-CN" dirty="0">
                <a:latin typeface="Consolas" pitchFamily="49" charset="0"/>
              </a:rPr>
              <a:t>&gt;</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using namespace std;</a:t>
            </a:r>
          </a:p>
          <a:p>
            <a:pPr eaLnBrk="1" hangingPunct="1">
              <a:lnSpc>
                <a:spcPct val="90000"/>
              </a:lnSpc>
              <a:buFont typeface="Wingdings" pitchFamily="2" charset="2"/>
              <a:buNone/>
              <a:tabLst>
                <a:tab pos="633413" algn="l"/>
                <a:tab pos="900113" algn="l"/>
              </a:tabLst>
              <a:defRPr/>
            </a:pPr>
            <a:r>
              <a:rPr lang="en-US" altLang="zh-CN" dirty="0" err="1">
                <a:latin typeface="Consolas" pitchFamily="49" charset="0"/>
              </a:rPr>
              <a:t>int</a:t>
            </a:r>
            <a:r>
              <a:rPr lang="en-US" altLang="zh-CN" dirty="0">
                <a:latin typeface="Consolas" pitchFamily="49" charset="0"/>
              </a:rPr>
              <a:t> main() {</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a:t>
            </a:r>
            <a:r>
              <a:rPr lang="en-US" altLang="zh-CN" dirty="0" err="1">
                <a:latin typeface="Consolas" pitchFamily="49" charset="0"/>
              </a:rPr>
              <a:t>int</a:t>
            </a:r>
            <a:r>
              <a:rPr lang="en-US" altLang="zh-CN" dirty="0">
                <a:latin typeface="Consolas" pitchFamily="49" charset="0"/>
              </a:rPr>
              <a:t> x, y;</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cout &lt;&lt; "Enter x and y:";</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cin &gt;&gt; x &gt;&gt; y;</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if (x != y)</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if (x &gt; y)</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cout &lt;&lt; "x &gt; y" &lt;&lt; </a:t>
            </a:r>
            <a:r>
              <a:rPr lang="en-US" altLang="zh-CN" dirty="0" err="1">
                <a:latin typeface="Consolas" pitchFamily="49" charset="0"/>
              </a:rPr>
              <a:t>endl</a:t>
            </a:r>
            <a:r>
              <a:rPr lang="en-US" altLang="zh-CN" dirty="0">
                <a:latin typeface="Consolas" pitchFamily="49" charset="0"/>
              </a:rPr>
              <a:t>;</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else</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cout &lt;&lt; "x &lt; y" &lt;&lt; </a:t>
            </a:r>
            <a:r>
              <a:rPr lang="en-US" altLang="zh-CN" dirty="0" err="1">
                <a:latin typeface="Consolas" pitchFamily="49" charset="0"/>
              </a:rPr>
              <a:t>endl</a:t>
            </a:r>
            <a:r>
              <a:rPr lang="en-US" altLang="zh-CN" dirty="0">
                <a:latin typeface="Consolas" pitchFamily="49" charset="0"/>
              </a:rPr>
              <a:t>;</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else</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cout &lt;&lt; "x = y" &lt;&lt; </a:t>
            </a:r>
            <a:r>
              <a:rPr lang="en-US" altLang="zh-CN" dirty="0" err="1">
                <a:latin typeface="Consolas" pitchFamily="49" charset="0"/>
              </a:rPr>
              <a:t>endl</a:t>
            </a:r>
            <a:r>
              <a:rPr lang="en-US" altLang="zh-CN" dirty="0">
                <a:latin typeface="Consolas" pitchFamily="49" charset="0"/>
              </a:rPr>
              <a:t>;</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	return 0;</a:t>
            </a:r>
          </a:p>
          <a:p>
            <a:pPr eaLnBrk="1" hangingPunct="1">
              <a:lnSpc>
                <a:spcPct val="90000"/>
              </a:lnSpc>
              <a:buFont typeface="Wingdings" pitchFamily="2" charset="2"/>
              <a:buNone/>
              <a:tabLst>
                <a:tab pos="633413" algn="l"/>
                <a:tab pos="900113" algn="l"/>
              </a:tabLst>
              <a:defRPr/>
            </a:pPr>
            <a:r>
              <a:rPr lang="en-US" altLang="zh-CN" dirty="0">
                <a:latin typeface="Consolas" pitchFamily="49" charset="0"/>
              </a:rPr>
              <a:t>}</a:t>
            </a:r>
          </a:p>
        </p:txBody>
      </p:sp>
      <p:sp>
        <p:nvSpPr>
          <p:cNvPr id="6" name="TextBox 5">
            <a:extLst>
              <a:ext uri="{FF2B5EF4-FFF2-40B4-BE49-F238E27FC236}">
                <a16:creationId xmlns:a16="http://schemas.microsoft.com/office/drawing/2014/main" id="{B396EE91-34A6-A9F5-C180-9AAA712C8A0D}"/>
              </a:ext>
            </a:extLst>
          </p:cNvPr>
          <p:cNvSpPr txBox="1"/>
          <p:nvPr/>
        </p:nvSpPr>
        <p:spPr>
          <a:xfrm>
            <a:off x="4427538" y="1773238"/>
            <a:ext cx="4321175" cy="830262"/>
          </a:xfrm>
          <a:prstGeom prst="rect">
            <a:avLst/>
          </a:prstGeom>
          <a:solidFill>
            <a:schemeClr val="bg1"/>
          </a:solidFill>
        </p:spPr>
        <p:txBody>
          <a:bodyPr>
            <a:spAutoFit/>
          </a:bodyPr>
          <a:lstStyle/>
          <a:p>
            <a:pPr eaLnBrk="1" hangingPunct="1">
              <a:defRPr/>
            </a:pPr>
            <a:r>
              <a:rPr lang="zh-CN" altLang="en-US" dirty="0">
                <a:solidFill>
                  <a:schemeClr val="tx2"/>
                </a:solidFill>
                <a:latin typeface="+mj-lt"/>
                <a:ea typeface="+mj-ea"/>
                <a:cs typeface="+mj-cs"/>
              </a:rPr>
              <a:t>例</a:t>
            </a:r>
            <a:r>
              <a:rPr lang="en-US" altLang="zh-CN" dirty="0">
                <a:solidFill>
                  <a:schemeClr val="tx2"/>
                </a:solidFill>
                <a:latin typeface="+mj-lt"/>
                <a:ea typeface="+mj-ea"/>
                <a:cs typeface="+mj-cs"/>
              </a:rPr>
              <a:t>2-3</a:t>
            </a:r>
            <a:r>
              <a:rPr lang="zh-CN" altLang="en-US" dirty="0">
                <a:solidFill>
                  <a:schemeClr val="tx2"/>
                </a:solidFill>
                <a:latin typeface="+mj-lt"/>
                <a:ea typeface="+mj-ea"/>
                <a:cs typeface="+mj-cs"/>
              </a:rPr>
              <a:t>：输入两个整数，比较两个数的大小。</a:t>
            </a:r>
            <a:endParaRPr lang="en-US" altLang="zh-CN" dirty="0">
              <a:solidFill>
                <a:schemeClr val="tx2"/>
              </a:solidFill>
              <a:latin typeface="+mj-lt"/>
              <a:ea typeface="+mj-ea"/>
              <a:cs typeface="+mj-c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1">
            <a:extLst>
              <a:ext uri="{FF2B5EF4-FFF2-40B4-BE49-F238E27FC236}">
                <a16:creationId xmlns:a16="http://schemas.microsoft.com/office/drawing/2014/main" id="{2995950F-8239-0103-2BF0-E52DD7643CAB}"/>
              </a:ext>
            </a:extLst>
          </p:cNvPr>
          <p:cNvSpPr>
            <a:spLocks noGrp="1"/>
          </p:cNvSpPr>
          <p:nvPr>
            <p:ph type="title"/>
          </p:nvPr>
        </p:nvSpPr>
        <p:spPr/>
        <p:txBody>
          <a:bodyPr/>
          <a:lstStyle/>
          <a:p>
            <a:pPr eaLnBrk="1" hangingPunct="1"/>
            <a:r>
              <a:rPr lang="zh-CN" altLang="en-US"/>
              <a:t>例</a:t>
            </a:r>
            <a:r>
              <a:rPr lang="en-US" altLang="zh-CN"/>
              <a:t>2-3</a:t>
            </a:r>
            <a:r>
              <a:rPr lang="zh-CN" altLang="en-US"/>
              <a:t>（续）</a:t>
            </a:r>
          </a:p>
        </p:txBody>
      </p:sp>
      <p:sp>
        <p:nvSpPr>
          <p:cNvPr id="146435" name="灯片编号占位符 3">
            <a:extLst>
              <a:ext uri="{FF2B5EF4-FFF2-40B4-BE49-F238E27FC236}">
                <a16:creationId xmlns:a16="http://schemas.microsoft.com/office/drawing/2014/main" id="{BBA2D38E-19C1-1392-2D53-EAA5F85EB5A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343505A-3560-4A46-AEA9-1055BF35A2F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DB41014-0525-6FA4-1F24-D430A70A20B1}"/>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2.4.2 </a:t>
            </a:r>
            <a:r>
              <a:rPr kumimoji="0" lang="zh-CN" altLang="en-US" sz="2800" dirty="0">
                <a:solidFill>
                  <a:schemeClr val="bg1"/>
                </a:solidFill>
                <a:latin typeface="+mj-lt"/>
                <a:ea typeface="+mj-ea"/>
                <a:cs typeface="+mj-cs"/>
              </a:rPr>
              <a:t>多重选择结构</a:t>
            </a:r>
          </a:p>
        </p:txBody>
      </p:sp>
      <p:sp>
        <p:nvSpPr>
          <p:cNvPr id="8" name="内容占位符 6">
            <a:extLst>
              <a:ext uri="{FF2B5EF4-FFF2-40B4-BE49-F238E27FC236}">
                <a16:creationId xmlns:a16="http://schemas.microsoft.com/office/drawing/2014/main" id="{74C00342-4B6A-A0FC-7C24-CA84185CCEE7}"/>
              </a:ext>
            </a:extLst>
          </p:cNvPr>
          <p:cNvSpPr>
            <a:spLocks noGrp="1"/>
          </p:cNvSpPr>
          <p:nvPr>
            <p:ph idx="1"/>
          </p:nvPr>
        </p:nvSpPr>
        <p:spPr>
          <a:solidFill>
            <a:schemeClr val="accent6">
              <a:lumMod val="20000"/>
              <a:lumOff val="80000"/>
            </a:schemeClr>
          </a:solidFill>
        </p:spPr>
        <p:txBody>
          <a:bodyPr>
            <a:normAutofit/>
          </a:bodyPr>
          <a:lstStyle/>
          <a:p>
            <a:pPr marL="971550" eaLnBrk="1" hangingPunct="1">
              <a:buFont typeface="Wingdings" pitchFamily="2" charset="2"/>
              <a:buNone/>
              <a:defRPr/>
            </a:pPr>
            <a:r>
              <a:rPr lang="zh-CN" altLang="en-US" dirty="0"/>
              <a:t>运行结果</a:t>
            </a:r>
            <a:r>
              <a:rPr lang="en-US" altLang="zh-CN" dirty="0"/>
              <a:t>1</a:t>
            </a:r>
            <a:r>
              <a:rPr lang="zh-CN" altLang="en-US" dirty="0"/>
              <a:t>：</a:t>
            </a:r>
          </a:p>
          <a:p>
            <a:pPr marL="971550" eaLnBrk="1" hangingPunct="1">
              <a:buFont typeface="Wingdings" pitchFamily="2" charset="2"/>
              <a:buNone/>
              <a:defRPr/>
            </a:pPr>
            <a:r>
              <a:rPr lang="en-US" altLang="zh-CN" dirty="0"/>
              <a:t>Enter x and y:5 8</a:t>
            </a:r>
          </a:p>
          <a:p>
            <a:pPr marL="971550" eaLnBrk="1" hangingPunct="1">
              <a:buFont typeface="Wingdings" pitchFamily="2" charset="2"/>
              <a:buNone/>
              <a:defRPr/>
            </a:pPr>
            <a:r>
              <a:rPr lang="en-US" altLang="zh-CN" dirty="0"/>
              <a:t>x &lt; y</a:t>
            </a:r>
          </a:p>
          <a:p>
            <a:pPr marL="971550" eaLnBrk="1" hangingPunct="1">
              <a:buFont typeface="Wingdings" pitchFamily="2" charset="2"/>
              <a:buNone/>
              <a:defRPr/>
            </a:pPr>
            <a:r>
              <a:rPr lang="zh-CN" altLang="en-US" dirty="0"/>
              <a:t>运行结果</a:t>
            </a:r>
            <a:r>
              <a:rPr lang="en-US" altLang="zh-CN" dirty="0"/>
              <a:t>2</a:t>
            </a:r>
            <a:r>
              <a:rPr lang="zh-CN" altLang="en-US" dirty="0"/>
              <a:t>：</a:t>
            </a:r>
          </a:p>
          <a:p>
            <a:pPr marL="971550" eaLnBrk="1" hangingPunct="1">
              <a:buFont typeface="Wingdings" pitchFamily="2" charset="2"/>
              <a:buNone/>
              <a:defRPr/>
            </a:pPr>
            <a:r>
              <a:rPr lang="en-US" altLang="zh-CN" dirty="0"/>
              <a:t>Enter x and y:8 8</a:t>
            </a:r>
          </a:p>
          <a:p>
            <a:pPr marL="971550" eaLnBrk="1" hangingPunct="1">
              <a:buFont typeface="Wingdings" pitchFamily="2" charset="2"/>
              <a:buNone/>
              <a:defRPr/>
            </a:pPr>
            <a:r>
              <a:rPr lang="en-US" altLang="zh-CN" dirty="0"/>
              <a:t>x = y</a:t>
            </a:r>
          </a:p>
          <a:p>
            <a:pPr marL="971550" eaLnBrk="1" hangingPunct="1">
              <a:buFont typeface="Wingdings" pitchFamily="2" charset="2"/>
              <a:buNone/>
              <a:defRPr/>
            </a:pPr>
            <a:r>
              <a:rPr lang="zh-CN" altLang="en-US" dirty="0"/>
              <a:t>运行结果</a:t>
            </a:r>
            <a:r>
              <a:rPr lang="en-US" altLang="zh-CN" dirty="0"/>
              <a:t>3</a:t>
            </a:r>
            <a:r>
              <a:rPr lang="zh-CN" altLang="en-US" dirty="0"/>
              <a:t>：</a:t>
            </a:r>
          </a:p>
          <a:p>
            <a:pPr marL="971550" eaLnBrk="1" hangingPunct="1">
              <a:buFont typeface="Wingdings" pitchFamily="2" charset="2"/>
              <a:buNone/>
              <a:defRPr/>
            </a:pPr>
            <a:r>
              <a:rPr lang="en-US" altLang="zh-CN" dirty="0"/>
              <a:t>Enter x and y:12 8</a:t>
            </a:r>
          </a:p>
          <a:p>
            <a:pPr marL="971550" eaLnBrk="1" hangingPunct="1">
              <a:buFont typeface="Wingdings" pitchFamily="2" charset="2"/>
              <a:buNone/>
              <a:defRPr/>
            </a:pPr>
            <a:r>
              <a:rPr lang="en-US" altLang="zh-CN" dirty="0"/>
              <a:t>x &gt; y</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标题 1">
            <a:extLst>
              <a:ext uri="{FF2B5EF4-FFF2-40B4-BE49-F238E27FC236}">
                <a16:creationId xmlns:a16="http://schemas.microsoft.com/office/drawing/2014/main" id="{9A387495-B60C-9382-5035-EEF82850517D}"/>
              </a:ext>
            </a:extLst>
          </p:cNvPr>
          <p:cNvSpPr>
            <a:spLocks noGrp="1"/>
          </p:cNvSpPr>
          <p:nvPr>
            <p:ph type="title"/>
          </p:nvPr>
        </p:nvSpPr>
        <p:spPr/>
        <p:txBody>
          <a:bodyPr/>
          <a:lstStyle/>
          <a:p>
            <a:pPr eaLnBrk="1" hangingPunct="1"/>
            <a:r>
              <a:rPr lang="zh-CN" altLang="en-US"/>
              <a:t>嵌套的</a:t>
            </a:r>
            <a:r>
              <a:rPr lang="en-US" altLang="zh-CN"/>
              <a:t>if</a:t>
            </a:r>
            <a:r>
              <a:rPr lang="zh-CN" altLang="en-US"/>
              <a:t>结构（续）</a:t>
            </a:r>
          </a:p>
        </p:txBody>
      </p:sp>
      <p:sp>
        <p:nvSpPr>
          <p:cNvPr id="147459" name="内容占位符 2">
            <a:extLst>
              <a:ext uri="{FF2B5EF4-FFF2-40B4-BE49-F238E27FC236}">
                <a16:creationId xmlns:a16="http://schemas.microsoft.com/office/drawing/2014/main" id="{042D0708-9D85-A92F-4006-4494F784E658}"/>
              </a:ext>
            </a:extLst>
          </p:cNvPr>
          <p:cNvSpPr>
            <a:spLocks noGrp="1"/>
          </p:cNvSpPr>
          <p:nvPr>
            <p:ph idx="1"/>
          </p:nvPr>
        </p:nvSpPr>
        <p:spPr>
          <a:xfrm>
            <a:off x="457200" y="1643063"/>
            <a:ext cx="8229600" cy="4787900"/>
          </a:xfrm>
        </p:spPr>
        <p:txBody>
          <a:bodyPr/>
          <a:lstStyle/>
          <a:p>
            <a:pPr eaLnBrk="1" hangingPunct="1">
              <a:lnSpc>
                <a:spcPct val="120000"/>
              </a:lnSpc>
            </a:pPr>
            <a:r>
              <a:rPr lang="zh-CN" altLang="en-US"/>
              <a:t>语法形式</a:t>
            </a:r>
            <a:endParaRPr lang="en-US" altLang="zh-CN"/>
          </a:p>
          <a:p>
            <a:pPr marL="457200" lvl="1" indent="0" eaLnBrk="1" hangingPunct="1">
              <a:lnSpc>
                <a:spcPct val="120000"/>
              </a:lnSpc>
              <a:buFontTx/>
              <a:buNone/>
            </a:pPr>
            <a:r>
              <a:rPr lang="en-US" altLang="zh-CN" sz="2400">
                <a:solidFill>
                  <a:srgbClr val="0070C0"/>
                </a:solidFill>
              </a:rPr>
              <a:t>if(   )</a:t>
            </a:r>
          </a:p>
          <a:p>
            <a:pPr marL="457200" lvl="1" indent="0" eaLnBrk="1" hangingPunct="1">
              <a:lnSpc>
                <a:spcPct val="120000"/>
              </a:lnSpc>
              <a:buFontTx/>
              <a:buNone/>
            </a:pPr>
            <a:r>
              <a:rPr lang="en-US" altLang="zh-CN" sz="2400">
                <a:solidFill>
                  <a:srgbClr val="0070C0"/>
                </a:solidFill>
              </a:rPr>
              <a:t>     if(   ) </a:t>
            </a:r>
            <a:r>
              <a:rPr lang="zh-CN" altLang="en-US" sz="2400">
                <a:solidFill>
                  <a:srgbClr val="0070C0"/>
                </a:solidFill>
              </a:rPr>
              <a:t>语句 </a:t>
            </a:r>
            <a:r>
              <a:rPr lang="en-US" altLang="zh-CN" sz="2400">
                <a:solidFill>
                  <a:srgbClr val="0070C0"/>
                </a:solidFill>
              </a:rPr>
              <a:t>1</a:t>
            </a:r>
          </a:p>
          <a:p>
            <a:pPr marL="457200" lvl="1" indent="0" eaLnBrk="1" hangingPunct="1">
              <a:lnSpc>
                <a:spcPct val="120000"/>
              </a:lnSpc>
              <a:buFontTx/>
              <a:buNone/>
            </a:pPr>
            <a:r>
              <a:rPr lang="en-US" altLang="zh-CN" sz="2400">
                <a:solidFill>
                  <a:srgbClr val="0070C0"/>
                </a:solidFill>
              </a:rPr>
              <a:t>     else </a:t>
            </a:r>
            <a:r>
              <a:rPr lang="zh-CN" altLang="en-US" sz="2400">
                <a:solidFill>
                  <a:srgbClr val="0070C0"/>
                </a:solidFill>
              </a:rPr>
              <a:t>语句 </a:t>
            </a:r>
            <a:r>
              <a:rPr lang="en-US" altLang="zh-CN" sz="2400">
                <a:solidFill>
                  <a:srgbClr val="0070C0"/>
                </a:solidFill>
              </a:rPr>
              <a:t>2</a:t>
            </a:r>
          </a:p>
          <a:p>
            <a:pPr marL="457200" lvl="1" indent="0" eaLnBrk="1" hangingPunct="1">
              <a:lnSpc>
                <a:spcPct val="120000"/>
              </a:lnSpc>
              <a:buFontTx/>
              <a:buNone/>
            </a:pPr>
            <a:r>
              <a:rPr lang="en-US" altLang="zh-CN" sz="2400">
                <a:solidFill>
                  <a:srgbClr val="0070C0"/>
                </a:solidFill>
              </a:rPr>
              <a:t>else</a:t>
            </a:r>
          </a:p>
          <a:p>
            <a:pPr marL="457200" lvl="1" indent="0" eaLnBrk="1" hangingPunct="1">
              <a:lnSpc>
                <a:spcPct val="120000"/>
              </a:lnSpc>
              <a:buFontTx/>
              <a:buNone/>
            </a:pPr>
            <a:r>
              <a:rPr lang="en-US" altLang="zh-CN" sz="2400">
                <a:solidFill>
                  <a:srgbClr val="0070C0"/>
                </a:solidFill>
              </a:rPr>
              <a:t>     if(   ) </a:t>
            </a:r>
            <a:r>
              <a:rPr lang="zh-CN" altLang="en-US" sz="2400">
                <a:solidFill>
                  <a:srgbClr val="0070C0"/>
                </a:solidFill>
              </a:rPr>
              <a:t>语句 </a:t>
            </a:r>
            <a:r>
              <a:rPr lang="en-US" altLang="zh-CN" sz="2400">
                <a:solidFill>
                  <a:srgbClr val="0070C0"/>
                </a:solidFill>
              </a:rPr>
              <a:t>3</a:t>
            </a:r>
          </a:p>
          <a:p>
            <a:pPr marL="457200" lvl="1" indent="0" eaLnBrk="1" hangingPunct="1">
              <a:lnSpc>
                <a:spcPct val="120000"/>
              </a:lnSpc>
              <a:buFontTx/>
              <a:buNone/>
            </a:pPr>
            <a:r>
              <a:rPr lang="en-US" altLang="zh-CN" sz="2400">
                <a:solidFill>
                  <a:srgbClr val="0070C0"/>
                </a:solidFill>
              </a:rPr>
              <a:t>     else </a:t>
            </a:r>
            <a:r>
              <a:rPr lang="zh-CN" altLang="en-US" sz="2400">
                <a:solidFill>
                  <a:srgbClr val="0070C0"/>
                </a:solidFill>
              </a:rPr>
              <a:t>语句 </a:t>
            </a:r>
            <a:r>
              <a:rPr lang="en-US" altLang="zh-CN" sz="2400">
                <a:solidFill>
                  <a:srgbClr val="0070C0"/>
                </a:solidFill>
              </a:rPr>
              <a:t>4</a:t>
            </a:r>
          </a:p>
          <a:p>
            <a:pPr eaLnBrk="1" hangingPunct="1">
              <a:lnSpc>
                <a:spcPct val="120000"/>
              </a:lnSpc>
            </a:pPr>
            <a:r>
              <a:rPr lang="zh-CN" altLang="en-US"/>
              <a:t>注意</a:t>
            </a:r>
          </a:p>
          <a:p>
            <a:pPr marL="457200" lvl="1" indent="0" eaLnBrk="1" hangingPunct="1">
              <a:lnSpc>
                <a:spcPct val="120000"/>
              </a:lnSpc>
              <a:buFontTx/>
              <a:buNone/>
            </a:pPr>
            <a:r>
              <a:rPr lang="zh-CN" altLang="en-US">
                <a:solidFill>
                  <a:srgbClr val="0070C0"/>
                </a:solidFill>
              </a:rPr>
              <a:t>语句 </a:t>
            </a:r>
            <a:r>
              <a:rPr lang="en-US" altLang="zh-CN">
                <a:solidFill>
                  <a:srgbClr val="0070C0"/>
                </a:solidFill>
              </a:rPr>
              <a:t>1</a:t>
            </a:r>
            <a:r>
              <a:rPr lang="zh-CN" altLang="en-US">
                <a:solidFill>
                  <a:srgbClr val="0070C0"/>
                </a:solidFill>
              </a:rPr>
              <a:t>、</a:t>
            </a:r>
            <a:r>
              <a:rPr lang="en-US" altLang="zh-CN">
                <a:solidFill>
                  <a:srgbClr val="0070C0"/>
                </a:solidFill>
              </a:rPr>
              <a:t>2</a:t>
            </a:r>
            <a:r>
              <a:rPr lang="zh-CN" altLang="en-US">
                <a:solidFill>
                  <a:srgbClr val="0070C0"/>
                </a:solidFill>
              </a:rPr>
              <a:t>、</a:t>
            </a:r>
            <a:r>
              <a:rPr lang="en-US" altLang="zh-CN">
                <a:solidFill>
                  <a:srgbClr val="0070C0"/>
                </a:solidFill>
              </a:rPr>
              <a:t>3</a:t>
            </a:r>
            <a:r>
              <a:rPr lang="zh-CN" altLang="en-US">
                <a:solidFill>
                  <a:srgbClr val="0070C0"/>
                </a:solidFill>
              </a:rPr>
              <a:t>、</a:t>
            </a:r>
            <a:r>
              <a:rPr lang="en-US" altLang="zh-CN">
                <a:solidFill>
                  <a:srgbClr val="0070C0"/>
                </a:solidFill>
              </a:rPr>
              <a:t>4 </a:t>
            </a:r>
            <a:r>
              <a:rPr lang="zh-CN" altLang="en-US">
                <a:solidFill>
                  <a:srgbClr val="0070C0"/>
                </a:solidFill>
              </a:rPr>
              <a:t>可以是复合语句，每层的 </a:t>
            </a:r>
            <a:r>
              <a:rPr lang="en-US" altLang="zh-CN">
                <a:solidFill>
                  <a:srgbClr val="0070C0"/>
                </a:solidFill>
              </a:rPr>
              <a:t>if </a:t>
            </a:r>
            <a:r>
              <a:rPr lang="zh-CN" altLang="en-US">
                <a:solidFill>
                  <a:srgbClr val="0070C0"/>
                </a:solidFill>
              </a:rPr>
              <a:t>与 </a:t>
            </a:r>
            <a:r>
              <a:rPr lang="en-US" altLang="zh-CN">
                <a:solidFill>
                  <a:srgbClr val="0070C0"/>
                </a:solidFill>
              </a:rPr>
              <a:t>else </a:t>
            </a:r>
            <a:r>
              <a:rPr lang="zh-CN" altLang="en-US">
                <a:solidFill>
                  <a:srgbClr val="0070C0"/>
                </a:solidFill>
              </a:rPr>
              <a:t>配对，或用 </a:t>
            </a:r>
            <a:r>
              <a:rPr lang="en-US" altLang="zh-CN">
                <a:solidFill>
                  <a:srgbClr val="0070C0"/>
                </a:solidFill>
              </a:rPr>
              <a:t>{ } </a:t>
            </a:r>
            <a:r>
              <a:rPr lang="zh-CN" altLang="en-US">
                <a:solidFill>
                  <a:srgbClr val="0070C0"/>
                </a:solidFill>
              </a:rPr>
              <a:t>来确定层次关系。</a:t>
            </a:r>
          </a:p>
          <a:p>
            <a:pPr eaLnBrk="1" hangingPunct="1"/>
            <a:endParaRPr lang="zh-CN" altLang="en-US"/>
          </a:p>
        </p:txBody>
      </p:sp>
      <p:sp>
        <p:nvSpPr>
          <p:cNvPr id="147460" name="灯片编号占位符 3">
            <a:extLst>
              <a:ext uri="{FF2B5EF4-FFF2-40B4-BE49-F238E27FC236}">
                <a16:creationId xmlns:a16="http://schemas.microsoft.com/office/drawing/2014/main" id="{B3B8F4A7-3CD4-9868-AE68-BCD9ADF58C5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EBAD6F2-D816-4AB5-A21B-258BAC1D49C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AA4A1F5-AB5B-2044-C422-62994E4747CF}"/>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a:t>
            </a:r>
            <a:r>
              <a:rPr kumimoji="0" lang="en-US" altLang="zh-CN" sz="2800" dirty="0">
                <a:solidFill>
                  <a:schemeClr val="bg1"/>
                </a:solidFill>
                <a:latin typeface="+mj-lt"/>
                <a:ea typeface="+mj-ea"/>
                <a:cs typeface="+mj-cs"/>
              </a:rPr>
              <a:t>—— 2.4.2 </a:t>
            </a:r>
            <a:r>
              <a:rPr kumimoji="0" lang="zh-CN" altLang="en-US" sz="2800" dirty="0">
                <a:solidFill>
                  <a:schemeClr val="bg1"/>
                </a:solidFill>
                <a:latin typeface="+mj-lt"/>
                <a:ea typeface="+mj-ea"/>
                <a:cs typeface="+mj-cs"/>
              </a:rPr>
              <a:t>多重选择结构</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标题 1">
            <a:extLst>
              <a:ext uri="{FF2B5EF4-FFF2-40B4-BE49-F238E27FC236}">
                <a16:creationId xmlns:a16="http://schemas.microsoft.com/office/drawing/2014/main" id="{0C807994-FEAE-2C8E-497C-05A56BF73621}"/>
              </a:ext>
            </a:extLst>
          </p:cNvPr>
          <p:cNvSpPr>
            <a:spLocks noGrp="1"/>
          </p:cNvSpPr>
          <p:nvPr>
            <p:ph type="title"/>
          </p:nvPr>
        </p:nvSpPr>
        <p:spPr/>
        <p:txBody>
          <a:bodyPr/>
          <a:lstStyle/>
          <a:p>
            <a:pPr eaLnBrk="1" hangingPunct="1"/>
            <a:r>
              <a:rPr lang="en-US" altLang="zh-CN"/>
              <a:t>switch</a:t>
            </a:r>
            <a:r>
              <a:rPr lang="zh-CN" altLang="en-US"/>
              <a:t>语句</a:t>
            </a:r>
          </a:p>
        </p:txBody>
      </p:sp>
      <p:sp>
        <p:nvSpPr>
          <p:cNvPr id="146435" name="内容占位符 2">
            <a:extLst>
              <a:ext uri="{FF2B5EF4-FFF2-40B4-BE49-F238E27FC236}">
                <a16:creationId xmlns:a16="http://schemas.microsoft.com/office/drawing/2014/main" id="{CC5AA019-8D6C-65E8-68BE-043E281B3E5E}"/>
              </a:ext>
            </a:extLst>
          </p:cNvPr>
          <p:cNvSpPr>
            <a:spLocks noGrp="1"/>
          </p:cNvSpPr>
          <p:nvPr>
            <p:ph idx="1"/>
          </p:nvPr>
        </p:nvSpPr>
        <p:spPr>
          <a:xfrm>
            <a:off x="428625" y="1785938"/>
            <a:ext cx="8229600" cy="4787900"/>
          </a:xfrm>
        </p:spPr>
        <p:txBody>
          <a:bodyPr/>
          <a:lstStyle/>
          <a:p>
            <a:pPr eaLnBrk="1" hangingPunct="1">
              <a:buFont typeface="Georgia" panose="02040502050405020303" pitchFamily="18" charset="0"/>
              <a:buNone/>
              <a:defRPr/>
            </a:pPr>
            <a:endParaRPr lang="en-US" altLang="zh-CN" sz="3600" dirty="0"/>
          </a:p>
          <a:p>
            <a:pPr eaLnBrk="1" hangingPunct="1">
              <a:defRPr/>
            </a:pPr>
            <a:r>
              <a:rPr lang="zh-CN" altLang="en-US" sz="3600" dirty="0"/>
              <a:t>例</a:t>
            </a:r>
            <a:r>
              <a:rPr lang="en-US" altLang="zh-CN" sz="3600" dirty="0"/>
              <a:t>2-4</a:t>
            </a:r>
            <a:r>
              <a:rPr lang="zh-CN" altLang="en-US" sz="3600" dirty="0"/>
              <a:t>：</a:t>
            </a:r>
            <a:r>
              <a:rPr lang="en-US" altLang="zh-CN" sz="3600" dirty="0"/>
              <a:t> </a:t>
            </a:r>
            <a:r>
              <a:rPr lang="zh-CN" altLang="en-US" sz="3600" dirty="0"/>
              <a:t>输入一个</a:t>
            </a:r>
            <a:r>
              <a:rPr lang="en-US" altLang="zh-CN" sz="3600" dirty="0">
                <a:latin typeface="+mn-ea"/>
              </a:rPr>
              <a:t>0</a:t>
            </a:r>
            <a:r>
              <a:rPr lang="zh-CN" altLang="en-US" sz="3600" dirty="0">
                <a:latin typeface="+mn-ea"/>
              </a:rPr>
              <a:t>～</a:t>
            </a:r>
            <a:r>
              <a:rPr lang="en-US" altLang="zh-CN" sz="3600" dirty="0">
                <a:latin typeface="+mn-ea"/>
              </a:rPr>
              <a:t>6</a:t>
            </a:r>
            <a:r>
              <a:rPr lang="zh-CN" altLang="en-US" sz="3600" dirty="0"/>
              <a:t>的整数，转换成星期输出。</a:t>
            </a:r>
          </a:p>
          <a:p>
            <a:pPr eaLnBrk="1" hangingPunct="1">
              <a:defRPr/>
            </a:pPr>
            <a:endParaRPr lang="zh-CN" altLang="en-US" dirty="0"/>
          </a:p>
        </p:txBody>
      </p:sp>
      <p:sp>
        <p:nvSpPr>
          <p:cNvPr id="148484" name="灯片编号占位符 3">
            <a:extLst>
              <a:ext uri="{FF2B5EF4-FFF2-40B4-BE49-F238E27FC236}">
                <a16:creationId xmlns:a16="http://schemas.microsoft.com/office/drawing/2014/main" id="{C1325E43-3AC1-7C00-A4DF-455557D5686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4E16231-7774-47DF-9991-96A3AF23D9C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D510BEC3-CE4B-A924-62C5-34C805360E93}"/>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2.4.2 </a:t>
            </a:r>
            <a:r>
              <a:rPr kumimoji="0" lang="zh-CN" altLang="en-US" sz="2800" dirty="0">
                <a:solidFill>
                  <a:schemeClr val="bg1"/>
                </a:solidFill>
                <a:latin typeface="+mj-lt"/>
                <a:ea typeface="+mj-ea"/>
                <a:cs typeface="+mj-cs"/>
              </a:rPr>
              <a:t>多重选择结构</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灯片编号占位符 3">
            <a:extLst>
              <a:ext uri="{FF2B5EF4-FFF2-40B4-BE49-F238E27FC236}">
                <a16:creationId xmlns:a16="http://schemas.microsoft.com/office/drawing/2014/main" id="{A6B8256E-EEA0-0BF7-7AD9-7CB126B9DF4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A952838-6601-4AD5-9399-68013969148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0AACD81-C568-FF4F-50D4-D9498999AC7F}"/>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2.4.2 </a:t>
            </a:r>
            <a:r>
              <a:rPr kumimoji="0" lang="zh-CN" altLang="en-US" sz="2800" dirty="0">
                <a:solidFill>
                  <a:schemeClr val="bg1"/>
                </a:solidFill>
                <a:latin typeface="+mj-lt"/>
                <a:ea typeface="+mj-ea"/>
                <a:cs typeface="+mj-cs"/>
              </a:rPr>
              <a:t>多重选择结构</a:t>
            </a:r>
          </a:p>
        </p:txBody>
      </p:sp>
      <p:sp>
        <p:nvSpPr>
          <p:cNvPr id="149508" name="内容占位符 11">
            <a:extLst>
              <a:ext uri="{FF2B5EF4-FFF2-40B4-BE49-F238E27FC236}">
                <a16:creationId xmlns:a16="http://schemas.microsoft.com/office/drawing/2014/main" id="{9A3A7132-A88E-00CB-3F12-D8BD28BDE61C}"/>
              </a:ext>
            </a:extLst>
          </p:cNvPr>
          <p:cNvSpPr txBox="1">
            <a:spLocks/>
          </p:cNvSpPr>
          <p:nvPr/>
        </p:nvSpPr>
        <p:spPr bwMode="auto">
          <a:xfrm>
            <a:off x="71438" y="642938"/>
            <a:ext cx="9001125" cy="5929312"/>
          </a:xfrm>
          <a:prstGeom prst="rect">
            <a:avLst/>
          </a:prstGeom>
          <a:solidFill>
            <a:srgbClr val="85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lnSpc>
                <a:spcPct val="80000"/>
              </a:lnSpc>
              <a:spcBef>
                <a:spcPct val="0"/>
              </a:spcBef>
              <a:buClrTx/>
              <a:buFont typeface="Wingdings" panose="05000000000000000000" pitchFamily="2" charset="2"/>
              <a:buNone/>
            </a:pPr>
            <a:r>
              <a:rPr lang="zh-CN" altLang="en-US" sz="2400" noProof="1">
                <a:latin typeface="Consolas" panose="020B0609020204030204" pitchFamily="49" charset="0"/>
                <a:ea typeface="隶书" panose="02010509060101010101" pitchFamily="49" charset="-122"/>
              </a:rPr>
              <a:t>#</a:t>
            </a:r>
            <a:r>
              <a:rPr lang="en-US" altLang="zh-CN" sz="2400" noProof="1">
                <a:latin typeface="Consolas" panose="020B0609020204030204" pitchFamily="49" charset="0"/>
                <a:ea typeface="隶书" panose="02010509060101010101" pitchFamily="49" charset="-122"/>
              </a:rPr>
              <a:t>include &lt;iostream&gt;</a:t>
            </a: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using namespace std;</a:t>
            </a:r>
            <a:endParaRPr lang="en-US" altLang="zh-CN" sz="2400" noProof="1">
              <a:latin typeface="Consolas" panose="020B0609020204030204" pitchFamily="49" charset="0"/>
              <a:ea typeface="隶书" panose="02010509060101010101" pitchFamily="49" charset="-122"/>
            </a:endParaRPr>
          </a:p>
          <a:p>
            <a:pPr eaLnBrk="1" hangingPunct="1">
              <a:lnSpc>
                <a:spcPct val="80000"/>
              </a:lnSpc>
              <a:spcBef>
                <a:spcPct val="0"/>
              </a:spcBef>
              <a:buClrTx/>
              <a:buFont typeface="Wingdings" panose="05000000000000000000" pitchFamily="2" charset="2"/>
              <a:buNone/>
            </a:pPr>
            <a:r>
              <a:rPr lang="en-US" altLang="zh-CN" sz="2400" noProof="1">
                <a:latin typeface="Consolas" panose="020B0609020204030204" pitchFamily="49" charset="0"/>
                <a:ea typeface="隶书" panose="02010509060101010101" pitchFamily="49" charset="-122"/>
              </a:rPr>
              <a:t>int main()</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a:t>
            </a:r>
            <a:endParaRPr lang="en-US" altLang="zh-CN" sz="2400">
              <a:latin typeface="Consolas" panose="020B0609020204030204" pitchFamily="49" charset="0"/>
              <a:ea typeface="隶书" panose="02010509060101010101" pitchFamily="49" charset="-122"/>
            </a:endParaRPr>
          </a:p>
          <a:p>
            <a:pPr eaLnBrk="1" hangingPunct="1">
              <a:lnSpc>
                <a:spcPct val="80000"/>
              </a:lnSpc>
              <a:spcBef>
                <a:spcPct val="0"/>
              </a:spcBef>
              <a:buClrTx/>
              <a:buFont typeface="Wingdings" panose="05000000000000000000" pitchFamily="2" charset="2"/>
              <a:buNone/>
            </a:pPr>
            <a:r>
              <a:rPr lang="en-US" altLang="zh-CN" sz="2400" noProof="1">
                <a:latin typeface="Consolas" panose="020B0609020204030204" pitchFamily="49" charset="0"/>
                <a:ea typeface="隶书" panose="02010509060101010101" pitchFamily="49" charset="-122"/>
              </a:rPr>
              <a:t>     int day;</a:t>
            </a:r>
          </a:p>
          <a:p>
            <a:pPr eaLnBrk="1" hangingPunct="1">
              <a:lnSpc>
                <a:spcPct val="80000"/>
              </a:lnSpc>
              <a:spcBef>
                <a:spcPct val="0"/>
              </a:spcBef>
              <a:buClrTx/>
              <a:buFont typeface="Wingdings" panose="05000000000000000000" pitchFamily="2" charset="2"/>
              <a:buNone/>
            </a:pPr>
            <a:r>
              <a:rPr lang="en-US" altLang="zh-CN" sz="2400" noProof="1">
                <a:latin typeface="Consolas" panose="020B0609020204030204" pitchFamily="49" charset="0"/>
                <a:ea typeface="隶书" panose="02010509060101010101" pitchFamily="49" charset="-122"/>
              </a:rPr>
              <a:t>     cin &gt;&gt; day;</a:t>
            </a:r>
          </a:p>
          <a:p>
            <a:pPr eaLnBrk="1" hangingPunct="1">
              <a:lnSpc>
                <a:spcPct val="80000"/>
              </a:lnSpc>
              <a:spcBef>
                <a:spcPct val="0"/>
              </a:spcBef>
              <a:buClrTx/>
              <a:buFont typeface="Wingdings" panose="05000000000000000000" pitchFamily="2" charset="2"/>
              <a:buNone/>
            </a:pPr>
            <a:r>
              <a:rPr lang="en-US" altLang="zh-CN" sz="2400" noProof="1">
                <a:latin typeface="Consolas" panose="020B0609020204030204" pitchFamily="49" charset="0"/>
                <a:ea typeface="隶书" panose="02010509060101010101" pitchFamily="49" charset="-122"/>
              </a:rPr>
              <a:t>     switch (day)</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a:t>
            </a:r>
            <a:endParaRPr lang="en-US" altLang="zh-CN" sz="2400">
              <a:latin typeface="Consolas" panose="020B0609020204030204" pitchFamily="49" charset="0"/>
              <a:ea typeface="隶书" panose="02010509060101010101" pitchFamily="49" charset="-122"/>
            </a:endParaRP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case 0:</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cout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"Sunday"</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endl;</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break;</a:t>
            </a:r>
            <a:endParaRPr lang="en-US" altLang="zh-CN" sz="2400">
              <a:latin typeface="Consolas" panose="020B0609020204030204" pitchFamily="49" charset="0"/>
              <a:ea typeface="隶书" panose="02010509060101010101" pitchFamily="49" charset="-122"/>
            </a:endParaRP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case 1:</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cout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"Monday"</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endl;</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break;</a:t>
            </a:r>
            <a:endParaRPr lang="en-US" altLang="zh-CN" sz="2400">
              <a:latin typeface="Consolas" panose="020B0609020204030204" pitchFamily="49" charset="0"/>
              <a:ea typeface="隶书" panose="02010509060101010101" pitchFamily="49" charset="-122"/>
            </a:endParaRP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case 2:</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cout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"Tuesday"</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endl;</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break;</a:t>
            </a:r>
            <a:endParaRPr lang="en-US" altLang="zh-CN" sz="2400">
              <a:latin typeface="Consolas" panose="020B0609020204030204" pitchFamily="49" charset="0"/>
              <a:ea typeface="隶书" panose="02010509060101010101" pitchFamily="49" charset="-122"/>
            </a:endParaRP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case 3: cout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"Wednesday"</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endl;</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break;</a:t>
            </a: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case 4:</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cout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"Thursday"</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endl;</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break;</a:t>
            </a: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case 5:</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cout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"Friday"</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endl;</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break;</a:t>
            </a: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case 6:</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cout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"Saturday"</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endl;</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break;</a:t>
            </a: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default:</a:t>
            </a:r>
            <a:endParaRPr lang="en-US" altLang="zh-CN" sz="2400">
              <a:latin typeface="Consolas" panose="020B0609020204030204" pitchFamily="49" charset="0"/>
              <a:ea typeface="隶书" panose="02010509060101010101" pitchFamily="49" charset="-122"/>
            </a:endParaRP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cout&lt;&lt;"Day out of range Sunday .. Saturday"</a:t>
            </a:r>
            <a:endParaRPr lang="en-US" altLang="zh-CN" sz="2400">
              <a:latin typeface="Consolas" panose="020B0609020204030204" pitchFamily="49" charset="0"/>
              <a:ea typeface="隶书" panose="02010509060101010101" pitchFamily="49" charset="-122"/>
            </a:endParaRP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&lt;&lt;</a:t>
            </a: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endl;</a:t>
            </a: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a:t>
            </a:r>
            <a:r>
              <a:rPr lang="en-US" altLang="zh-CN" sz="2400" noProof="1">
                <a:latin typeface="Consolas" panose="020B0609020204030204" pitchFamily="49" charset="0"/>
                <a:ea typeface="隶书" panose="02010509060101010101" pitchFamily="49" charset="-122"/>
              </a:rPr>
              <a:t>break;</a:t>
            </a:r>
          </a:p>
          <a:p>
            <a:pPr eaLnBrk="1" hangingPunct="1">
              <a:lnSpc>
                <a:spcPct val="80000"/>
              </a:lnSpc>
              <a:spcBef>
                <a:spcPct val="0"/>
              </a:spcBef>
              <a:buClrTx/>
              <a:buFont typeface="Wingdings" panose="05000000000000000000" pitchFamily="2" charset="2"/>
              <a:buNone/>
            </a:pPr>
            <a:r>
              <a:rPr lang="en-US" altLang="zh-CN" sz="2400" noProof="1">
                <a:latin typeface="Consolas" panose="020B0609020204030204" pitchFamily="49" charset="0"/>
                <a:ea typeface="隶书" panose="02010509060101010101" pitchFamily="49" charset="-122"/>
              </a:rPr>
              <a:t>     }</a:t>
            </a:r>
            <a:endParaRPr lang="en-US" altLang="zh-CN" sz="2400">
              <a:latin typeface="Consolas" panose="020B0609020204030204" pitchFamily="49" charset="0"/>
              <a:ea typeface="隶书" panose="02010509060101010101" pitchFamily="49" charset="-122"/>
            </a:endParaRPr>
          </a:p>
          <a:p>
            <a:pPr eaLnBrk="1" hangingPunct="1">
              <a:lnSpc>
                <a:spcPct val="80000"/>
              </a:lnSpc>
              <a:spcBef>
                <a:spcPct val="0"/>
              </a:spcBef>
              <a:buClrTx/>
              <a:buFont typeface="Wingdings" panose="05000000000000000000" pitchFamily="2" charset="2"/>
              <a:buNone/>
            </a:pPr>
            <a:r>
              <a:rPr lang="en-US" altLang="zh-CN" sz="2400">
                <a:latin typeface="Consolas" panose="020B0609020204030204" pitchFamily="49" charset="0"/>
                <a:ea typeface="隶书" panose="02010509060101010101" pitchFamily="49" charset="-122"/>
              </a:rPr>
              <a:t>     return 0;</a:t>
            </a:r>
            <a:endParaRPr lang="en-US" altLang="zh-CN" sz="2400" noProof="1">
              <a:latin typeface="Consolas" panose="020B0609020204030204" pitchFamily="49" charset="0"/>
              <a:ea typeface="隶书" panose="02010509060101010101" pitchFamily="49" charset="-122"/>
            </a:endParaRPr>
          </a:p>
          <a:p>
            <a:pPr eaLnBrk="1" hangingPunct="1">
              <a:lnSpc>
                <a:spcPct val="80000"/>
              </a:lnSpc>
              <a:spcBef>
                <a:spcPct val="0"/>
              </a:spcBef>
              <a:buClrTx/>
              <a:buFont typeface="Wingdings" panose="05000000000000000000" pitchFamily="2" charset="2"/>
              <a:buNone/>
            </a:pPr>
            <a:r>
              <a:rPr lang="en-US" altLang="zh-CN" sz="2400" noProof="1">
                <a:latin typeface="Consolas" panose="020B0609020204030204" pitchFamily="49" charset="0"/>
                <a:ea typeface="隶书" panose="02010509060101010101" pitchFamily="49" charset="-122"/>
              </a:rPr>
              <a:t>}</a:t>
            </a:r>
            <a:endParaRPr lang="en-US" altLang="zh-CN" sz="2400">
              <a:latin typeface="Consolas" panose="020B0609020204030204" pitchFamily="49" charset="0"/>
              <a:ea typeface="隶书" panose="02010509060101010101" pitchFamily="49" charset="-122"/>
            </a:endParaRPr>
          </a:p>
        </p:txBody>
      </p:sp>
      <p:sp>
        <p:nvSpPr>
          <p:cNvPr id="149509" name="标题 1">
            <a:extLst>
              <a:ext uri="{FF2B5EF4-FFF2-40B4-BE49-F238E27FC236}">
                <a16:creationId xmlns:a16="http://schemas.microsoft.com/office/drawing/2014/main" id="{22D135AC-7BE0-EE47-6EBA-BA9081C45B2E}"/>
              </a:ext>
            </a:extLst>
          </p:cNvPr>
          <p:cNvSpPr>
            <a:spLocks noGrp="1"/>
          </p:cNvSpPr>
          <p:nvPr>
            <p:ph type="title"/>
          </p:nvPr>
        </p:nvSpPr>
        <p:spPr>
          <a:xfrm>
            <a:off x="6315075" y="571500"/>
            <a:ext cx="2757488" cy="1066800"/>
          </a:xfrm>
          <a:solidFill>
            <a:schemeClr val="bg1"/>
          </a:solidFill>
        </p:spPr>
        <p:txBody>
          <a:bodyPr/>
          <a:lstStyle/>
          <a:p>
            <a:pPr eaLnBrk="1" hangingPunct="1"/>
            <a:r>
              <a:rPr lang="zh-CN" altLang="en-US"/>
              <a:t>例</a:t>
            </a:r>
            <a:r>
              <a:rPr lang="en-US" altLang="zh-CN"/>
              <a:t>2-4</a:t>
            </a:r>
            <a:r>
              <a:rPr lang="zh-CN" altLang="en-US"/>
              <a:t>（续）</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标题 1">
            <a:extLst>
              <a:ext uri="{FF2B5EF4-FFF2-40B4-BE49-F238E27FC236}">
                <a16:creationId xmlns:a16="http://schemas.microsoft.com/office/drawing/2014/main" id="{E274CC5B-3D49-AB79-9B55-BF5014CB9986}"/>
              </a:ext>
            </a:extLst>
          </p:cNvPr>
          <p:cNvSpPr>
            <a:spLocks noGrp="1"/>
          </p:cNvSpPr>
          <p:nvPr>
            <p:ph type="title"/>
          </p:nvPr>
        </p:nvSpPr>
        <p:spPr/>
        <p:txBody>
          <a:bodyPr/>
          <a:lstStyle/>
          <a:p>
            <a:pPr eaLnBrk="1" hangingPunct="1"/>
            <a:r>
              <a:rPr lang="en-US" altLang="zh-CN"/>
              <a:t>switch</a:t>
            </a:r>
            <a:r>
              <a:rPr lang="zh-CN" altLang="en-US"/>
              <a:t>语句（续）</a:t>
            </a:r>
          </a:p>
        </p:txBody>
      </p:sp>
      <p:sp>
        <p:nvSpPr>
          <p:cNvPr id="150531" name="灯片编号占位符 3">
            <a:extLst>
              <a:ext uri="{FF2B5EF4-FFF2-40B4-BE49-F238E27FC236}">
                <a16:creationId xmlns:a16="http://schemas.microsoft.com/office/drawing/2014/main" id="{F9CA89CC-7755-B869-ECB2-6436D006B7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921A557-621D-4628-90C8-1B33D2CDBEA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6" name="标题 4">
            <a:extLst>
              <a:ext uri="{FF2B5EF4-FFF2-40B4-BE49-F238E27FC236}">
                <a16:creationId xmlns:a16="http://schemas.microsoft.com/office/drawing/2014/main" id="{5AC176B1-683F-3934-E165-B1C1C8C68667}"/>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2.4.2 </a:t>
            </a:r>
            <a:r>
              <a:rPr kumimoji="0" lang="zh-CN" altLang="en-US" sz="2800" dirty="0">
                <a:solidFill>
                  <a:schemeClr val="bg1"/>
                </a:solidFill>
                <a:latin typeface="+mj-lt"/>
                <a:ea typeface="+mj-ea"/>
                <a:cs typeface="+mj-cs"/>
              </a:rPr>
              <a:t>多重选择结构</a:t>
            </a:r>
          </a:p>
        </p:txBody>
      </p:sp>
      <p:sp>
        <p:nvSpPr>
          <p:cNvPr id="8" name="Rectangle 2">
            <a:extLst>
              <a:ext uri="{FF2B5EF4-FFF2-40B4-BE49-F238E27FC236}">
                <a16:creationId xmlns:a16="http://schemas.microsoft.com/office/drawing/2014/main" id="{403AFCBD-7FAD-382A-69B1-6E9A40112E95}"/>
              </a:ext>
            </a:extLst>
          </p:cNvPr>
          <p:cNvSpPr txBox="1">
            <a:spLocks noChangeArrowheads="1"/>
          </p:cNvSpPr>
          <p:nvPr/>
        </p:nvSpPr>
        <p:spPr bwMode="auto">
          <a:xfrm>
            <a:off x="508000" y="1527175"/>
            <a:ext cx="8153400" cy="3429000"/>
          </a:xfrm>
          <a:prstGeom prst="rect">
            <a:avLst/>
          </a:prstGeom>
          <a:noFill/>
          <a:ln w="9525">
            <a:noFill/>
            <a:miter lim="800000"/>
            <a:headEnd/>
            <a:tailEnd/>
          </a:ln>
        </p:spPr>
        <p:txBody>
          <a:bodyPr/>
          <a:lstStyle/>
          <a:p>
            <a:pPr marL="365125" indent="-255588" eaLnBrk="1" hangingPunct="1">
              <a:spcBef>
                <a:spcPts val="300"/>
              </a:spcBef>
              <a:buClr>
                <a:srgbClr val="A04DA3"/>
              </a:buClr>
              <a:buFont typeface="Georgia" pitchFamily="18" charset="0"/>
              <a:buChar char="•"/>
              <a:defRPr/>
            </a:pPr>
            <a:r>
              <a:rPr kumimoji="0" lang="zh-CN" altLang="en-US" sz="2800" dirty="0">
                <a:latin typeface="宋体" charset="-122"/>
                <a:ea typeface="+mn-ea"/>
              </a:rPr>
              <a:t>一般形式</a:t>
            </a:r>
          </a:p>
          <a:p>
            <a:pPr marL="534988" lvl="1" indent="-1588" eaLnBrk="1" hangingPunct="1">
              <a:spcBef>
                <a:spcPts val="300"/>
              </a:spcBef>
              <a:buClr>
                <a:schemeClr val="accent2"/>
              </a:buClr>
              <a:defRPr/>
            </a:pPr>
            <a:r>
              <a:rPr kumimoji="0" lang="en-US" altLang="zh-CN" dirty="0">
                <a:solidFill>
                  <a:schemeClr val="accent1"/>
                </a:solidFill>
                <a:latin typeface="+mn-lt"/>
                <a:ea typeface="+mn-ea"/>
              </a:rPr>
              <a:t>switch  (</a:t>
            </a:r>
            <a:r>
              <a:rPr kumimoji="0" lang="zh-CN" altLang="en-US" dirty="0">
                <a:solidFill>
                  <a:schemeClr val="accent1"/>
                </a:solidFill>
                <a:latin typeface="+mn-lt"/>
                <a:ea typeface="+mn-ea"/>
              </a:rPr>
              <a:t>表达式</a:t>
            </a:r>
            <a:r>
              <a:rPr kumimoji="0" lang="en-US" altLang="zh-CN" dirty="0">
                <a:solidFill>
                  <a:schemeClr val="accent1"/>
                </a:solidFill>
                <a:latin typeface="+mn-lt"/>
                <a:ea typeface="+mn-ea"/>
              </a:rPr>
              <a:t>)</a:t>
            </a:r>
          </a:p>
          <a:p>
            <a:pPr marL="534988" lvl="1" indent="-1588" eaLnBrk="1" hangingPunct="1">
              <a:spcBef>
                <a:spcPts val="300"/>
              </a:spcBef>
              <a:buClr>
                <a:schemeClr val="accent2"/>
              </a:buClr>
              <a:defRPr/>
            </a:pPr>
            <a:r>
              <a:rPr kumimoji="0" lang="en-US" altLang="zh-CN" dirty="0">
                <a:solidFill>
                  <a:schemeClr val="accent1"/>
                </a:solidFill>
                <a:latin typeface="+mn-lt"/>
                <a:ea typeface="+mn-ea"/>
              </a:rPr>
              <a:t>   {  case    </a:t>
            </a:r>
            <a:r>
              <a:rPr kumimoji="0" lang="zh-CN" altLang="en-US" dirty="0">
                <a:solidFill>
                  <a:schemeClr val="accent1"/>
                </a:solidFill>
                <a:latin typeface="+mn-lt"/>
                <a:ea typeface="+mn-ea"/>
              </a:rPr>
              <a:t>常量表达式 </a:t>
            </a:r>
            <a:r>
              <a:rPr kumimoji="0" lang="en-US" altLang="zh-CN" dirty="0">
                <a:solidFill>
                  <a:schemeClr val="accent1"/>
                </a:solidFill>
                <a:latin typeface="+mn-lt"/>
                <a:ea typeface="+mn-ea"/>
              </a:rPr>
              <a:t>1</a:t>
            </a:r>
            <a:r>
              <a:rPr kumimoji="0" lang="zh-CN" altLang="en-US" dirty="0">
                <a:solidFill>
                  <a:schemeClr val="accent1"/>
                </a:solidFill>
                <a:latin typeface="+mn-lt"/>
                <a:ea typeface="+mn-ea"/>
              </a:rPr>
              <a:t>：语句</a:t>
            </a:r>
            <a:r>
              <a:rPr kumimoji="0" lang="en-US" altLang="zh-CN" dirty="0">
                <a:solidFill>
                  <a:schemeClr val="accent1"/>
                </a:solidFill>
                <a:latin typeface="+mn-lt"/>
                <a:ea typeface="+mn-ea"/>
              </a:rPr>
              <a:t>1</a:t>
            </a:r>
          </a:p>
          <a:p>
            <a:pPr marL="534988" lvl="1" indent="-1588" eaLnBrk="1" hangingPunct="1">
              <a:spcBef>
                <a:spcPts val="300"/>
              </a:spcBef>
              <a:buClr>
                <a:schemeClr val="accent2"/>
              </a:buClr>
              <a:defRPr/>
            </a:pPr>
            <a:r>
              <a:rPr kumimoji="0" lang="en-US" altLang="zh-CN" dirty="0">
                <a:solidFill>
                  <a:schemeClr val="accent1"/>
                </a:solidFill>
                <a:latin typeface="+mn-lt"/>
                <a:ea typeface="+mn-ea"/>
              </a:rPr>
              <a:t>      case    </a:t>
            </a:r>
            <a:r>
              <a:rPr kumimoji="0" lang="zh-CN" altLang="en-US" dirty="0">
                <a:solidFill>
                  <a:schemeClr val="accent1"/>
                </a:solidFill>
                <a:latin typeface="+mn-lt"/>
                <a:ea typeface="+mn-ea"/>
              </a:rPr>
              <a:t>常量表达式 </a:t>
            </a:r>
            <a:r>
              <a:rPr kumimoji="0" lang="en-US" altLang="zh-CN" dirty="0">
                <a:solidFill>
                  <a:schemeClr val="accent1"/>
                </a:solidFill>
                <a:latin typeface="+mn-lt"/>
                <a:ea typeface="+mn-ea"/>
              </a:rPr>
              <a:t>2</a:t>
            </a:r>
            <a:r>
              <a:rPr kumimoji="0" lang="zh-CN" altLang="en-US" dirty="0">
                <a:solidFill>
                  <a:schemeClr val="accent1"/>
                </a:solidFill>
                <a:latin typeface="+mn-lt"/>
                <a:ea typeface="+mn-ea"/>
              </a:rPr>
              <a:t>：语句</a:t>
            </a:r>
            <a:r>
              <a:rPr kumimoji="0" lang="en-US" altLang="zh-CN" dirty="0">
                <a:solidFill>
                  <a:schemeClr val="accent1"/>
                </a:solidFill>
                <a:latin typeface="+mn-lt"/>
                <a:ea typeface="+mn-ea"/>
              </a:rPr>
              <a:t>2</a:t>
            </a:r>
          </a:p>
          <a:p>
            <a:pPr marL="534988" lvl="1" indent="-1588" eaLnBrk="1" hangingPunct="1">
              <a:spcBef>
                <a:spcPts val="300"/>
              </a:spcBef>
              <a:buClr>
                <a:schemeClr val="accent2"/>
              </a:buClr>
              <a:defRPr/>
            </a:pPr>
            <a:r>
              <a:rPr kumimoji="0" lang="en-US" altLang="zh-CN" dirty="0">
                <a:solidFill>
                  <a:schemeClr val="accent1"/>
                </a:solidFill>
                <a:latin typeface="+mn-lt"/>
                <a:ea typeface="+mn-ea"/>
              </a:rPr>
              <a:t>                  ┆</a:t>
            </a:r>
          </a:p>
          <a:p>
            <a:pPr marL="534988" lvl="1" indent="-1588" eaLnBrk="1" hangingPunct="1">
              <a:spcBef>
                <a:spcPts val="300"/>
              </a:spcBef>
              <a:buClr>
                <a:schemeClr val="accent2"/>
              </a:buClr>
              <a:defRPr/>
            </a:pPr>
            <a:r>
              <a:rPr kumimoji="0" lang="en-US" altLang="zh-CN" dirty="0">
                <a:solidFill>
                  <a:schemeClr val="accent1"/>
                </a:solidFill>
                <a:latin typeface="+mn-lt"/>
                <a:ea typeface="+mn-ea"/>
              </a:rPr>
              <a:t>      case    </a:t>
            </a:r>
            <a:r>
              <a:rPr kumimoji="0" lang="zh-CN" altLang="en-US" dirty="0">
                <a:solidFill>
                  <a:schemeClr val="accent1"/>
                </a:solidFill>
                <a:latin typeface="+mn-lt"/>
                <a:ea typeface="+mn-ea"/>
              </a:rPr>
              <a:t>常量表达式 </a:t>
            </a:r>
            <a:r>
              <a:rPr kumimoji="0" lang="en-US" altLang="zh-CN" dirty="0">
                <a:solidFill>
                  <a:schemeClr val="accent1"/>
                </a:solidFill>
                <a:latin typeface="+mn-lt"/>
                <a:ea typeface="+mn-ea"/>
              </a:rPr>
              <a:t>n</a:t>
            </a:r>
            <a:r>
              <a:rPr kumimoji="0" lang="zh-CN" altLang="en-US" dirty="0">
                <a:solidFill>
                  <a:schemeClr val="accent1"/>
                </a:solidFill>
                <a:latin typeface="+mn-lt"/>
                <a:ea typeface="+mn-ea"/>
              </a:rPr>
              <a:t>：语句</a:t>
            </a:r>
            <a:r>
              <a:rPr kumimoji="0" lang="en-US" altLang="zh-CN" dirty="0">
                <a:solidFill>
                  <a:schemeClr val="accent1"/>
                </a:solidFill>
                <a:latin typeface="+mn-lt"/>
                <a:ea typeface="+mn-ea"/>
              </a:rPr>
              <a:t>n</a:t>
            </a:r>
          </a:p>
          <a:p>
            <a:pPr marL="534988" lvl="1" indent="-1588" eaLnBrk="1" hangingPunct="1">
              <a:spcBef>
                <a:spcPts val="300"/>
              </a:spcBef>
              <a:buClr>
                <a:schemeClr val="accent2"/>
              </a:buClr>
              <a:defRPr/>
            </a:pPr>
            <a:r>
              <a:rPr kumimoji="0" lang="en-US" altLang="zh-CN" dirty="0">
                <a:solidFill>
                  <a:schemeClr val="accent1"/>
                </a:solidFill>
                <a:latin typeface="+mn-lt"/>
                <a:ea typeface="+mn-ea"/>
              </a:rPr>
              <a:t>      default :             </a:t>
            </a:r>
            <a:r>
              <a:rPr kumimoji="0" lang="zh-CN" altLang="en-US" dirty="0">
                <a:solidFill>
                  <a:schemeClr val="accent1"/>
                </a:solidFill>
                <a:latin typeface="+mn-lt"/>
                <a:ea typeface="+mn-ea"/>
              </a:rPr>
              <a:t>语句</a:t>
            </a:r>
            <a:r>
              <a:rPr kumimoji="0" lang="en-US" altLang="zh-CN" dirty="0">
                <a:solidFill>
                  <a:schemeClr val="accent1"/>
                </a:solidFill>
                <a:latin typeface="+mn-lt"/>
                <a:ea typeface="+mn-ea"/>
              </a:rPr>
              <a:t>n+1</a:t>
            </a:r>
          </a:p>
          <a:p>
            <a:pPr marL="534988" lvl="1" indent="-1588" eaLnBrk="1" hangingPunct="1">
              <a:spcBef>
                <a:spcPts val="300"/>
              </a:spcBef>
              <a:buClr>
                <a:schemeClr val="accent2"/>
              </a:buClr>
              <a:defRPr/>
            </a:pPr>
            <a:r>
              <a:rPr kumimoji="0" lang="en-US" altLang="zh-CN" dirty="0">
                <a:solidFill>
                  <a:schemeClr val="accent1"/>
                </a:solidFill>
                <a:latin typeface="+mn-lt"/>
                <a:ea typeface="+mn-ea"/>
              </a:rPr>
              <a:t>   }</a:t>
            </a:r>
            <a:endParaRPr kumimoji="0" lang="en-US" altLang="zh-CN" dirty="0">
              <a:solidFill>
                <a:srgbClr val="C0FEF9"/>
              </a:solidFill>
              <a:latin typeface="+mn-lt"/>
              <a:ea typeface="+mn-ea"/>
            </a:endParaRPr>
          </a:p>
        </p:txBody>
      </p:sp>
      <p:sp>
        <p:nvSpPr>
          <p:cNvPr id="150534" name="Text Box 9">
            <a:extLst>
              <a:ext uri="{FF2B5EF4-FFF2-40B4-BE49-F238E27FC236}">
                <a16:creationId xmlns:a16="http://schemas.microsoft.com/office/drawing/2014/main" id="{5644BD25-ED54-3BB4-22CE-C77BAEA48E34}"/>
              </a:ext>
            </a:extLst>
          </p:cNvPr>
          <p:cNvSpPr txBox="1">
            <a:spLocks noChangeArrowheads="1"/>
          </p:cNvSpPr>
          <p:nvPr/>
        </p:nvSpPr>
        <p:spPr bwMode="auto">
          <a:xfrm>
            <a:off x="423863" y="48387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534988" indent="-1588">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20000"/>
              </a:spcBef>
              <a:buClr>
                <a:schemeClr val="accent2"/>
              </a:buClr>
              <a:buSzPct val="80000"/>
              <a:buFont typeface="Wingdings" panose="05000000000000000000" pitchFamily="2" charset="2"/>
              <a:buChar char="l"/>
            </a:pPr>
            <a:r>
              <a:rPr lang="zh-CN" altLang="en-US" sz="3200" b="1">
                <a:latin typeface="宋体" panose="02010600030101010101" pitchFamily="2" charset="-122"/>
              </a:rPr>
              <a:t>执行顺序</a:t>
            </a:r>
            <a:endParaRPr lang="zh-CN" altLang="en-US" sz="3200" b="1">
              <a:solidFill>
                <a:srgbClr val="EAEC5E"/>
              </a:solidFill>
              <a:latin typeface="宋体" panose="02010600030101010101" pitchFamily="2" charset="-122"/>
            </a:endParaRPr>
          </a:p>
          <a:p>
            <a:pPr lvl="1">
              <a:spcBef>
                <a:spcPct val="20000"/>
              </a:spcBef>
              <a:buClrTx/>
              <a:buFontTx/>
              <a:buNone/>
            </a:pPr>
            <a:r>
              <a:rPr lang="zh-CN" altLang="en-US" sz="2400">
                <a:solidFill>
                  <a:schemeClr val="tx1"/>
                </a:solidFill>
                <a:latin typeface="宋体" panose="02010600030101010101" pitchFamily="2" charset="-122"/>
              </a:rPr>
              <a:t>以</a:t>
            </a:r>
            <a:r>
              <a:rPr lang="en-US" altLang="zh-CN" sz="2400">
                <a:solidFill>
                  <a:schemeClr val="tx1"/>
                </a:solidFill>
                <a:latin typeface="宋体" panose="02010600030101010101" pitchFamily="2" charset="-122"/>
              </a:rPr>
              <a:t>case</a:t>
            </a:r>
            <a:r>
              <a:rPr lang="zh-CN" altLang="en-US" sz="2400">
                <a:solidFill>
                  <a:schemeClr val="tx1"/>
                </a:solidFill>
                <a:latin typeface="宋体" panose="02010600030101010101" pitchFamily="2" charset="-122"/>
              </a:rPr>
              <a:t>中的</a:t>
            </a:r>
            <a:r>
              <a:rPr lang="zh-CN" altLang="en-US" sz="2400">
                <a:solidFill>
                  <a:srgbClr val="00B050"/>
                </a:solidFill>
                <a:latin typeface="宋体" panose="02010600030101010101" pitchFamily="2" charset="-122"/>
              </a:rPr>
              <a:t>常量表达式值</a:t>
            </a:r>
            <a:r>
              <a:rPr lang="zh-CN" altLang="en-US" sz="2400">
                <a:solidFill>
                  <a:schemeClr val="tx1"/>
                </a:solidFill>
                <a:latin typeface="宋体" panose="02010600030101010101" pitchFamily="2" charset="-122"/>
              </a:rPr>
              <a:t>为入口标号，由此开始顺序执行。因此，每个</a:t>
            </a:r>
            <a:r>
              <a:rPr lang="en-US" altLang="zh-CN" sz="2400">
                <a:solidFill>
                  <a:schemeClr val="tx1"/>
                </a:solidFill>
                <a:latin typeface="宋体" panose="02010600030101010101" pitchFamily="2" charset="-122"/>
              </a:rPr>
              <a:t>case</a:t>
            </a:r>
            <a:r>
              <a:rPr lang="zh-CN" altLang="en-US" sz="2400">
                <a:solidFill>
                  <a:schemeClr val="tx1"/>
                </a:solidFill>
                <a:latin typeface="宋体" panose="02010600030101010101" pitchFamily="2" charset="-122"/>
              </a:rPr>
              <a:t>分支最后应该加</a:t>
            </a:r>
            <a:r>
              <a:rPr lang="en-US" altLang="zh-CN" sz="2400">
                <a:solidFill>
                  <a:srgbClr val="00B050"/>
                </a:solidFill>
                <a:latin typeface="宋体" panose="02010600030101010101" pitchFamily="2" charset="-122"/>
              </a:rPr>
              <a:t>break</a:t>
            </a:r>
            <a:r>
              <a:rPr lang="zh-CN" altLang="en-US" sz="2400">
                <a:solidFill>
                  <a:schemeClr val="tx1"/>
                </a:solidFill>
                <a:latin typeface="宋体" panose="02010600030101010101" pitchFamily="2" charset="-122"/>
              </a:rPr>
              <a:t>语句。</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标题 1">
            <a:extLst>
              <a:ext uri="{FF2B5EF4-FFF2-40B4-BE49-F238E27FC236}">
                <a16:creationId xmlns:a16="http://schemas.microsoft.com/office/drawing/2014/main" id="{CAEE56D3-E633-A2B2-0A4F-95977180FC39}"/>
              </a:ext>
            </a:extLst>
          </p:cNvPr>
          <p:cNvSpPr>
            <a:spLocks noGrp="1"/>
          </p:cNvSpPr>
          <p:nvPr>
            <p:ph type="title"/>
          </p:nvPr>
        </p:nvSpPr>
        <p:spPr/>
        <p:txBody>
          <a:bodyPr/>
          <a:lstStyle/>
          <a:p>
            <a:pPr eaLnBrk="1" hangingPunct="1"/>
            <a:r>
              <a:rPr lang="en-US" altLang="zh-CN"/>
              <a:t>switch</a:t>
            </a:r>
            <a:r>
              <a:rPr lang="zh-CN" altLang="en-US"/>
              <a:t>语句（续）</a:t>
            </a:r>
          </a:p>
        </p:txBody>
      </p:sp>
      <p:sp>
        <p:nvSpPr>
          <p:cNvPr id="151555" name="内容占位符 2">
            <a:extLst>
              <a:ext uri="{FF2B5EF4-FFF2-40B4-BE49-F238E27FC236}">
                <a16:creationId xmlns:a16="http://schemas.microsoft.com/office/drawing/2014/main" id="{AF8D34E4-0863-E676-5B95-77652110652E}"/>
              </a:ext>
            </a:extLst>
          </p:cNvPr>
          <p:cNvSpPr>
            <a:spLocks noGrp="1"/>
          </p:cNvSpPr>
          <p:nvPr>
            <p:ph idx="1"/>
          </p:nvPr>
        </p:nvSpPr>
        <p:spPr/>
        <p:txBody>
          <a:bodyPr/>
          <a:lstStyle/>
          <a:p>
            <a:pPr eaLnBrk="1" hangingPunct="1">
              <a:lnSpc>
                <a:spcPct val="200000"/>
              </a:lnSpc>
            </a:pPr>
            <a:r>
              <a:rPr lang="en-US" altLang="zh-CN">
                <a:latin typeface="宋体" panose="02010600030101010101" pitchFamily="2" charset="-122"/>
              </a:rPr>
              <a:t>case</a:t>
            </a:r>
            <a:r>
              <a:rPr lang="zh-CN" altLang="en-US">
                <a:latin typeface="宋体" panose="02010600030101010101" pitchFamily="2" charset="-122"/>
              </a:rPr>
              <a:t>分支可包含多个语句，且不用</a:t>
            </a:r>
            <a:r>
              <a:rPr lang="en-US" altLang="zh-CN">
                <a:latin typeface="宋体" panose="02010600030101010101" pitchFamily="2" charset="-122"/>
              </a:rPr>
              <a:t>{ }</a:t>
            </a:r>
            <a:r>
              <a:rPr lang="zh-CN" altLang="en-US">
                <a:latin typeface="宋体" panose="02010600030101010101" pitchFamily="2" charset="-122"/>
              </a:rPr>
              <a:t>。</a:t>
            </a:r>
          </a:p>
          <a:p>
            <a:pPr eaLnBrk="1" hangingPunct="1">
              <a:lnSpc>
                <a:spcPct val="200000"/>
              </a:lnSpc>
            </a:pPr>
            <a:r>
              <a:rPr lang="zh-CN" altLang="en-US">
                <a:latin typeface="宋体" panose="02010600030101010101" pitchFamily="2" charset="-122"/>
              </a:rPr>
              <a:t>表达式、判断值都是</a:t>
            </a:r>
            <a:r>
              <a:rPr lang="en-US" altLang="zh-CN">
                <a:latin typeface="宋体" panose="02010600030101010101" pitchFamily="2" charset="-122"/>
              </a:rPr>
              <a:t>int</a:t>
            </a:r>
            <a:r>
              <a:rPr lang="zh-CN" altLang="en-US">
                <a:latin typeface="宋体" panose="02010600030101010101" pitchFamily="2" charset="-122"/>
              </a:rPr>
              <a:t>型或</a:t>
            </a:r>
            <a:r>
              <a:rPr lang="en-US" altLang="zh-CN">
                <a:latin typeface="宋体" panose="02010600030101010101" pitchFamily="2" charset="-122"/>
              </a:rPr>
              <a:t>char</a:t>
            </a:r>
            <a:r>
              <a:rPr lang="zh-CN" altLang="en-US">
                <a:latin typeface="宋体" panose="02010600030101010101" pitchFamily="2" charset="-122"/>
              </a:rPr>
              <a:t>型。</a:t>
            </a:r>
          </a:p>
          <a:p>
            <a:pPr eaLnBrk="1" hangingPunct="1">
              <a:lnSpc>
                <a:spcPct val="200000"/>
              </a:lnSpc>
            </a:pPr>
            <a:r>
              <a:rPr lang="zh-CN" altLang="en-US">
                <a:latin typeface="宋体" panose="02010600030101010101" pitchFamily="2" charset="-122"/>
              </a:rPr>
              <a:t>若干分支执行内容相同可共用一组语句。</a:t>
            </a:r>
          </a:p>
          <a:p>
            <a:pPr eaLnBrk="1" hangingPunct="1"/>
            <a:endParaRPr lang="zh-CN" altLang="en-US"/>
          </a:p>
        </p:txBody>
      </p:sp>
      <p:sp>
        <p:nvSpPr>
          <p:cNvPr id="151556" name="灯片编号占位符 3">
            <a:extLst>
              <a:ext uri="{FF2B5EF4-FFF2-40B4-BE49-F238E27FC236}">
                <a16:creationId xmlns:a16="http://schemas.microsoft.com/office/drawing/2014/main" id="{D70DB73C-A2CF-6983-C15F-2C2B97998F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0D81061-7C10-431A-8E17-04A66DD8AD20}"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F1E6020-461C-D05E-B919-18DCAA4756CC}"/>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2.4.2 </a:t>
            </a:r>
            <a:r>
              <a:rPr kumimoji="0" lang="zh-CN" altLang="en-US" sz="2800" dirty="0">
                <a:solidFill>
                  <a:schemeClr val="bg1"/>
                </a:solidFill>
                <a:latin typeface="+mj-lt"/>
                <a:ea typeface="+mj-ea"/>
                <a:cs typeface="+mj-cs"/>
              </a:rPr>
              <a:t>多重选择结构</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标题 1">
            <a:extLst>
              <a:ext uri="{FF2B5EF4-FFF2-40B4-BE49-F238E27FC236}">
                <a16:creationId xmlns:a16="http://schemas.microsoft.com/office/drawing/2014/main" id="{79BFC741-7C05-4AEE-13A2-8C4225258916}"/>
              </a:ext>
            </a:extLst>
          </p:cNvPr>
          <p:cNvSpPr>
            <a:spLocks noGrp="1"/>
          </p:cNvSpPr>
          <p:nvPr>
            <p:ph type="title"/>
          </p:nvPr>
        </p:nvSpPr>
        <p:spPr>
          <a:xfrm>
            <a:off x="457200" y="576263"/>
            <a:ext cx="8229600" cy="1196975"/>
          </a:xfrm>
        </p:spPr>
        <p:txBody>
          <a:bodyPr/>
          <a:lstStyle/>
          <a:p>
            <a:pPr eaLnBrk="1" hangingPunct="1"/>
            <a:r>
              <a:rPr lang="en-US" altLang="zh-CN"/>
              <a:t>2.4.3 </a:t>
            </a:r>
            <a:r>
              <a:rPr lang="zh-CN" altLang="en-US"/>
              <a:t>循环结构</a:t>
            </a:r>
            <a:br>
              <a:rPr lang="en-US" altLang="zh-CN"/>
            </a:br>
            <a:r>
              <a:rPr lang="en-US" altLang="zh-CN"/>
              <a:t>         ——while</a:t>
            </a:r>
            <a:r>
              <a:rPr lang="zh-CN" altLang="en-US"/>
              <a:t>语句</a:t>
            </a:r>
          </a:p>
        </p:txBody>
      </p:sp>
      <p:sp>
        <p:nvSpPr>
          <p:cNvPr id="152579" name="灯片编号占位符 3">
            <a:extLst>
              <a:ext uri="{FF2B5EF4-FFF2-40B4-BE49-F238E27FC236}">
                <a16:creationId xmlns:a16="http://schemas.microsoft.com/office/drawing/2014/main" id="{DC05B766-AD44-9E36-D2FB-3FC3B40B863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3DF9985-4FC5-4508-B454-C8982CE8767F}"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99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3AB649EC-C2AE-A51B-2CFC-8D2A56632F1D}"/>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
        <p:nvSpPr>
          <p:cNvPr id="6" name="Rectangle 3">
            <a:extLst>
              <a:ext uri="{FF2B5EF4-FFF2-40B4-BE49-F238E27FC236}">
                <a16:creationId xmlns:a16="http://schemas.microsoft.com/office/drawing/2014/main" id="{CA0936CE-4D0A-6A8F-D805-BED0A954B4AB}"/>
              </a:ext>
            </a:extLst>
          </p:cNvPr>
          <p:cNvSpPr txBox="1">
            <a:spLocks noChangeArrowheads="1"/>
          </p:cNvSpPr>
          <p:nvPr/>
        </p:nvSpPr>
        <p:spPr bwMode="auto">
          <a:xfrm>
            <a:off x="428625" y="2143125"/>
            <a:ext cx="8001000" cy="2286000"/>
          </a:xfrm>
          <a:prstGeom prst="rect">
            <a:avLst/>
          </a:prstGeom>
          <a:noFill/>
          <a:ln w="9525">
            <a:noFill/>
            <a:miter lim="800000"/>
            <a:headEnd/>
            <a:tailEnd/>
          </a:ln>
        </p:spPr>
        <p:txBody>
          <a:bodyPr/>
          <a:lstStyle/>
          <a:p>
            <a:pPr marL="365125" indent="-255588" eaLnBrk="1" hangingPunct="1">
              <a:spcBef>
                <a:spcPts val="300"/>
              </a:spcBef>
              <a:spcAft>
                <a:spcPts val="1200"/>
              </a:spcAft>
              <a:buClr>
                <a:srgbClr val="A04DA3"/>
              </a:buClr>
              <a:buFont typeface="Georgia" pitchFamily="18" charset="0"/>
              <a:buChar char="•"/>
              <a:defRPr/>
            </a:pPr>
            <a:r>
              <a:rPr lang="zh-CN" altLang="en-US" sz="3200" dirty="0">
                <a:latin typeface="+mn-lt"/>
                <a:ea typeface="+mn-ea"/>
              </a:rPr>
              <a:t>例</a:t>
            </a:r>
            <a:r>
              <a:rPr lang="en-US" altLang="zh-CN" sz="3200" dirty="0">
                <a:latin typeface="+mn-lt"/>
                <a:ea typeface="+mn-ea"/>
              </a:rPr>
              <a:t>2-5  </a:t>
            </a:r>
            <a:r>
              <a:rPr lang="zh-CN" altLang="en-US" sz="3200" dirty="0">
                <a:latin typeface="+mn-lt"/>
                <a:ea typeface="+mn-ea"/>
              </a:rPr>
              <a:t>求自然数</a:t>
            </a:r>
            <a:r>
              <a:rPr lang="en-US" altLang="zh-CN" sz="3200" dirty="0">
                <a:latin typeface="+mn-ea"/>
                <a:ea typeface="+mn-ea"/>
              </a:rPr>
              <a:t>1</a:t>
            </a:r>
            <a:r>
              <a:rPr lang="zh-CN" altLang="en-US" sz="3200" dirty="0">
                <a:latin typeface="+mn-ea"/>
                <a:ea typeface="+mn-ea"/>
              </a:rPr>
              <a:t>～</a:t>
            </a:r>
            <a:r>
              <a:rPr lang="en-US" altLang="zh-CN" sz="3200" dirty="0">
                <a:latin typeface="+mn-ea"/>
                <a:ea typeface="+mn-ea"/>
              </a:rPr>
              <a:t>10</a:t>
            </a:r>
            <a:r>
              <a:rPr lang="zh-CN" altLang="en-US" sz="3200" dirty="0">
                <a:latin typeface="+mn-lt"/>
                <a:ea typeface="+mn-ea"/>
              </a:rPr>
              <a:t>之和</a:t>
            </a:r>
            <a:endParaRPr lang="en-US" altLang="zh-CN" sz="2800" dirty="0">
              <a:latin typeface="+mn-lt"/>
              <a:ea typeface="+mn-ea"/>
            </a:endParaRPr>
          </a:p>
          <a:p>
            <a:pPr marL="20638" lvl="1" indent="-20638" eaLnBrk="1" hangingPunct="1">
              <a:spcBef>
                <a:spcPts val="300"/>
              </a:spcBef>
              <a:buClr>
                <a:srgbClr val="A04DA3"/>
              </a:buClr>
              <a:defRPr/>
            </a:pPr>
            <a:r>
              <a:rPr lang="zh-CN" altLang="en-US" sz="3200" dirty="0">
                <a:solidFill>
                  <a:schemeClr val="accent6">
                    <a:lumMod val="75000"/>
                  </a:schemeClr>
                </a:solidFill>
                <a:latin typeface="+mn-lt"/>
                <a:ea typeface="+mn-ea"/>
              </a:rPr>
              <a:t>   分析：本题需要用累加算法，累加过程是一个循环过程，可以用</a:t>
            </a:r>
            <a:r>
              <a:rPr lang="en-US" altLang="zh-CN" sz="3200" dirty="0">
                <a:solidFill>
                  <a:schemeClr val="accent6">
                    <a:lumMod val="75000"/>
                  </a:schemeClr>
                </a:solidFill>
                <a:latin typeface="+mn-lt"/>
                <a:ea typeface="+mn-ea"/>
              </a:rPr>
              <a:t>while</a:t>
            </a:r>
            <a:r>
              <a:rPr lang="zh-CN" altLang="en-US" sz="3200" dirty="0">
                <a:solidFill>
                  <a:schemeClr val="accent6">
                    <a:lumMod val="75000"/>
                  </a:schemeClr>
                </a:solidFill>
                <a:latin typeface="+mn-lt"/>
                <a:ea typeface="+mn-ea"/>
              </a:rPr>
              <a:t>语句实现。</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标题 1">
            <a:extLst>
              <a:ext uri="{FF2B5EF4-FFF2-40B4-BE49-F238E27FC236}">
                <a16:creationId xmlns:a16="http://schemas.microsoft.com/office/drawing/2014/main" id="{6E038D5E-BD93-C65D-B063-6C20AEDAF896}"/>
              </a:ext>
            </a:extLst>
          </p:cNvPr>
          <p:cNvSpPr>
            <a:spLocks noGrp="1"/>
          </p:cNvSpPr>
          <p:nvPr>
            <p:ph type="title"/>
          </p:nvPr>
        </p:nvSpPr>
        <p:spPr/>
        <p:txBody>
          <a:bodyPr/>
          <a:lstStyle/>
          <a:p>
            <a:pPr eaLnBrk="1" hangingPunct="1"/>
            <a:r>
              <a:rPr lang="zh-CN" altLang="en-US"/>
              <a:t>例</a:t>
            </a:r>
            <a:r>
              <a:rPr lang="en-US" altLang="zh-CN"/>
              <a:t>2-5</a:t>
            </a:r>
            <a:r>
              <a:rPr lang="zh-CN" altLang="en-US"/>
              <a:t>（续）</a:t>
            </a:r>
          </a:p>
        </p:txBody>
      </p:sp>
      <p:sp>
        <p:nvSpPr>
          <p:cNvPr id="153603" name="灯片编号占位符 3">
            <a:extLst>
              <a:ext uri="{FF2B5EF4-FFF2-40B4-BE49-F238E27FC236}">
                <a16:creationId xmlns:a16="http://schemas.microsoft.com/office/drawing/2014/main" id="{B01409EA-F039-0309-C583-D0565AC22EF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0027F4A-8DCB-47AA-86A3-44911F463DA9}"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B07A93E-F4E4-BBCC-028E-C11AA34F27A8}"/>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
        <p:nvSpPr>
          <p:cNvPr id="6" name="内容占位符 11">
            <a:extLst>
              <a:ext uri="{FF2B5EF4-FFF2-40B4-BE49-F238E27FC236}">
                <a16:creationId xmlns:a16="http://schemas.microsoft.com/office/drawing/2014/main" id="{CA2D6885-2FB4-FC95-CE86-7553BDD99C56}"/>
              </a:ext>
            </a:extLst>
          </p:cNvPr>
          <p:cNvSpPr>
            <a:spLocks noGrp="1"/>
          </p:cNvSpPr>
          <p:nvPr>
            <p:ph idx="1"/>
          </p:nvPr>
        </p:nvSpPr>
        <p:spPr>
          <a:solidFill>
            <a:srgbClr val="85FFFF"/>
          </a:solidFill>
        </p:spPr>
        <p:txBody>
          <a:bodyPr>
            <a:normAutofit fontScale="92500" lnSpcReduction="10000"/>
          </a:bodyPr>
          <a:lstStyle/>
          <a:p>
            <a:pPr eaLnBrk="1" hangingPunct="1">
              <a:buFont typeface="Wingdings" pitchFamily="2" charset="2"/>
              <a:buNone/>
              <a:defRPr/>
            </a:pPr>
            <a:r>
              <a:rPr lang="en-US" altLang="zh-CN" dirty="0">
                <a:latin typeface="Consolas" pitchFamily="49" charset="0"/>
              </a:rPr>
              <a:t>#include &lt;</a:t>
            </a:r>
            <a:r>
              <a:rPr lang="en-US" altLang="zh-CN" dirty="0" err="1">
                <a:latin typeface="Consolas" pitchFamily="49" charset="0"/>
              </a:rPr>
              <a:t>iostream</a:t>
            </a:r>
            <a:r>
              <a:rPr lang="en-US" altLang="zh-CN" dirty="0">
                <a:latin typeface="Consolas" pitchFamily="49" charset="0"/>
              </a:rPr>
              <a:t>&gt;</a:t>
            </a:r>
          </a:p>
          <a:p>
            <a:pPr eaLnBrk="1" hangingPunct="1">
              <a:buFont typeface="Wingdings" pitchFamily="2" charset="2"/>
              <a:buNone/>
              <a:defRPr/>
            </a:pPr>
            <a:r>
              <a:rPr lang="en-US" altLang="zh-CN" dirty="0">
                <a:latin typeface="Consolas" pitchFamily="49" charset="0"/>
              </a:rPr>
              <a:t>using namespace std;</a:t>
            </a:r>
          </a:p>
          <a:p>
            <a:pPr eaLnBrk="1" hangingPunct="1">
              <a:buFont typeface="Wingdings" pitchFamily="2" charset="2"/>
              <a:buNone/>
              <a:defRPr/>
            </a:pPr>
            <a:r>
              <a:rPr lang="en-US" altLang="zh-CN" dirty="0" err="1">
                <a:latin typeface="Consolas" pitchFamily="49" charset="0"/>
              </a:rPr>
              <a:t>int</a:t>
            </a:r>
            <a:r>
              <a:rPr lang="en-US" altLang="zh-CN" dirty="0">
                <a:latin typeface="Consolas" pitchFamily="49" charset="0"/>
              </a:rPr>
              <a:t> main() {</a:t>
            </a:r>
          </a:p>
          <a:p>
            <a:pPr eaLnBrk="1" hangingPunct="1">
              <a:buFont typeface="Wingdings" pitchFamily="2" charset="2"/>
              <a:buNone/>
              <a:defRPr/>
            </a:pPr>
            <a:r>
              <a:rPr lang="en-US" altLang="zh-CN" dirty="0">
                <a:latin typeface="Consolas" pitchFamily="49" charset="0"/>
              </a:rPr>
              <a:t>  </a:t>
            </a:r>
            <a:r>
              <a:rPr lang="en-US" altLang="zh-CN" dirty="0" err="1">
                <a:latin typeface="Consolas" pitchFamily="49" charset="0"/>
              </a:rPr>
              <a:t>int</a:t>
            </a:r>
            <a:r>
              <a:rPr lang="en-US" altLang="zh-CN" dirty="0">
                <a:latin typeface="Consolas" pitchFamily="49" charset="0"/>
              </a:rPr>
              <a:t> </a:t>
            </a:r>
            <a:r>
              <a:rPr lang="en-US" altLang="zh-CN" dirty="0" err="1">
                <a:latin typeface="Consolas" pitchFamily="49" charset="0"/>
              </a:rPr>
              <a:t>i</a:t>
            </a:r>
            <a:r>
              <a:rPr lang="en-US" altLang="zh-CN" dirty="0">
                <a:latin typeface="Consolas" pitchFamily="49" charset="0"/>
              </a:rPr>
              <a:t> = 1, sum = 0;</a:t>
            </a:r>
          </a:p>
          <a:p>
            <a:pPr eaLnBrk="1" hangingPunct="1">
              <a:buFont typeface="Wingdings" pitchFamily="2" charset="2"/>
              <a:buNone/>
              <a:defRPr/>
            </a:pPr>
            <a:r>
              <a:rPr lang="en-US" altLang="zh-CN" dirty="0">
                <a:latin typeface="Consolas" pitchFamily="49" charset="0"/>
              </a:rPr>
              <a:t>  </a:t>
            </a:r>
            <a:r>
              <a:rPr lang="en-US" altLang="zh-CN" dirty="0">
                <a:solidFill>
                  <a:schemeClr val="tx2"/>
                </a:solidFill>
                <a:latin typeface="Consolas" pitchFamily="49" charset="0"/>
              </a:rPr>
              <a:t>while (</a:t>
            </a:r>
            <a:r>
              <a:rPr lang="en-US" altLang="zh-CN" dirty="0" err="1">
                <a:solidFill>
                  <a:schemeClr val="tx2"/>
                </a:solidFill>
                <a:latin typeface="Consolas" pitchFamily="49" charset="0"/>
              </a:rPr>
              <a:t>i</a:t>
            </a:r>
            <a:r>
              <a:rPr lang="en-US" altLang="zh-CN" dirty="0">
                <a:solidFill>
                  <a:schemeClr val="tx2"/>
                </a:solidFill>
                <a:latin typeface="Consolas" pitchFamily="49" charset="0"/>
              </a:rPr>
              <a:t> &lt;= 10) {</a:t>
            </a:r>
          </a:p>
          <a:p>
            <a:pPr eaLnBrk="1" hangingPunct="1">
              <a:buFont typeface="Wingdings" pitchFamily="2" charset="2"/>
              <a:buNone/>
              <a:defRPr/>
            </a:pPr>
            <a:r>
              <a:rPr lang="en-US" altLang="zh-CN" dirty="0">
                <a:latin typeface="Consolas" pitchFamily="49" charset="0"/>
              </a:rPr>
              <a:t>      sum += </a:t>
            </a:r>
            <a:r>
              <a:rPr lang="en-US" altLang="zh-CN" dirty="0" err="1">
                <a:latin typeface="Consolas" pitchFamily="49" charset="0"/>
              </a:rPr>
              <a:t>i</a:t>
            </a:r>
            <a:r>
              <a:rPr lang="en-US" altLang="zh-CN" dirty="0">
                <a:latin typeface="Consolas" pitchFamily="49" charset="0"/>
              </a:rPr>
              <a:t>;  </a:t>
            </a:r>
            <a:r>
              <a:rPr lang="en-US" altLang="zh-CN" dirty="0">
                <a:solidFill>
                  <a:srgbClr val="C00000"/>
                </a:solidFill>
                <a:latin typeface="Consolas" pitchFamily="49" charset="0"/>
              </a:rPr>
              <a:t>//</a:t>
            </a:r>
            <a:r>
              <a:rPr lang="zh-CN" altLang="en-US" dirty="0">
                <a:solidFill>
                  <a:srgbClr val="C00000"/>
                </a:solidFill>
                <a:latin typeface="Consolas" pitchFamily="49" charset="0"/>
              </a:rPr>
              <a:t>相当于</a:t>
            </a:r>
            <a:r>
              <a:rPr lang="en-US" altLang="zh-CN" dirty="0">
                <a:solidFill>
                  <a:srgbClr val="C00000"/>
                </a:solidFill>
                <a:latin typeface="Consolas" pitchFamily="49" charset="0"/>
              </a:rPr>
              <a:t>sum = sum + </a:t>
            </a:r>
            <a:r>
              <a:rPr lang="en-US" altLang="zh-CN" dirty="0" err="1">
                <a:solidFill>
                  <a:srgbClr val="C00000"/>
                </a:solidFill>
                <a:latin typeface="Consolas" pitchFamily="49" charset="0"/>
              </a:rPr>
              <a:t>i</a:t>
            </a:r>
            <a:r>
              <a:rPr lang="en-US" altLang="zh-CN" dirty="0">
                <a:solidFill>
                  <a:srgbClr val="C00000"/>
                </a:solidFill>
                <a:latin typeface="Consolas" pitchFamily="49" charset="0"/>
              </a:rPr>
              <a:t>;</a:t>
            </a:r>
          </a:p>
          <a:p>
            <a:pPr eaLnBrk="1" hangingPunct="1">
              <a:buFont typeface="Wingdings" pitchFamily="2" charset="2"/>
              <a:buNone/>
              <a:defRPr/>
            </a:pPr>
            <a:r>
              <a:rPr lang="en-US" altLang="zh-CN" dirty="0">
                <a:latin typeface="Consolas" pitchFamily="49" charset="0"/>
              </a:rPr>
              <a:t>      </a:t>
            </a:r>
            <a:r>
              <a:rPr lang="en-US" altLang="zh-CN" dirty="0" err="1">
                <a:latin typeface="Consolas" pitchFamily="49" charset="0"/>
              </a:rPr>
              <a:t>i</a:t>
            </a:r>
            <a:r>
              <a:rPr lang="en-US" altLang="zh-CN" dirty="0">
                <a:latin typeface="Consolas" pitchFamily="49" charset="0"/>
              </a:rPr>
              <a:t>++;</a:t>
            </a:r>
          </a:p>
          <a:p>
            <a:pPr eaLnBrk="1" hangingPunct="1">
              <a:buFont typeface="Wingdings" pitchFamily="2" charset="2"/>
              <a:buNone/>
              <a:defRPr/>
            </a:pPr>
            <a:r>
              <a:rPr lang="en-US" altLang="zh-CN" dirty="0">
                <a:latin typeface="Consolas" pitchFamily="49" charset="0"/>
              </a:rPr>
              <a:t>  </a:t>
            </a:r>
            <a:r>
              <a:rPr lang="en-US" altLang="zh-CN" dirty="0">
                <a:solidFill>
                  <a:schemeClr val="tx2"/>
                </a:solidFill>
                <a:latin typeface="Consolas" pitchFamily="49" charset="0"/>
              </a:rPr>
              <a:t>}</a:t>
            </a:r>
          </a:p>
          <a:p>
            <a:pPr eaLnBrk="1" hangingPunct="1">
              <a:buFont typeface="Wingdings" pitchFamily="2" charset="2"/>
              <a:buNone/>
              <a:defRPr/>
            </a:pPr>
            <a:r>
              <a:rPr lang="en-US" altLang="zh-CN" dirty="0">
                <a:latin typeface="Consolas" pitchFamily="49" charset="0"/>
              </a:rPr>
              <a:t>  cout &lt;&lt; "sum = " &lt;&lt; sum &lt;&lt; </a:t>
            </a:r>
            <a:r>
              <a:rPr lang="en-US" altLang="zh-CN" dirty="0" err="1">
                <a:latin typeface="Consolas" pitchFamily="49" charset="0"/>
              </a:rPr>
              <a:t>endl</a:t>
            </a:r>
            <a:r>
              <a:rPr lang="en-US" altLang="zh-CN" dirty="0">
                <a:latin typeface="Consolas" pitchFamily="49" charset="0"/>
              </a:rPr>
              <a:t>;</a:t>
            </a:r>
          </a:p>
          <a:p>
            <a:pPr eaLnBrk="1" hangingPunct="1">
              <a:buFont typeface="Wingdings" pitchFamily="2" charset="2"/>
              <a:buNone/>
              <a:defRPr/>
            </a:pPr>
            <a:r>
              <a:rPr lang="en-US" altLang="zh-CN" dirty="0">
                <a:latin typeface="Consolas" pitchFamily="49" charset="0"/>
              </a:rPr>
              <a:t>	return 0;</a:t>
            </a:r>
          </a:p>
          <a:p>
            <a:pPr eaLnBrk="1" hangingPunct="1">
              <a:buFont typeface="Wingdings" pitchFamily="2" charset="2"/>
              <a:buNone/>
              <a:defRPr/>
            </a:pPr>
            <a:r>
              <a:rPr lang="en-US" altLang="zh-CN" dirty="0">
                <a:latin typeface="Consolas" pitchFamily="49" charset="0"/>
              </a:rPr>
              <a:t>}</a:t>
            </a:r>
            <a:endParaRPr lang="zh-CN" altLang="en-US" dirty="0">
              <a:latin typeface="Consolas" pitchFamily="49" charset="0"/>
            </a:endParaRPr>
          </a:p>
        </p:txBody>
      </p:sp>
      <p:sp>
        <p:nvSpPr>
          <p:cNvPr id="8" name="Rectangle 5">
            <a:extLst>
              <a:ext uri="{FF2B5EF4-FFF2-40B4-BE49-F238E27FC236}">
                <a16:creationId xmlns:a16="http://schemas.microsoft.com/office/drawing/2014/main" id="{2D25E774-C1CE-33E5-7473-D3A6B9AB49FE}"/>
              </a:ext>
            </a:extLst>
          </p:cNvPr>
          <p:cNvSpPr txBox="1">
            <a:spLocks noChangeArrowheads="1"/>
          </p:cNvSpPr>
          <p:nvPr/>
        </p:nvSpPr>
        <p:spPr>
          <a:xfrm>
            <a:off x="6572250" y="5357813"/>
            <a:ext cx="2087563" cy="1219200"/>
          </a:xfrm>
          <a:prstGeom prst="rect">
            <a:avLst/>
          </a:prstGeom>
          <a:solidFill>
            <a:srgbClr val="FFFF00"/>
          </a:solidFill>
        </p:spPr>
        <p:txBody>
          <a:bodyPr/>
          <a:lstStyle/>
          <a:p>
            <a:pPr marL="365125" indent="-255588" eaLnBrk="1" hangingPunct="1">
              <a:spcBef>
                <a:spcPts val="300"/>
              </a:spcBef>
              <a:buClr>
                <a:srgbClr val="A04DA3"/>
              </a:buClr>
              <a:buFont typeface="Wingdings" pitchFamily="2" charset="2"/>
              <a:buNone/>
              <a:defRPr/>
            </a:pPr>
            <a:r>
              <a:rPr kumimoji="0" lang="zh-CN" altLang="en-US" dirty="0">
                <a:latin typeface="+mn-lt"/>
                <a:ea typeface="+mn-ea"/>
              </a:rPr>
              <a:t>运行结果：</a:t>
            </a:r>
          </a:p>
          <a:p>
            <a:pPr marL="365125" indent="-255588" eaLnBrk="1" hangingPunct="1">
              <a:spcBef>
                <a:spcPts val="300"/>
              </a:spcBef>
              <a:buClr>
                <a:srgbClr val="A04DA3"/>
              </a:buClr>
              <a:buFont typeface="Wingdings" pitchFamily="2" charset="2"/>
              <a:buNone/>
              <a:defRPr/>
            </a:pPr>
            <a:r>
              <a:rPr kumimoji="0" lang="en-US" altLang="zh-CN" dirty="0">
                <a:latin typeface="+mn-lt"/>
                <a:ea typeface="+mn-ea"/>
              </a:rPr>
              <a:t>sum = 55</a:t>
            </a:r>
            <a:endParaRPr kumimoji="0" lang="en-US" altLang="zh-CN" sz="2800" dirty="0">
              <a:latin typeface="+mn-lt"/>
              <a:ea typeface="+mn-ea"/>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a:extLst>
              <a:ext uri="{FF2B5EF4-FFF2-40B4-BE49-F238E27FC236}">
                <a16:creationId xmlns:a16="http://schemas.microsoft.com/office/drawing/2014/main" id="{76A8E0A4-3000-DC49-4BD8-8EBCB17896CE}"/>
              </a:ext>
            </a:extLst>
          </p:cNvPr>
          <p:cNvSpPr>
            <a:spLocks noGrp="1"/>
          </p:cNvSpPr>
          <p:nvPr>
            <p:ph type="title"/>
          </p:nvPr>
        </p:nvSpPr>
        <p:spPr/>
        <p:txBody>
          <a:bodyPr/>
          <a:lstStyle/>
          <a:p>
            <a:pPr eaLnBrk="1" hangingPunct="1"/>
            <a:r>
              <a:rPr lang="en-US" altLang="zh-CN"/>
              <a:t>while</a:t>
            </a:r>
            <a:r>
              <a:rPr lang="zh-CN" altLang="en-US"/>
              <a:t>语句（续）</a:t>
            </a:r>
          </a:p>
        </p:txBody>
      </p:sp>
      <p:sp>
        <p:nvSpPr>
          <p:cNvPr id="154627" name="灯片编号占位符 3">
            <a:extLst>
              <a:ext uri="{FF2B5EF4-FFF2-40B4-BE49-F238E27FC236}">
                <a16:creationId xmlns:a16="http://schemas.microsoft.com/office/drawing/2014/main" id="{A99C8C60-E579-7EC1-21A7-1908AAFA0E3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4653EB3-E0B0-4232-8E45-10B4BFFC2BBB}"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4E1819B-4C85-5D24-BDE9-55A87B13B5B8}"/>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
        <p:nvSpPr>
          <p:cNvPr id="6" name="Rectangle 3">
            <a:extLst>
              <a:ext uri="{FF2B5EF4-FFF2-40B4-BE49-F238E27FC236}">
                <a16:creationId xmlns:a16="http://schemas.microsoft.com/office/drawing/2014/main" id="{25E6C908-D865-268C-C05A-0DE14A2DDA7F}"/>
              </a:ext>
            </a:extLst>
          </p:cNvPr>
          <p:cNvSpPr txBox="1">
            <a:spLocks noChangeArrowheads="1"/>
          </p:cNvSpPr>
          <p:nvPr/>
        </p:nvSpPr>
        <p:spPr bwMode="auto">
          <a:xfrm>
            <a:off x="428625" y="2143125"/>
            <a:ext cx="8001000" cy="2286000"/>
          </a:xfrm>
          <a:prstGeom prst="rect">
            <a:avLst/>
          </a:prstGeom>
          <a:noFill/>
          <a:ln w="9525">
            <a:noFill/>
            <a:miter lim="800000"/>
            <a:headEnd/>
            <a:tailEnd/>
          </a:ln>
        </p:spPr>
        <p:txBody>
          <a:bodyPr/>
          <a:lstStyle/>
          <a:p>
            <a:pPr marL="365125" indent="-255588" eaLnBrk="1" hangingPunct="1">
              <a:spcBef>
                <a:spcPts val="300"/>
              </a:spcBef>
              <a:buClr>
                <a:srgbClr val="A04DA3"/>
              </a:buClr>
              <a:buFont typeface="Georgia" pitchFamily="18" charset="0"/>
              <a:buChar char="•"/>
              <a:defRPr/>
            </a:pPr>
            <a:r>
              <a:rPr kumimoji="0" lang="zh-CN" altLang="en-US" sz="2800" dirty="0">
                <a:latin typeface="宋体" charset="-122"/>
                <a:ea typeface="+mn-ea"/>
              </a:rPr>
              <a:t>形式</a:t>
            </a:r>
          </a:p>
          <a:p>
            <a:pPr marL="657225" lvl="1" indent="-246063" eaLnBrk="1" hangingPunct="1">
              <a:spcBef>
                <a:spcPts val="300"/>
              </a:spcBef>
              <a:buClr>
                <a:schemeClr val="accent2"/>
              </a:buClr>
              <a:defRPr/>
            </a:pPr>
            <a:r>
              <a:rPr kumimoji="0" lang="en-US" altLang="zh-CN" sz="2600" dirty="0">
                <a:solidFill>
                  <a:schemeClr val="accent1"/>
                </a:solidFill>
                <a:latin typeface="+mn-lt"/>
                <a:ea typeface="+mn-ea"/>
              </a:rPr>
              <a:t>while  (</a:t>
            </a:r>
            <a:r>
              <a:rPr kumimoji="0" lang="zh-CN" altLang="en-US" sz="2600" dirty="0">
                <a:solidFill>
                  <a:schemeClr val="accent1"/>
                </a:solidFill>
                <a:latin typeface="+mn-lt"/>
                <a:ea typeface="+mn-ea"/>
              </a:rPr>
              <a:t>表达式</a:t>
            </a:r>
            <a:r>
              <a:rPr kumimoji="0" lang="en-US" altLang="zh-CN" sz="2600" dirty="0">
                <a:solidFill>
                  <a:schemeClr val="accent1"/>
                </a:solidFill>
                <a:latin typeface="+mn-lt"/>
                <a:ea typeface="+mn-ea"/>
              </a:rPr>
              <a:t>)  </a:t>
            </a:r>
            <a:r>
              <a:rPr kumimoji="0" lang="zh-CN" altLang="en-US" sz="2600" dirty="0">
                <a:solidFill>
                  <a:schemeClr val="accent1"/>
                </a:solidFill>
                <a:latin typeface="+mn-lt"/>
                <a:ea typeface="+mn-ea"/>
              </a:rPr>
              <a:t>语句</a:t>
            </a:r>
            <a:br>
              <a:rPr kumimoji="0" lang="zh-CN" altLang="en-US" sz="2600" dirty="0">
                <a:solidFill>
                  <a:schemeClr val="accent1"/>
                </a:solidFill>
                <a:latin typeface="宋体" charset="-122"/>
                <a:ea typeface="+mn-ea"/>
              </a:rPr>
            </a:br>
            <a:endParaRPr kumimoji="0" lang="zh-CN" altLang="en-US" sz="2000" dirty="0">
              <a:solidFill>
                <a:schemeClr val="accent1"/>
              </a:solidFill>
              <a:latin typeface="宋体" charset="-122"/>
              <a:ea typeface="+mn-ea"/>
            </a:endParaRPr>
          </a:p>
        </p:txBody>
      </p:sp>
      <p:grpSp>
        <p:nvGrpSpPr>
          <p:cNvPr id="154630" name="Group 4">
            <a:extLst>
              <a:ext uri="{FF2B5EF4-FFF2-40B4-BE49-F238E27FC236}">
                <a16:creationId xmlns:a16="http://schemas.microsoft.com/office/drawing/2014/main" id="{CCF51E21-B73F-0C53-FF5A-BBD56544B0F4}"/>
              </a:ext>
            </a:extLst>
          </p:cNvPr>
          <p:cNvGrpSpPr>
            <a:grpSpLocks/>
          </p:cNvGrpSpPr>
          <p:nvPr/>
        </p:nvGrpSpPr>
        <p:grpSpPr bwMode="auto">
          <a:xfrm>
            <a:off x="3708400" y="3209925"/>
            <a:ext cx="4405313" cy="1208088"/>
            <a:chOff x="2832" y="1920"/>
            <a:chExt cx="2592" cy="761"/>
          </a:xfrm>
        </p:grpSpPr>
        <p:sp>
          <p:nvSpPr>
            <p:cNvPr id="154632" name="Freeform 5">
              <a:extLst>
                <a:ext uri="{FF2B5EF4-FFF2-40B4-BE49-F238E27FC236}">
                  <a16:creationId xmlns:a16="http://schemas.microsoft.com/office/drawing/2014/main" id="{93D9C890-DD3F-43AC-80A1-12E9D8805DB6}"/>
                </a:ext>
              </a:extLst>
            </p:cNvPr>
            <p:cNvSpPr>
              <a:spLocks/>
            </p:cNvSpPr>
            <p:nvPr/>
          </p:nvSpPr>
          <p:spPr bwMode="auto">
            <a:xfrm>
              <a:off x="2832" y="1920"/>
              <a:ext cx="193" cy="145"/>
            </a:xfrm>
            <a:custGeom>
              <a:avLst/>
              <a:gdLst>
                <a:gd name="T0" fmla="*/ 0 w 193"/>
                <a:gd name="T1" fmla="*/ 0 h 145"/>
                <a:gd name="T2" fmla="*/ 0 w 193"/>
                <a:gd name="T3" fmla="*/ 144 h 145"/>
                <a:gd name="T4" fmla="*/ 192 w 193"/>
                <a:gd name="T5" fmla="*/ 144 h 145"/>
                <a:gd name="T6" fmla="*/ 0 60000 65536"/>
                <a:gd name="T7" fmla="*/ 0 60000 65536"/>
                <a:gd name="T8" fmla="*/ 0 60000 65536"/>
                <a:gd name="T9" fmla="*/ 0 w 193"/>
                <a:gd name="T10" fmla="*/ 0 h 145"/>
                <a:gd name="T11" fmla="*/ 193 w 193"/>
                <a:gd name="T12" fmla="*/ 145 h 145"/>
              </a:gdLst>
              <a:ahLst/>
              <a:cxnLst>
                <a:cxn ang="T6">
                  <a:pos x="T0" y="T1"/>
                </a:cxn>
                <a:cxn ang="T7">
                  <a:pos x="T2" y="T3"/>
                </a:cxn>
                <a:cxn ang="T8">
                  <a:pos x="T4" y="T5"/>
                </a:cxn>
              </a:cxnLst>
              <a:rect l="T9" t="T10" r="T11" b="T12"/>
              <a:pathLst>
                <a:path w="193" h="145">
                  <a:moveTo>
                    <a:pt x="0" y="0"/>
                  </a:moveTo>
                  <a:lnTo>
                    <a:pt x="0" y="144"/>
                  </a:lnTo>
                  <a:lnTo>
                    <a:pt x="192" y="144"/>
                  </a:lnTo>
                </a:path>
              </a:pathLst>
            </a:custGeom>
            <a:noFill/>
            <a:ln w="12699" cap="rnd">
              <a:solidFill>
                <a:schemeClr val="tx1"/>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4633" name="Text Box 6">
              <a:extLst>
                <a:ext uri="{FF2B5EF4-FFF2-40B4-BE49-F238E27FC236}">
                  <a16:creationId xmlns:a16="http://schemas.microsoft.com/office/drawing/2014/main" id="{044F3913-6E1A-27FA-13EA-6B3C6F5F750B}"/>
                </a:ext>
              </a:extLst>
            </p:cNvPr>
            <p:cNvSpPr txBox="1">
              <a:spLocks noChangeArrowheads="1"/>
            </p:cNvSpPr>
            <p:nvPr/>
          </p:nvSpPr>
          <p:spPr bwMode="auto">
            <a:xfrm>
              <a:off x="2976" y="1925"/>
              <a:ext cx="2448" cy="756"/>
            </a:xfrm>
            <a:prstGeom prst="rect">
              <a:avLst/>
            </a:prstGeom>
            <a:noFill/>
            <a:ln w="12699">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50000"/>
                </a:spcBef>
                <a:buClrTx/>
                <a:buFontTx/>
                <a:buNone/>
              </a:pPr>
              <a:r>
                <a:rPr lang="zh-CN" altLang="en-US" sz="2400">
                  <a:latin typeface="Times New Roman" panose="02020603050405020304" pitchFamily="18" charset="0"/>
                </a:rPr>
                <a:t>可以是复合语句，其中必须含有改变条件表达式值的语句。</a:t>
              </a:r>
            </a:p>
          </p:txBody>
        </p:sp>
      </p:grpSp>
      <p:sp>
        <p:nvSpPr>
          <p:cNvPr id="10" name="Rectangle 7">
            <a:extLst>
              <a:ext uri="{FF2B5EF4-FFF2-40B4-BE49-F238E27FC236}">
                <a16:creationId xmlns:a16="http://schemas.microsoft.com/office/drawing/2014/main" id="{BF91E042-3AFB-C184-BEE1-025A3CB4555C}"/>
              </a:ext>
            </a:extLst>
          </p:cNvPr>
          <p:cNvSpPr>
            <a:spLocks noChangeArrowheads="1"/>
          </p:cNvSpPr>
          <p:nvPr/>
        </p:nvSpPr>
        <p:spPr bwMode="auto">
          <a:xfrm>
            <a:off x="352425" y="4276725"/>
            <a:ext cx="7239000" cy="1447800"/>
          </a:xfrm>
          <a:prstGeom prst="rect">
            <a:avLst/>
          </a:prstGeom>
          <a:noFill/>
          <a:ln w="9525">
            <a:noFill/>
            <a:miter lim="800000"/>
            <a:headEnd/>
            <a:tailEnd/>
          </a:ln>
        </p:spPr>
        <p:txBody>
          <a:bodyPr lIns="92075" tIns="46038" rIns="92075" bIns="46038"/>
          <a:lstStyle/>
          <a:p>
            <a:pPr marL="365125" indent="-255588" eaLnBrk="1" hangingPunct="1">
              <a:spcBef>
                <a:spcPts val="300"/>
              </a:spcBef>
              <a:buClr>
                <a:srgbClr val="A04DA3"/>
              </a:buClr>
              <a:buFont typeface="Georgia" pitchFamily="18" charset="0"/>
              <a:buChar char="•"/>
              <a:defRPr/>
            </a:pPr>
            <a:r>
              <a:rPr kumimoji="0" lang="zh-CN" altLang="en-US" sz="2800" dirty="0">
                <a:latin typeface="宋体" charset="-122"/>
                <a:ea typeface="+mn-ea"/>
              </a:rPr>
              <a:t>执行顺序</a:t>
            </a:r>
          </a:p>
          <a:p>
            <a:pPr marL="365125" indent="-255588" eaLnBrk="1" hangingPunct="1">
              <a:spcBef>
                <a:spcPts val="300"/>
              </a:spcBef>
              <a:buClr>
                <a:srgbClr val="A04DA3"/>
              </a:buClr>
              <a:defRPr/>
            </a:pPr>
            <a:r>
              <a:rPr kumimoji="0" lang="zh-CN" altLang="en-US" sz="2600" dirty="0">
                <a:solidFill>
                  <a:schemeClr val="accent1"/>
                </a:solidFill>
                <a:latin typeface="宋体" charset="-122"/>
                <a:ea typeface="+mn-ea"/>
              </a:rPr>
              <a:t>  先判断表达式的值，若为 </a:t>
            </a:r>
            <a:r>
              <a:rPr kumimoji="0" lang="en-US" altLang="zh-CN" sz="2600" dirty="0">
                <a:solidFill>
                  <a:schemeClr val="accent1"/>
                </a:solidFill>
                <a:latin typeface="+mn-lt"/>
                <a:ea typeface="+mn-ea"/>
              </a:rPr>
              <a:t>true </a:t>
            </a:r>
            <a:r>
              <a:rPr kumimoji="0" lang="zh-CN" altLang="en-US" sz="2600" dirty="0">
                <a:solidFill>
                  <a:schemeClr val="accent1"/>
                </a:solidFill>
                <a:latin typeface="宋体" charset="-122"/>
                <a:ea typeface="+mn-ea"/>
              </a:rPr>
              <a:t>时，执行语句。</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C974F915-9A27-F963-90DE-A45B9CBB3FEA}"/>
              </a:ext>
            </a:extLst>
          </p:cNvPr>
          <p:cNvSpPr>
            <a:spLocks noGrp="1"/>
          </p:cNvSpPr>
          <p:nvPr>
            <p:ph type="title"/>
          </p:nvPr>
        </p:nvSpPr>
        <p:spPr>
          <a:xfrm>
            <a:off x="428625" y="428625"/>
            <a:ext cx="8229600" cy="1066800"/>
          </a:xfrm>
        </p:spPr>
        <p:txBody>
          <a:bodyPr/>
          <a:lstStyle/>
          <a:p>
            <a:pPr eaLnBrk="1" hangingPunct="1">
              <a:defRPr/>
            </a:pPr>
            <a:r>
              <a:rPr lang="en-US" altLang="zh-CN" dirty="0">
                <a:latin typeface="+mj-ea"/>
              </a:rPr>
              <a:t>do-while </a:t>
            </a:r>
            <a:r>
              <a:rPr lang="zh-CN" altLang="en-US" dirty="0">
                <a:latin typeface="+mj-ea"/>
              </a:rPr>
              <a:t>语句</a:t>
            </a:r>
          </a:p>
        </p:txBody>
      </p:sp>
      <p:sp>
        <p:nvSpPr>
          <p:cNvPr id="155651" name="灯片编号占位符 3">
            <a:extLst>
              <a:ext uri="{FF2B5EF4-FFF2-40B4-BE49-F238E27FC236}">
                <a16:creationId xmlns:a16="http://schemas.microsoft.com/office/drawing/2014/main" id="{7134EBEC-1B80-579D-F856-F95CD04B38D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9535C29-D236-4AFD-9E69-C64A6E81CE6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5D41419-2365-FD12-9CC0-D47AA98D1A88}"/>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
        <p:nvSpPr>
          <p:cNvPr id="155653" name="内容占位符 11">
            <a:extLst>
              <a:ext uri="{FF2B5EF4-FFF2-40B4-BE49-F238E27FC236}">
                <a16:creationId xmlns:a16="http://schemas.microsoft.com/office/drawing/2014/main" id="{A874C60F-49B1-EAEE-3892-232A25FFDCA5}"/>
              </a:ext>
            </a:extLst>
          </p:cNvPr>
          <p:cNvSpPr>
            <a:spLocks noGrp="1"/>
          </p:cNvSpPr>
          <p:nvPr>
            <p:ph idx="1"/>
          </p:nvPr>
        </p:nvSpPr>
        <p:spPr>
          <a:xfrm>
            <a:off x="328613" y="1231900"/>
            <a:ext cx="8607425" cy="5599113"/>
          </a:xfrm>
          <a:solidFill>
            <a:srgbClr val="85FFFF"/>
          </a:solidFill>
        </p:spPr>
        <p:txBody>
          <a:bodyPr/>
          <a:lstStyle/>
          <a:p>
            <a:pPr eaLnBrk="1" hangingPunct="1">
              <a:buFont typeface="Wingdings" panose="05000000000000000000" pitchFamily="2" charset="2"/>
              <a:buNone/>
            </a:pPr>
            <a:r>
              <a:rPr lang="zh-CN" altLang="en-US" sz="2000" noProof="1">
                <a:latin typeface="Consolas" panose="020B0609020204030204" pitchFamily="49" charset="0"/>
              </a:rPr>
              <a:t>#</a:t>
            </a:r>
            <a:r>
              <a:rPr lang="en-US" altLang="zh-CN" sz="2000" noProof="1">
                <a:latin typeface="Consolas" panose="020B0609020204030204" pitchFamily="49" charset="0"/>
              </a:rPr>
              <a:t>include &lt;iostream&gt;</a:t>
            </a:r>
            <a:endParaRPr lang="en-US" altLang="zh-CN" sz="2000">
              <a:latin typeface="Consolas" panose="020B0609020204030204" pitchFamily="49" charset="0"/>
            </a:endParaRPr>
          </a:p>
          <a:p>
            <a:pPr eaLnBrk="1" hangingPunct="1">
              <a:buFont typeface="Wingdings" panose="05000000000000000000" pitchFamily="2" charset="2"/>
              <a:buNone/>
            </a:pPr>
            <a:r>
              <a:rPr lang="en-US" altLang="zh-CN" sz="2000" noProof="1">
                <a:latin typeface="Consolas" panose="020B0609020204030204" pitchFamily="49" charset="0"/>
              </a:rPr>
              <a:t>using namespace std;</a:t>
            </a:r>
          </a:p>
          <a:p>
            <a:pPr eaLnBrk="1" hangingPunct="1">
              <a:buFont typeface="Wingdings" panose="05000000000000000000" pitchFamily="2" charset="2"/>
              <a:buNone/>
            </a:pPr>
            <a:r>
              <a:rPr lang="en-US" altLang="zh-CN" sz="2000" noProof="1">
                <a:latin typeface="Consolas" panose="020B0609020204030204" pitchFamily="49" charset="0"/>
              </a:rPr>
              <a:t>int main()</a:t>
            </a:r>
            <a:r>
              <a:rPr lang="en-US" altLang="zh-CN" sz="2000">
                <a:latin typeface="Consolas" panose="020B0609020204030204" pitchFamily="49" charset="0"/>
              </a:rPr>
              <a:t> </a:t>
            </a:r>
            <a:r>
              <a:rPr lang="en-US" altLang="zh-CN" sz="2000" noProof="1">
                <a:latin typeface="Consolas" panose="020B0609020204030204" pitchFamily="49" charset="0"/>
              </a:rPr>
              <a:t>{</a:t>
            </a:r>
          </a:p>
          <a:p>
            <a:pPr eaLnBrk="1" hangingPunct="1">
              <a:buFont typeface="Wingdings" panose="05000000000000000000" pitchFamily="2" charset="2"/>
              <a:buNone/>
            </a:pPr>
            <a:r>
              <a:rPr lang="en-US" altLang="zh-CN" sz="2000" noProof="1">
                <a:latin typeface="Consolas" panose="020B0609020204030204" pitchFamily="49" charset="0"/>
              </a:rPr>
              <a:t>	int n, right_digit, newnum = 0; </a:t>
            </a:r>
          </a:p>
          <a:p>
            <a:pPr eaLnBrk="1" hangingPunct="1">
              <a:buFont typeface="Wingdings" panose="05000000000000000000" pitchFamily="2" charset="2"/>
              <a:buNone/>
            </a:pPr>
            <a:r>
              <a:rPr lang="en-US" altLang="zh-CN" sz="2000" noProof="1">
                <a:latin typeface="Consolas" panose="020B0609020204030204" pitchFamily="49" charset="0"/>
              </a:rPr>
              <a:t>	cout &lt;&lt; "Enter the number: ";</a:t>
            </a:r>
          </a:p>
          <a:p>
            <a:pPr eaLnBrk="1" hangingPunct="1">
              <a:buFont typeface="Wingdings" panose="05000000000000000000" pitchFamily="2" charset="2"/>
              <a:buNone/>
            </a:pPr>
            <a:r>
              <a:rPr lang="en-US" altLang="zh-CN" sz="2000" noProof="1">
                <a:latin typeface="Consolas" panose="020B0609020204030204" pitchFamily="49" charset="0"/>
              </a:rPr>
              <a:t>	cin &gt;&gt; n;</a:t>
            </a:r>
          </a:p>
          <a:p>
            <a:pPr eaLnBrk="1" hangingPunct="1">
              <a:buFont typeface="Wingdings" panose="05000000000000000000" pitchFamily="2" charset="2"/>
              <a:buNone/>
            </a:pPr>
            <a:r>
              <a:rPr lang="en-US" altLang="zh-CN" sz="2000" noProof="1">
                <a:latin typeface="Consolas" panose="020B0609020204030204" pitchFamily="49" charset="0"/>
              </a:rPr>
              <a:t>	</a:t>
            </a:r>
          </a:p>
          <a:p>
            <a:pPr eaLnBrk="1" hangingPunct="1">
              <a:buFont typeface="Wingdings" panose="05000000000000000000" pitchFamily="2" charset="2"/>
              <a:buNone/>
            </a:pPr>
            <a:r>
              <a:rPr lang="en-US" altLang="zh-CN" sz="2000" noProof="1">
                <a:latin typeface="Consolas" panose="020B0609020204030204" pitchFamily="49" charset="0"/>
              </a:rPr>
              <a:t>	cout &lt;&lt; "The number in reverse order is  ";</a:t>
            </a:r>
          </a:p>
          <a:p>
            <a:pPr eaLnBrk="1" hangingPunct="1">
              <a:buFont typeface="Wingdings" panose="05000000000000000000" pitchFamily="2" charset="2"/>
              <a:buNone/>
            </a:pPr>
            <a:r>
              <a:rPr lang="en-US" altLang="zh-CN" sz="2000" noProof="1">
                <a:latin typeface="Consolas" panose="020B0609020204030204" pitchFamily="49" charset="0"/>
              </a:rPr>
              <a:t>	</a:t>
            </a:r>
            <a:r>
              <a:rPr lang="en-US" altLang="zh-CN" sz="2000" noProof="1">
                <a:solidFill>
                  <a:schemeClr val="tx2"/>
                </a:solidFill>
                <a:latin typeface="Consolas" panose="020B0609020204030204" pitchFamily="49" charset="0"/>
              </a:rPr>
              <a:t>do</a:t>
            </a:r>
            <a:r>
              <a:rPr lang="en-US" altLang="zh-CN" sz="2000">
                <a:solidFill>
                  <a:schemeClr val="tx2"/>
                </a:solidFill>
                <a:latin typeface="Consolas" panose="020B0609020204030204" pitchFamily="49" charset="0"/>
              </a:rPr>
              <a:t> </a:t>
            </a:r>
            <a:r>
              <a:rPr lang="en-US" altLang="zh-CN" sz="2000" noProof="1">
                <a:solidFill>
                  <a:schemeClr val="tx2"/>
                </a:solidFill>
                <a:latin typeface="Consolas" panose="020B0609020204030204" pitchFamily="49" charset="0"/>
              </a:rPr>
              <a:t>{</a:t>
            </a:r>
          </a:p>
          <a:p>
            <a:pPr eaLnBrk="1" hangingPunct="1">
              <a:buFont typeface="Wingdings" panose="05000000000000000000" pitchFamily="2" charset="2"/>
              <a:buNone/>
            </a:pPr>
            <a:r>
              <a:rPr lang="en-US" altLang="zh-CN" sz="2000" noProof="1">
                <a:latin typeface="Consolas" panose="020B0609020204030204" pitchFamily="49" charset="0"/>
              </a:rPr>
              <a:t>		right_digit = n % 10;</a:t>
            </a:r>
          </a:p>
          <a:p>
            <a:pPr eaLnBrk="1" hangingPunct="1">
              <a:buFont typeface="Wingdings" panose="05000000000000000000" pitchFamily="2" charset="2"/>
              <a:buNone/>
            </a:pPr>
            <a:r>
              <a:rPr lang="en-US" altLang="zh-CN" sz="2000" noProof="1">
                <a:latin typeface="Consolas" panose="020B0609020204030204" pitchFamily="49" charset="0"/>
              </a:rPr>
              <a:t>		cout &lt;&lt; right_digit;</a:t>
            </a:r>
          </a:p>
          <a:p>
            <a:pPr eaLnBrk="1" hangingPunct="1">
              <a:buFont typeface="Wingdings" panose="05000000000000000000" pitchFamily="2" charset="2"/>
              <a:buNone/>
            </a:pPr>
            <a:r>
              <a:rPr lang="en-US" altLang="zh-CN" sz="2000" noProof="1">
                <a:latin typeface="Consolas" panose="020B0609020204030204" pitchFamily="49" charset="0"/>
              </a:rPr>
              <a:t>		n /= 10;</a:t>
            </a:r>
            <a:r>
              <a:rPr lang="en-US" altLang="zh-CN" sz="2000">
                <a:latin typeface="Consolas" panose="020B0609020204030204" pitchFamily="49" charset="0"/>
              </a:rPr>
              <a:t>  </a:t>
            </a:r>
            <a:r>
              <a:rPr lang="en-US" altLang="zh-CN" sz="2000">
                <a:solidFill>
                  <a:srgbClr val="C00000"/>
                </a:solidFill>
                <a:latin typeface="Consolas" panose="020B0609020204030204" pitchFamily="49" charset="0"/>
              </a:rPr>
              <a:t>//</a:t>
            </a:r>
            <a:r>
              <a:rPr lang="zh-CN" altLang="en-US" sz="2000">
                <a:solidFill>
                  <a:srgbClr val="C00000"/>
                </a:solidFill>
                <a:latin typeface="Consolas" panose="020B0609020204030204" pitchFamily="49" charset="0"/>
              </a:rPr>
              <a:t>相当于</a:t>
            </a:r>
            <a:r>
              <a:rPr lang="en-US" altLang="zh-CN" sz="2000">
                <a:solidFill>
                  <a:srgbClr val="C00000"/>
                </a:solidFill>
                <a:latin typeface="Consolas" panose="020B0609020204030204" pitchFamily="49" charset="0"/>
              </a:rPr>
              <a:t>n=n/10</a:t>
            </a:r>
            <a:endParaRPr lang="en-US" altLang="zh-CN" sz="2000" noProof="1">
              <a:solidFill>
                <a:srgbClr val="C00000"/>
              </a:solidFill>
              <a:latin typeface="Consolas" panose="020B0609020204030204" pitchFamily="49" charset="0"/>
            </a:endParaRPr>
          </a:p>
          <a:p>
            <a:pPr eaLnBrk="1" hangingPunct="1">
              <a:buFont typeface="Wingdings" panose="05000000000000000000" pitchFamily="2" charset="2"/>
              <a:buNone/>
            </a:pPr>
            <a:r>
              <a:rPr lang="en-US" altLang="zh-CN" sz="2000" noProof="1">
                <a:latin typeface="Consolas" panose="020B0609020204030204" pitchFamily="49" charset="0"/>
              </a:rPr>
              <a:t>	 </a:t>
            </a:r>
            <a:r>
              <a:rPr lang="en-US" altLang="zh-CN" sz="2000" noProof="1">
                <a:solidFill>
                  <a:schemeClr val="tx2"/>
                </a:solidFill>
                <a:latin typeface="Consolas" panose="020B0609020204030204" pitchFamily="49" charset="0"/>
              </a:rPr>
              <a:t>} while (n != 0)</a:t>
            </a:r>
            <a:r>
              <a:rPr lang="en-US" altLang="zh-CN" sz="2000" noProof="1">
                <a:latin typeface="Consolas" panose="020B0609020204030204" pitchFamily="49" charset="0"/>
              </a:rPr>
              <a:t>;</a:t>
            </a:r>
          </a:p>
          <a:p>
            <a:pPr eaLnBrk="1" hangingPunct="1">
              <a:buFont typeface="Wingdings" panose="05000000000000000000" pitchFamily="2" charset="2"/>
              <a:buNone/>
            </a:pPr>
            <a:r>
              <a:rPr lang="en-US" altLang="zh-CN" sz="2000">
                <a:latin typeface="Consolas" panose="020B0609020204030204" pitchFamily="49" charset="0"/>
              </a:rPr>
              <a:t>    cout &lt;&lt; endl;</a:t>
            </a:r>
          </a:p>
          <a:p>
            <a:pPr eaLnBrk="1" hangingPunct="1">
              <a:buFont typeface="Wingdings" panose="05000000000000000000" pitchFamily="2" charset="2"/>
              <a:buNone/>
            </a:pPr>
            <a:r>
              <a:rPr lang="en-US" altLang="zh-CN" sz="2000">
                <a:latin typeface="Consolas" panose="020B0609020204030204" pitchFamily="49" charset="0"/>
              </a:rPr>
              <a:t>	return 0;</a:t>
            </a:r>
            <a:endParaRPr lang="en-US" altLang="zh-CN" sz="2000" noProof="1">
              <a:latin typeface="Consolas" panose="020B0609020204030204" pitchFamily="49" charset="0"/>
            </a:endParaRPr>
          </a:p>
          <a:p>
            <a:pPr eaLnBrk="1" hangingPunct="1">
              <a:buFont typeface="Wingdings" panose="05000000000000000000" pitchFamily="2" charset="2"/>
              <a:buNone/>
            </a:pPr>
            <a:r>
              <a:rPr lang="en-US" altLang="zh-CN" sz="2000" noProof="1">
                <a:latin typeface="Consolas" panose="020B0609020204030204" pitchFamily="49" charset="0"/>
              </a:rPr>
              <a:t>}</a:t>
            </a:r>
            <a:endParaRPr lang="en-US" altLang="zh-CN" sz="2000">
              <a:latin typeface="Consolas" panose="020B0609020204030204" pitchFamily="49" charset="0"/>
            </a:endParaRPr>
          </a:p>
        </p:txBody>
      </p:sp>
      <p:sp>
        <p:nvSpPr>
          <p:cNvPr id="7" name="TextBox 6">
            <a:extLst>
              <a:ext uri="{FF2B5EF4-FFF2-40B4-BE49-F238E27FC236}">
                <a16:creationId xmlns:a16="http://schemas.microsoft.com/office/drawing/2014/main" id="{AF2FE81E-A296-6977-B63C-7369FBA2018A}"/>
              </a:ext>
            </a:extLst>
          </p:cNvPr>
          <p:cNvSpPr txBox="1"/>
          <p:nvPr/>
        </p:nvSpPr>
        <p:spPr>
          <a:xfrm>
            <a:off x="3924300" y="1341438"/>
            <a:ext cx="4751388" cy="954087"/>
          </a:xfrm>
          <a:prstGeom prst="rect">
            <a:avLst/>
          </a:prstGeom>
          <a:solidFill>
            <a:schemeClr val="bg1"/>
          </a:solidFill>
        </p:spPr>
        <p:txBody>
          <a:bodyPr>
            <a:spAutoFit/>
          </a:bodyPr>
          <a:lstStyle/>
          <a:p>
            <a:pPr eaLnBrk="1" hangingPunct="1">
              <a:defRPr/>
            </a:pPr>
            <a:r>
              <a:rPr lang="zh-CN" altLang="en-US" sz="2800" noProof="1">
                <a:solidFill>
                  <a:schemeClr val="tx2"/>
                </a:solidFill>
                <a:latin typeface="+mj-lt"/>
                <a:ea typeface="+mj-ea"/>
                <a:cs typeface="+mj-cs"/>
              </a:rPr>
              <a:t>例</a:t>
            </a:r>
            <a:r>
              <a:rPr lang="en-US" altLang="zh-CN" sz="2800" noProof="1">
                <a:solidFill>
                  <a:schemeClr val="tx2"/>
                </a:solidFill>
                <a:latin typeface="+mj-lt"/>
                <a:ea typeface="+mj-ea"/>
                <a:cs typeface="+mj-cs"/>
              </a:rPr>
              <a:t>2-6</a:t>
            </a:r>
            <a:r>
              <a:rPr lang="zh-CN" altLang="en-US" sz="2800" noProof="1">
                <a:solidFill>
                  <a:schemeClr val="tx2"/>
                </a:solidFill>
                <a:latin typeface="+mj-lt"/>
                <a:ea typeface="+mj-ea"/>
                <a:cs typeface="+mj-cs"/>
              </a:rPr>
              <a:t>：输入一个数，将各位数字翻转后输出</a:t>
            </a:r>
            <a:endParaRPr lang="en-US" altLang="zh-CN" sz="2800" noProof="1">
              <a:solidFill>
                <a:schemeClr val="tx2"/>
              </a:solidFill>
              <a:latin typeface="+mj-lt"/>
              <a:ea typeface="+mj-ea"/>
              <a:cs typeface="+mj-c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标题 1">
            <a:extLst>
              <a:ext uri="{FF2B5EF4-FFF2-40B4-BE49-F238E27FC236}">
                <a16:creationId xmlns:a16="http://schemas.microsoft.com/office/drawing/2014/main" id="{59C8F852-7F52-C472-5A99-4C72BF9B60AD}"/>
              </a:ext>
            </a:extLst>
          </p:cNvPr>
          <p:cNvSpPr>
            <a:spLocks noGrp="1"/>
          </p:cNvSpPr>
          <p:nvPr>
            <p:ph type="title"/>
          </p:nvPr>
        </p:nvSpPr>
        <p:spPr>
          <a:xfrm>
            <a:off x="428625" y="428625"/>
            <a:ext cx="8229600" cy="1066800"/>
          </a:xfrm>
        </p:spPr>
        <p:txBody>
          <a:bodyPr/>
          <a:lstStyle/>
          <a:p>
            <a:pPr eaLnBrk="1" hangingPunct="1"/>
            <a:r>
              <a:rPr lang="zh-CN" altLang="en-US">
                <a:latin typeface="隶书" panose="02010509060101010101" pitchFamily="49" charset="-122"/>
              </a:rPr>
              <a:t>例</a:t>
            </a:r>
            <a:r>
              <a:rPr lang="en-US" altLang="zh-CN">
                <a:latin typeface="隶书" panose="02010509060101010101" pitchFamily="49" charset="-122"/>
              </a:rPr>
              <a:t>2-6</a:t>
            </a:r>
            <a:r>
              <a:rPr lang="zh-CN" altLang="en-US">
                <a:latin typeface="隶书" panose="02010509060101010101" pitchFamily="49" charset="-122"/>
              </a:rPr>
              <a:t>（续）</a:t>
            </a:r>
            <a:endParaRPr lang="zh-CN" altLang="en-US"/>
          </a:p>
        </p:txBody>
      </p:sp>
      <p:sp>
        <p:nvSpPr>
          <p:cNvPr id="156675" name="灯片编号占位符 3">
            <a:extLst>
              <a:ext uri="{FF2B5EF4-FFF2-40B4-BE49-F238E27FC236}">
                <a16:creationId xmlns:a16="http://schemas.microsoft.com/office/drawing/2014/main" id="{F08D459D-3138-AC1E-9C9B-1248C20D46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223A16A-0D2F-4709-90DE-AD33627ADD8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70484EB1-08EE-BC05-1D91-44A3B7954009}"/>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
        <p:nvSpPr>
          <p:cNvPr id="8" name="内容占位符 6">
            <a:extLst>
              <a:ext uri="{FF2B5EF4-FFF2-40B4-BE49-F238E27FC236}">
                <a16:creationId xmlns:a16="http://schemas.microsoft.com/office/drawing/2014/main" id="{EB15C07C-97AD-4414-0012-114844777376}"/>
              </a:ext>
            </a:extLst>
          </p:cNvPr>
          <p:cNvSpPr>
            <a:spLocks noGrp="1"/>
          </p:cNvSpPr>
          <p:nvPr>
            <p:ph idx="1"/>
          </p:nvPr>
        </p:nvSpPr>
        <p:spPr>
          <a:solidFill>
            <a:schemeClr val="accent6">
              <a:lumMod val="20000"/>
              <a:lumOff val="80000"/>
            </a:schemeClr>
          </a:solidFill>
        </p:spPr>
        <p:txBody>
          <a:bodyPr>
            <a:normAutofit/>
          </a:bodyPr>
          <a:lstStyle/>
          <a:p>
            <a:pPr marL="365760" indent="-256032" eaLnBrk="1" fontAlgn="auto" hangingPunct="1">
              <a:spcAft>
                <a:spcPts val="0"/>
              </a:spcAft>
              <a:buClr>
                <a:schemeClr val="accent3"/>
              </a:buClr>
              <a:buFont typeface="Georgia"/>
              <a:buNone/>
              <a:defRPr/>
            </a:pPr>
            <a:r>
              <a:rPr lang="zh-CN" altLang="en-US" b="1" dirty="0">
                <a:solidFill>
                  <a:schemeClr val="tx2"/>
                </a:solidFill>
              </a:rPr>
              <a:t>运行结果：</a:t>
            </a:r>
            <a:endParaRPr lang="en-US" altLang="zh-CN" b="1" dirty="0">
              <a:solidFill>
                <a:schemeClr val="tx2"/>
              </a:solidFill>
            </a:endParaRPr>
          </a:p>
          <a:p>
            <a:pPr eaLnBrk="1" hangingPunct="1">
              <a:buFont typeface="Wingdings" pitchFamily="2" charset="2"/>
              <a:buNone/>
              <a:defRPr/>
            </a:pPr>
            <a:r>
              <a:rPr lang="en-US" altLang="zh-CN" noProof="1"/>
              <a:t>Enter the number: 365</a:t>
            </a:r>
          </a:p>
          <a:p>
            <a:pPr eaLnBrk="1" hangingPunct="1">
              <a:buFont typeface="Wingdings" pitchFamily="2" charset="2"/>
              <a:buNone/>
              <a:defRPr/>
            </a:pPr>
            <a:r>
              <a:rPr lang="en-US" altLang="zh-CN" noProof="1"/>
              <a:t>The number in reverse order is  563</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25BE3DDE-4F45-3AB2-6DC1-17B9722A5A3F}"/>
              </a:ext>
            </a:extLst>
          </p:cNvPr>
          <p:cNvSpPr>
            <a:spLocks noGrp="1"/>
          </p:cNvSpPr>
          <p:nvPr>
            <p:ph type="title"/>
          </p:nvPr>
        </p:nvSpPr>
        <p:spPr/>
        <p:txBody>
          <a:bodyPr/>
          <a:lstStyle/>
          <a:p>
            <a:pPr eaLnBrk="1" hangingPunct="1">
              <a:defRPr/>
            </a:pPr>
            <a:r>
              <a:rPr lang="en-US" altLang="zh-CN" dirty="0">
                <a:latin typeface="+mj-ea"/>
              </a:rPr>
              <a:t>do-while </a:t>
            </a:r>
            <a:r>
              <a:rPr lang="zh-CN" altLang="en-US" dirty="0">
                <a:latin typeface="+mj-ea"/>
              </a:rPr>
              <a:t>语句（续）</a:t>
            </a:r>
          </a:p>
        </p:txBody>
      </p:sp>
      <p:sp>
        <p:nvSpPr>
          <p:cNvPr id="157699" name="灯片编号占位符 3">
            <a:extLst>
              <a:ext uri="{FF2B5EF4-FFF2-40B4-BE49-F238E27FC236}">
                <a16:creationId xmlns:a16="http://schemas.microsoft.com/office/drawing/2014/main" id="{C6CFA189-1E52-EC24-D0A0-3D3C226A318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F7CE757-3453-4FF9-8C0F-86256C1CC77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8FB05A70-7838-B4DF-09AF-D303A689AA03}"/>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
        <p:nvSpPr>
          <p:cNvPr id="6" name="Rectangle 3">
            <a:extLst>
              <a:ext uri="{FF2B5EF4-FFF2-40B4-BE49-F238E27FC236}">
                <a16:creationId xmlns:a16="http://schemas.microsoft.com/office/drawing/2014/main" id="{DE193424-211B-7D79-5829-7339761EBEA1}"/>
              </a:ext>
            </a:extLst>
          </p:cNvPr>
          <p:cNvSpPr txBox="1">
            <a:spLocks noChangeArrowheads="1"/>
          </p:cNvSpPr>
          <p:nvPr/>
        </p:nvSpPr>
        <p:spPr bwMode="auto">
          <a:xfrm>
            <a:off x="571500" y="1500188"/>
            <a:ext cx="7620000" cy="1828800"/>
          </a:xfrm>
          <a:prstGeom prst="rect">
            <a:avLst/>
          </a:prstGeom>
          <a:noFill/>
          <a:ln w="9525">
            <a:noFill/>
            <a:miter lim="800000"/>
            <a:headEnd/>
            <a:tailEnd/>
          </a:ln>
        </p:spPr>
        <p:txBody>
          <a:bodyPr/>
          <a:lstStyle/>
          <a:p>
            <a:pPr marL="365125" indent="-255588" eaLnBrk="1" hangingPunct="1">
              <a:spcBef>
                <a:spcPts val="300"/>
              </a:spcBef>
              <a:buClr>
                <a:srgbClr val="A04DA3"/>
              </a:buClr>
              <a:buFont typeface="Georgia" pitchFamily="18" charset="0"/>
              <a:buChar char="•"/>
              <a:defRPr/>
            </a:pPr>
            <a:r>
              <a:rPr kumimoji="0" lang="zh-CN" altLang="en-US" sz="2800" dirty="0">
                <a:latin typeface="宋体" charset="-122"/>
                <a:ea typeface="+mn-ea"/>
              </a:rPr>
              <a:t>一般形式</a:t>
            </a:r>
          </a:p>
          <a:p>
            <a:pPr marL="657225" lvl="1" indent="-246063" eaLnBrk="1" hangingPunct="1">
              <a:spcBef>
                <a:spcPts val="300"/>
              </a:spcBef>
              <a:buClr>
                <a:schemeClr val="accent2"/>
              </a:buClr>
              <a:defRPr/>
            </a:pPr>
            <a:r>
              <a:rPr kumimoji="0" lang="en-US" altLang="zh-CN" sz="2600" dirty="0">
                <a:solidFill>
                  <a:schemeClr val="accent1"/>
                </a:solidFill>
                <a:latin typeface="+mn-lt"/>
                <a:ea typeface="+mn-ea"/>
              </a:rPr>
              <a:t>do   </a:t>
            </a:r>
            <a:r>
              <a:rPr kumimoji="0" lang="zh-CN" altLang="en-US" sz="2600" dirty="0">
                <a:solidFill>
                  <a:schemeClr val="accent1"/>
                </a:solidFill>
                <a:latin typeface="+mn-lt"/>
                <a:ea typeface="+mn-ea"/>
              </a:rPr>
              <a:t>语句</a:t>
            </a:r>
          </a:p>
          <a:p>
            <a:pPr marL="657225" lvl="1" indent="-246063" eaLnBrk="1" hangingPunct="1">
              <a:spcBef>
                <a:spcPts val="300"/>
              </a:spcBef>
              <a:buClr>
                <a:schemeClr val="accent2"/>
              </a:buClr>
              <a:defRPr/>
            </a:pPr>
            <a:r>
              <a:rPr kumimoji="0" lang="en-US" altLang="zh-CN" sz="2600" dirty="0">
                <a:solidFill>
                  <a:schemeClr val="accent1"/>
                </a:solidFill>
                <a:latin typeface="+mn-lt"/>
                <a:ea typeface="+mn-ea"/>
              </a:rPr>
              <a:t>while (</a:t>
            </a:r>
            <a:r>
              <a:rPr kumimoji="0" lang="zh-CN" altLang="en-US" sz="2600" dirty="0">
                <a:solidFill>
                  <a:schemeClr val="accent1"/>
                </a:solidFill>
                <a:latin typeface="+mn-lt"/>
                <a:ea typeface="+mn-ea"/>
              </a:rPr>
              <a:t>表达式</a:t>
            </a:r>
            <a:r>
              <a:rPr kumimoji="0" lang="en-US" altLang="zh-CN" sz="2600" dirty="0">
                <a:solidFill>
                  <a:schemeClr val="accent1"/>
                </a:solidFill>
                <a:latin typeface="宋体" charset="-122"/>
                <a:ea typeface="+mn-ea"/>
              </a:rPr>
              <a:t>)</a:t>
            </a:r>
            <a:endParaRPr kumimoji="0" lang="en-US" altLang="zh-CN" sz="2000" dirty="0">
              <a:solidFill>
                <a:srgbClr val="C0FEF9"/>
              </a:solidFill>
              <a:latin typeface="宋体" charset="-122"/>
              <a:ea typeface="+mn-ea"/>
            </a:endParaRPr>
          </a:p>
        </p:txBody>
      </p:sp>
      <p:grpSp>
        <p:nvGrpSpPr>
          <p:cNvPr id="157702" name="Group 4">
            <a:extLst>
              <a:ext uri="{FF2B5EF4-FFF2-40B4-BE49-F238E27FC236}">
                <a16:creationId xmlns:a16="http://schemas.microsoft.com/office/drawing/2014/main" id="{BF80351E-C4D3-3CBF-EA60-09FA8F5A3519}"/>
              </a:ext>
            </a:extLst>
          </p:cNvPr>
          <p:cNvGrpSpPr>
            <a:grpSpLocks/>
          </p:cNvGrpSpPr>
          <p:nvPr/>
        </p:nvGrpSpPr>
        <p:grpSpPr bwMode="auto">
          <a:xfrm>
            <a:off x="3357563" y="2286000"/>
            <a:ext cx="5208587" cy="830263"/>
            <a:chOff x="2112" y="1565"/>
            <a:chExt cx="2876" cy="523"/>
          </a:xfrm>
        </p:grpSpPr>
        <p:sp>
          <p:nvSpPr>
            <p:cNvPr id="157704" name="Line 5">
              <a:extLst>
                <a:ext uri="{FF2B5EF4-FFF2-40B4-BE49-F238E27FC236}">
                  <a16:creationId xmlns:a16="http://schemas.microsoft.com/office/drawing/2014/main" id="{05846A51-498E-3D8A-C31A-4A8384B590F0}"/>
                </a:ext>
              </a:extLst>
            </p:cNvPr>
            <p:cNvSpPr>
              <a:spLocks noChangeShapeType="1"/>
            </p:cNvSpPr>
            <p:nvPr/>
          </p:nvSpPr>
          <p:spPr bwMode="auto">
            <a:xfrm>
              <a:off x="2112" y="1776"/>
              <a:ext cx="576" cy="0"/>
            </a:xfrm>
            <a:prstGeom prst="line">
              <a:avLst/>
            </a:prstGeom>
            <a:noFill/>
            <a:ln w="12699">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705" name="Text Box 6">
              <a:extLst>
                <a:ext uri="{FF2B5EF4-FFF2-40B4-BE49-F238E27FC236}">
                  <a16:creationId xmlns:a16="http://schemas.microsoft.com/office/drawing/2014/main" id="{98D61A2F-E57B-9301-41D9-0369112949AE}"/>
                </a:ext>
              </a:extLst>
            </p:cNvPr>
            <p:cNvSpPr txBox="1">
              <a:spLocks noChangeArrowheads="1"/>
            </p:cNvSpPr>
            <p:nvPr/>
          </p:nvSpPr>
          <p:spPr bwMode="auto">
            <a:xfrm>
              <a:off x="2640" y="1565"/>
              <a:ext cx="2348" cy="523"/>
            </a:xfrm>
            <a:prstGeom prst="rect">
              <a:avLst/>
            </a:prstGeom>
            <a:noFill/>
            <a:ln w="12699">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r>
                <a:rPr lang="zh-CN" altLang="en-US" sz="2400">
                  <a:solidFill>
                    <a:srgbClr val="009999"/>
                  </a:solidFill>
                  <a:latin typeface="Times New Roman" panose="02020603050405020304" pitchFamily="18" charset="0"/>
                </a:rPr>
                <a:t>可以是复合语句，其中必须含有改变条件表达式值的语句。</a:t>
              </a:r>
            </a:p>
          </p:txBody>
        </p:sp>
      </p:grpSp>
      <p:sp>
        <p:nvSpPr>
          <p:cNvPr id="10" name="Rectangle 7">
            <a:extLst>
              <a:ext uri="{FF2B5EF4-FFF2-40B4-BE49-F238E27FC236}">
                <a16:creationId xmlns:a16="http://schemas.microsoft.com/office/drawing/2014/main" id="{94291A84-C8D0-5D41-D437-C901224EF8E9}"/>
              </a:ext>
            </a:extLst>
          </p:cNvPr>
          <p:cNvSpPr>
            <a:spLocks noChangeArrowheads="1"/>
          </p:cNvSpPr>
          <p:nvPr/>
        </p:nvSpPr>
        <p:spPr bwMode="auto">
          <a:xfrm>
            <a:off x="571500" y="3386138"/>
            <a:ext cx="7467600" cy="3048000"/>
          </a:xfrm>
          <a:prstGeom prst="rect">
            <a:avLst/>
          </a:prstGeom>
          <a:noFill/>
          <a:ln w="9525">
            <a:noFill/>
            <a:miter lim="800000"/>
            <a:headEnd/>
            <a:tailEnd/>
          </a:ln>
        </p:spPr>
        <p:txBody>
          <a:bodyPr lIns="92075" tIns="46038" rIns="92075" bIns="46038"/>
          <a:lstStyle/>
          <a:p>
            <a:pPr marL="365125" indent="-255588" eaLnBrk="1" hangingPunct="1">
              <a:spcBef>
                <a:spcPts val="300"/>
              </a:spcBef>
              <a:buClr>
                <a:srgbClr val="A04DA3"/>
              </a:buClr>
              <a:buFont typeface="Georgia" pitchFamily="18" charset="0"/>
              <a:buChar char="•"/>
              <a:defRPr/>
            </a:pPr>
            <a:r>
              <a:rPr kumimoji="0" lang="zh-CN" altLang="en-US" sz="2800" dirty="0">
                <a:latin typeface="+mn-lt"/>
                <a:ea typeface="+mn-ea"/>
              </a:rPr>
              <a:t>执行顺序</a:t>
            </a:r>
          </a:p>
          <a:p>
            <a:pPr marL="557213" lvl="1" indent="23813" eaLnBrk="1" hangingPunct="1">
              <a:spcBef>
                <a:spcPct val="20000"/>
              </a:spcBef>
              <a:buClr>
                <a:schemeClr val="tx1"/>
              </a:buClr>
              <a:defRPr/>
            </a:pPr>
            <a:r>
              <a:rPr lang="zh-CN" altLang="en-US" sz="2800" dirty="0">
                <a:solidFill>
                  <a:srgbClr val="009999"/>
                </a:solidFill>
                <a:latin typeface="+mn-lt"/>
                <a:ea typeface="宋体" charset="-122"/>
              </a:rPr>
              <a:t>先执行循环体语句，后判断条件。</a:t>
            </a:r>
            <a:br>
              <a:rPr lang="zh-CN" altLang="en-US" sz="2800" dirty="0">
                <a:solidFill>
                  <a:srgbClr val="009999"/>
                </a:solidFill>
                <a:latin typeface="+mn-lt"/>
                <a:ea typeface="宋体" charset="-122"/>
              </a:rPr>
            </a:br>
            <a:r>
              <a:rPr lang="zh-CN" altLang="en-US" sz="2800" dirty="0">
                <a:solidFill>
                  <a:srgbClr val="009999"/>
                </a:solidFill>
                <a:latin typeface="+mn-lt"/>
                <a:ea typeface="宋体" charset="-122"/>
              </a:rPr>
              <a:t>表达式</a:t>
            </a:r>
            <a:r>
              <a:rPr lang="zh-CN" altLang="en-US" dirty="0">
                <a:solidFill>
                  <a:srgbClr val="009999"/>
                </a:solidFill>
                <a:latin typeface="+mn-lt"/>
                <a:ea typeface="宋体" charset="-122"/>
              </a:rPr>
              <a:t>为 </a:t>
            </a:r>
            <a:r>
              <a:rPr lang="en-US" altLang="zh-CN" dirty="0">
                <a:solidFill>
                  <a:srgbClr val="009999"/>
                </a:solidFill>
                <a:latin typeface="+mn-lt"/>
                <a:ea typeface="宋体" charset="-122"/>
              </a:rPr>
              <a:t>true </a:t>
            </a:r>
            <a:r>
              <a:rPr lang="zh-CN" altLang="en-US" sz="2800" dirty="0">
                <a:solidFill>
                  <a:srgbClr val="009999"/>
                </a:solidFill>
                <a:latin typeface="+mn-lt"/>
                <a:ea typeface="宋体" charset="-122"/>
              </a:rPr>
              <a:t>时，继续执行循环体</a:t>
            </a:r>
          </a:p>
          <a:p>
            <a:pPr marL="365125" indent="-255588" eaLnBrk="1" hangingPunct="1">
              <a:spcBef>
                <a:spcPts val="300"/>
              </a:spcBef>
              <a:buClr>
                <a:srgbClr val="A04DA3"/>
              </a:buClr>
              <a:buFont typeface="Georgia" pitchFamily="18" charset="0"/>
              <a:buChar char="•"/>
              <a:defRPr/>
            </a:pPr>
            <a:r>
              <a:rPr kumimoji="0" lang="zh-CN" altLang="en-US" sz="2800" dirty="0">
                <a:latin typeface="+mn-lt"/>
                <a:ea typeface="+mn-ea"/>
              </a:rPr>
              <a:t>与</a:t>
            </a:r>
            <a:r>
              <a:rPr kumimoji="0" lang="en-US" altLang="zh-CN" sz="2800" dirty="0">
                <a:latin typeface="+mn-lt"/>
                <a:ea typeface="+mn-ea"/>
              </a:rPr>
              <a:t>while</a:t>
            </a:r>
            <a:r>
              <a:rPr kumimoji="0" lang="zh-CN" altLang="en-US" sz="2800" dirty="0">
                <a:latin typeface="+mn-lt"/>
                <a:ea typeface="+mn-ea"/>
              </a:rPr>
              <a:t>语句的比较：</a:t>
            </a:r>
          </a:p>
          <a:p>
            <a:pPr marL="557213" lvl="1" indent="23813" eaLnBrk="1" hangingPunct="1">
              <a:spcBef>
                <a:spcPct val="20000"/>
              </a:spcBef>
              <a:buClr>
                <a:srgbClr val="C0FEF9"/>
              </a:buClr>
              <a:defRPr/>
            </a:pPr>
            <a:r>
              <a:rPr lang="en-US" altLang="zh-CN" dirty="0">
                <a:solidFill>
                  <a:srgbClr val="009999"/>
                </a:solidFill>
                <a:latin typeface="+mn-lt"/>
                <a:ea typeface="宋体" charset="-122"/>
              </a:rPr>
              <a:t>while </a:t>
            </a:r>
            <a:r>
              <a:rPr lang="zh-CN" altLang="en-US" dirty="0">
                <a:solidFill>
                  <a:srgbClr val="009999"/>
                </a:solidFill>
                <a:latin typeface="+mn-lt"/>
                <a:ea typeface="宋体" charset="-122"/>
              </a:rPr>
              <a:t>语句执行顺序</a:t>
            </a:r>
            <a:br>
              <a:rPr lang="zh-CN" altLang="en-US" sz="2800" dirty="0">
                <a:solidFill>
                  <a:srgbClr val="009999"/>
                </a:solidFill>
                <a:latin typeface="+mn-lt"/>
                <a:ea typeface="宋体" charset="-122"/>
              </a:rPr>
            </a:br>
            <a:r>
              <a:rPr lang="zh-CN" altLang="en-US" sz="2800" dirty="0">
                <a:solidFill>
                  <a:srgbClr val="009999"/>
                </a:solidFill>
                <a:latin typeface="+mn-lt"/>
                <a:ea typeface="宋体" charset="-122"/>
              </a:rPr>
              <a:t>  </a:t>
            </a:r>
            <a:r>
              <a:rPr lang="zh-CN" altLang="en-US" dirty="0">
                <a:solidFill>
                  <a:srgbClr val="009999"/>
                </a:solidFill>
                <a:latin typeface="+mn-lt"/>
                <a:ea typeface="宋体" charset="-122"/>
              </a:rPr>
              <a:t>先判断表达式的值，为</a:t>
            </a:r>
            <a:r>
              <a:rPr lang="en-US" altLang="zh-CN" dirty="0">
                <a:solidFill>
                  <a:srgbClr val="009999"/>
                </a:solidFill>
                <a:latin typeface="+mn-lt"/>
                <a:ea typeface="宋体" charset="-122"/>
              </a:rPr>
              <a:t>true</a:t>
            </a:r>
            <a:r>
              <a:rPr lang="zh-CN" altLang="en-US" dirty="0">
                <a:solidFill>
                  <a:srgbClr val="009999"/>
                </a:solidFill>
                <a:latin typeface="+mn-lt"/>
                <a:ea typeface="宋体" charset="-122"/>
              </a:rPr>
              <a:t>时，再执行语句</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标题 1">
            <a:extLst>
              <a:ext uri="{FF2B5EF4-FFF2-40B4-BE49-F238E27FC236}">
                <a16:creationId xmlns:a16="http://schemas.microsoft.com/office/drawing/2014/main" id="{BEC6261D-F99C-2842-A9F0-B51E8668C574}"/>
              </a:ext>
            </a:extLst>
          </p:cNvPr>
          <p:cNvSpPr>
            <a:spLocks noGrp="1"/>
          </p:cNvSpPr>
          <p:nvPr>
            <p:ph type="title"/>
          </p:nvPr>
        </p:nvSpPr>
        <p:spPr/>
        <p:txBody>
          <a:bodyPr/>
          <a:lstStyle/>
          <a:p>
            <a:r>
              <a:rPr lang="zh-CN" altLang="en-US"/>
              <a:t>例</a:t>
            </a:r>
            <a:r>
              <a:rPr lang="en-US" altLang="zh-CN"/>
              <a:t>2-7</a:t>
            </a:r>
            <a:r>
              <a:rPr lang="zh-CN" altLang="en-US"/>
              <a:t>用</a:t>
            </a:r>
            <a:r>
              <a:rPr lang="en-US" altLang="zh-CN"/>
              <a:t>do-while</a:t>
            </a:r>
            <a:r>
              <a:rPr lang="zh-CN" altLang="en-US"/>
              <a:t>语句编程，求自然数</a:t>
            </a:r>
            <a:r>
              <a:rPr lang="en-US" altLang="zh-CN"/>
              <a:t>1~10</a:t>
            </a:r>
            <a:r>
              <a:rPr lang="zh-CN" altLang="en-US"/>
              <a:t>之和</a:t>
            </a:r>
          </a:p>
        </p:txBody>
      </p:sp>
      <p:sp>
        <p:nvSpPr>
          <p:cNvPr id="158723" name="内容占位符 2">
            <a:extLst>
              <a:ext uri="{FF2B5EF4-FFF2-40B4-BE49-F238E27FC236}">
                <a16:creationId xmlns:a16="http://schemas.microsoft.com/office/drawing/2014/main" id="{9EB78D36-DDC5-B110-5DB6-F8A8A9893283}"/>
              </a:ext>
            </a:extLst>
          </p:cNvPr>
          <p:cNvSpPr>
            <a:spLocks noGrp="1"/>
          </p:cNvSpPr>
          <p:nvPr>
            <p:ph idx="1"/>
          </p:nvPr>
        </p:nvSpPr>
        <p:spPr>
          <a:xfrm>
            <a:off x="457200" y="1714500"/>
            <a:ext cx="8229600" cy="4859338"/>
          </a:xfrm>
          <a:solidFill>
            <a:srgbClr val="85FFFF"/>
          </a:solidFill>
        </p:spPr>
        <p:txBody>
          <a:bodyPr/>
          <a:lstStyle/>
          <a:p>
            <a:pPr>
              <a:buFont typeface="Georgia" panose="02040502050405020303" pitchFamily="18" charset="0"/>
              <a:buNone/>
            </a:pPr>
            <a:r>
              <a:rPr lang="en-US" altLang="zh-CN" sz="2400">
                <a:latin typeface="Consolas" panose="020B0609020204030204" pitchFamily="49" charset="0"/>
              </a:rPr>
              <a:t>//2_7.cpp</a:t>
            </a:r>
          </a:p>
          <a:p>
            <a:pPr>
              <a:buFont typeface="Georgia" panose="02040502050405020303" pitchFamily="18" charset="0"/>
              <a:buNone/>
            </a:pPr>
            <a:r>
              <a:rPr lang="en-US" altLang="zh-CN" sz="2400">
                <a:latin typeface="Consolas" panose="020B0609020204030204" pitchFamily="49" charset="0"/>
              </a:rPr>
              <a:t>#include &lt;iostream&gt;</a:t>
            </a:r>
          </a:p>
          <a:p>
            <a:pPr>
              <a:buFont typeface="Georgia" panose="02040502050405020303" pitchFamily="18" charset="0"/>
              <a:buNone/>
            </a:pPr>
            <a:r>
              <a:rPr lang="en-US" altLang="zh-CN" sz="2400">
                <a:latin typeface="Consolas" panose="020B0609020204030204" pitchFamily="49" charset="0"/>
              </a:rPr>
              <a:t>using namespace std;</a:t>
            </a:r>
          </a:p>
          <a:p>
            <a:pPr>
              <a:buFont typeface="Georgia" panose="02040502050405020303" pitchFamily="18" charset="0"/>
              <a:buNone/>
            </a:pPr>
            <a:r>
              <a:rPr lang="en-US" altLang="zh-CN" sz="2400">
                <a:latin typeface="Consolas" panose="020B0609020204030204" pitchFamily="49" charset="0"/>
              </a:rPr>
              <a:t>int main() {</a:t>
            </a:r>
          </a:p>
          <a:p>
            <a:pPr>
              <a:buFont typeface="Georgia" panose="02040502050405020303" pitchFamily="18" charset="0"/>
              <a:buNone/>
            </a:pPr>
            <a:r>
              <a:rPr lang="en-US" altLang="zh-CN" sz="2400">
                <a:latin typeface="Consolas" panose="020B0609020204030204" pitchFamily="49" charset="0"/>
              </a:rPr>
              <a:t>	int i = 1, sum = 0;</a:t>
            </a:r>
          </a:p>
          <a:p>
            <a:pPr>
              <a:buFont typeface="Georgia" panose="02040502050405020303" pitchFamily="18" charset="0"/>
              <a:buNone/>
            </a:pPr>
            <a:r>
              <a:rPr lang="en-US" altLang="zh-CN" sz="2400">
                <a:latin typeface="Consolas" panose="020B0609020204030204" pitchFamily="49" charset="0"/>
              </a:rPr>
              <a:t>	do {</a:t>
            </a:r>
          </a:p>
          <a:p>
            <a:pPr>
              <a:buFont typeface="Georgia" panose="02040502050405020303" pitchFamily="18" charset="0"/>
              <a:buNone/>
            </a:pPr>
            <a:r>
              <a:rPr lang="en-US" altLang="zh-CN" sz="2400">
                <a:latin typeface="Consolas" panose="020B0609020204030204" pitchFamily="49" charset="0"/>
              </a:rPr>
              <a:t>		sum += i;</a:t>
            </a:r>
          </a:p>
          <a:p>
            <a:pPr>
              <a:buFont typeface="Georgia" panose="02040502050405020303" pitchFamily="18" charset="0"/>
              <a:buNone/>
            </a:pPr>
            <a:r>
              <a:rPr lang="en-US" altLang="zh-CN" sz="2400">
                <a:latin typeface="Consolas" panose="020B0609020204030204" pitchFamily="49" charset="0"/>
              </a:rPr>
              <a:t>		i++;</a:t>
            </a:r>
          </a:p>
          <a:p>
            <a:pPr>
              <a:buFont typeface="Georgia" panose="02040502050405020303" pitchFamily="18" charset="0"/>
              <a:buNone/>
            </a:pPr>
            <a:r>
              <a:rPr lang="en-US" altLang="zh-CN" sz="2400">
                <a:latin typeface="Consolas" panose="020B0609020204030204" pitchFamily="49" charset="0"/>
              </a:rPr>
              <a:t>	} while (i &lt;= 10);</a:t>
            </a:r>
          </a:p>
          <a:p>
            <a:pPr>
              <a:buFont typeface="Georgia" panose="02040502050405020303" pitchFamily="18" charset="0"/>
              <a:buNone/>
            </a:pPr>
            <a:r>
              <a:rPr lang="en-US" altLang="zh-CN" sz="2400">
                <a:latin typeface="Consolas" panose="020B0609020204030204" pitchFamily="49" charset="0"/>
              </a:rPr>
              <a:t>	cout &lt;&lt; "sum = " &lt;&lt; sum &lt;&lt; endl;</a:t>
            </a:r>
          </a:p>
          <a:p>
            <a:pPr>
              <a:buFont typeface="Georgia" panose="02040502050405020303" pitchFamily="18" charset="0"/>
              <a:buNone/>
            </a:pPr>
            <a:r>
              <a:rPr lang="en-US" altLang="zh-CN" sz="2400">
                <a:latin typeface="Consolas" panose="020B0609020204030204" pitchFamily="49" charset="0"/>
              </a:rPr>
              <a:t>	return 0;</a:t>
            </a:r>
          </a:p>
          <a:p>
            <a:pPr>
              <a:buFont typeface="Georgia" panose="02040502050405020303" pitchFamily="18" charset="0"/>
              <a:buNone/>
            </a:pPr>
            <a:r>
              <a:rPr lang="en-US" altLang="zh-CN" sz="2400">
                <a:latin typeface="Consolas" panose="020B0609020204030204" pitchFamily="49" charset="0"/>
              </a:rPr>
              <a:t>}</a:t>
            </a:r>
          </a:p>
        </p:txBody>
      </p:sp>
      <p:sp>
        <p:nvSpPr>
          <p:cNvPr id="158724" name="灯片编号占位符 3">
            <a:extLst>
              <a:ext uri="{FF2B5EF4-FFF2-40B4-BE49-F238E27FC236}">
                <a16:creationId xmlns:a16="http://schemas.microsoft.com/office/drawing/2014/main" id="{FD2F167F-93B5-F26D-FC47-BF47891D9B2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0F2B860-1A24-4352-96C7-EDFB44E3F91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4A90D3AF-40E9-D95D-FF8C-041F577738EF}"/>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标题 1">
            <a:extLst>
              <a:ext uri="{FF2B5EF4-FFF2-40B4-BE49-F238E27FC236}">
                <a16:creationId xmlns:a16="http://schemas.microsoft.com/office/drawing/2014/main" id="{6B8FACB8-1AC4-1477-C6B1-75339D0B99B4}"/>
              </a:ext>
            </a:extLst>
          </p:cNvPr>
          <p:cNvSpPr>
            <a:spLocks noGrp="1"/>
          </p:cNvSpPr>
          <p:nvPr>
            <p:ph type="title"/>
          </p:nvPr>
        </p:nvSpPr>
        <p:spPr/>
        <p:txBody>
          <a:bodyPr/>
          <a:lstStyle/>
          <a:p>
            <a:pPr eaLnBrk="1" hangingPunct="1"/>
            <a:r>
              <a:rPr lang="zh-CN" altLang="en-US"/>
              <a:t>对比下面的程序</a:t>
            </a:r>
          </a:p>
        </p:txBody>
      </p:sp>
      <p:sp>
        <p:nvSpPr>
          <p:cNvPr id="160771" name="灯片编号占位符 3">
            <a:extLst>
              <a:ext uri="{FF2B5EF4-FFF2-40B4-BE49-F238E27FC236}">
                <a16:creationId xmlns:a16="http://schemas.microsoft.com/office/drawing/2014/main" id="{B699AD88-EB59-6570-BF9B-D7ACB29297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1D2F044-51FC-4ED5-955E-DCF53F2BBA7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2BB77CB-6589-DC32-D075-DB000EABEAFF}"/>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
        <p:nvSpPr>
          <p:cNvPr id="7" name="Rectangle 3">
            <a:extLst>
              <a:ext uri="{FF2B5EF4-FFF2-40B4-BE49-F238E27FC236}">
                <a16:creationId xmlns:a16="http://schemas.microsoft.com/office/drawing/2014/main" id="{5347F20D-C636-6716-E4A3-4883A0AA63BC}"/>
              </a:ext>
            </a:extLst>
          </p:cNvPr>
          <p:cNvSpPr txBox="1">
            <a:spLocks noChangeArrowheads="1"/>
          </p:cNvSpPr>
          <p:nvPr/>
        </p:nvSpPr>
        <p:spPr bwMode="auto">
          <a:xfrm>
            <a:off x="571500" y="1524000"/>
            <a:ext cx="4114800" cy="5334000"/>
          </a:xfrm>
          <a:prstGeom prst="rect">
            <a:avLst/>
          </a:prstGeom>
          <a:noFill/>
          <a:ln w="9525">
            <a:noFill/>
            <a:miter lim="800000"/>
            <a:headEnd/>
            <a:tailEnd/>
          </a:ln>
        </p:spPr>
        <p:txBody>
          <a:bodyPr/>
          <a:lstStyle/>
          <a:p>
            <a:pPr eaLnBrk="1" hangingPunct="1">
              <a:lnSpc>
                <a:spcPct val="80000"/>
              </a:lnSpc>
              <a:spcBef>
                <a:spcPts val="300"/>
              </a:spcBef>
              <a:buClr>
                <a:srgbClr val="A04DA3"/>
              </a:buClr>
              <a:buFont typeface="Wingdings" pitchFamily="2" charset="2"/>
              <a:buNone/>
              <a:defRPr/>
            </a:pPr>
            <a:r>
              <a:rPr kumimoji="0" lang="zh-CN" altLang="en-US" sz="2800" dirty="0">
                <a:latin typeface="Consolas" pitchFamily="49" charset="0"/>
                <a:ea typeface="+mn-ea"/>
              </a:rPr>
              <a:t>程序</a:t>
            </a:r>
            <a:r>
              <a:rPr kumimoji="0" lang="en-US" altLang="zh-CN" sz="2800" dirty="0">
                <a:latin typeface="Consolas" pitchFamily="49" charset="0"/>
                <a:ea typeface="+mn-ea"/>
              </a:rPr>
              <a:t>1</a:t>
            </a:r>
            <a:r>
              <a:rPr kumimoji="0" lang="zh-CN" altLang="en-US" sz="2800"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#include &lt;</a:t>
            </a:r>
            <a:r>
              <a:rPr kumimoji="0" lang="en-US" altLang="zh-CN" dirty="0" err="1">
                <a:latin typeface="Consolas" pitchFamily="49" charset="0"/>
                <a:ea typeface="+mn-ea"/>
              </a:rPr>
              <a:t>iostream</a:t>
            </a:r>
            <a:r>
              <a:rPr kumimoji="0" lang="en-US" altLang="zh-CN" dirty="0">
                <a:latin typeface="Consolas" pitchFamily="49" charset="0"/>
                <a:ea typeface="+mn-ea"/>
              </a:rPr>
              <a:t>&gt;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using namespace std;</a:t>
            </a:r>
          </a:p>
          <a:p>
            <a:pPr eaLnBrk="1" hangingPunct="1">
              <a:lnSpc>
                <a:spcPct val="80000"/>
              </a:lnSpc>
              <a:spcBef>
                <a:spcPts val="300"/>
              </a:spcBef>
              <a:buClr>
                <a:srgbClr val="A04DA3"/>
              </a:buClr>
              <a:buFont typeface="Wingdings" pitchFamily="2" charset="2"/>
              <a:buNone/>
              <a:defRPr/>
            </a:pPr>
            <a:r>
              <a:rPr kumimoji="0" lang="en-US" altLang="zh-CN" dirty="0" err="1">
                <a:latin typeface="Consolas" pitchFamily="49" charset="0"/>
                <a:ea typeface="+mn-ea"/>
              </a:rPr>
              <a:t>int</a:t>
            </a:r>
            <a:r>
              <a:rPr kumimoji="0" lang="en-US" altLang="zh-CN" dirty="0">
                <a:latin typeface="Consolas" pitchFamily="49" charset="0"/>
                <a:ea typeface="+mn-ea"/>
              </a:rPr>
              <a:t> main() {</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a:t>
            </a:r>
            <a:r>
              <a:rPr kumimoji="0" lang="en-US" altLang="zh-CN" dirty="0" err="1">
                <a:latin typeface="Consolas" pitchFamily="49" charset="0"/>
                <a:ea typeface="+mn-ea"/>
              </a:rPr>
              <a:t>int</a:t>
            </a:r>
            <a:r>
              <a:rPr kumimoji="0" lang="en-US" altLang="zh-CN" dirty="0">
                <a:latin typeface="Consolas" pitchFamily="49" charset="0"/>
                <a:ea typeface="+mn-ea"/>
              </a:rPr>
              <a:t> </a:t>
            </a:r>
            <a:r>
              <a:rPr kumimoji="0" lang="en-US" altLang="zh-CN" dirty="0" err="1">
                <a:latin typeface="Consolas" pitchFamily="49" charset="0"/>
                <a:ea typeface="+mn-ea"/>
              </a:rPr>
              <a:t>i</a:t>
            </a:r>
            <a:r>
              <a:rPr kumimoji="0" lang="en-US" altLang="zh-CN" dirty="0">
                <a:latin typeface="Consolas" pitchFamily="49" charset="0"/>
                <a:ea typeface="+mn-ea"/>
              </a:rPr>
              <a:t>, sum = 0;</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cin &gt;&gt; </a:t>
            </a:r>
            <a:r>
              <a:rPr kumimoji="0" lang="en-US" altLang="zh-CN" dirty="0" err="1">
                <a:latin typeface="Consolas" pitchFamily="49" charset="0"/>
                <a:ea typeface="+mn-ea"/>
              </a:rPr>
              <a:t>i</a:t>
            </a:r>
            <a:r>
              <a:rPr kumimoji="0" lang="en-US" altLang="zh-CN"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a:t>
            </a:r>
            <a:r>
              <a:rPr kumimoji="0" lang="en-US" altLang="zh-CN" dirty="0">
                <a:solidFill>
                  <a:srgbClr val="FF0000"/>
                </a:solidFill>
                <a:latin typeface="Consolas" pitchFamily="49" charset="0"/>
                <a:ea typeface="+mn-ea"/>
              </a:rPr>
              <a:t>while (</a:t>
            </a:r>
            <a:r>
              <a:rPr kumimoji="0" lang="en-US" altLang="zh-CN" dirty="0" err="1">
                <a:solidFill>
                  <a:srgbClr val="FF0000"/>
                </a:solidFill>
                <a:latin typeface="Consolas" pitchFamily="49" charset="0"/>
                <a:ea typeface="+mn-ea"/>
              </a:rPr>
              <a:t>i</a:t>
            </a:r>
            <a:r>
              <a:rPr kumimoji="0" lang="en-US" altLang="zh-CN" dirty="0">
                <a:solidFill>
                  <a:srgbClr val="FF0000"/>
                </a:solidFill>
                <a:latin typeface="Consolas" pitchFamily="49" charset="0"/>
                <a:ea typeface="+mn-ea"/>
              </a:rPr>
              <a:t> &lt;= 10) </a:t>
            </a:r>
            <a:r>
              <a:rPr kumimoji="0" lang="en-US" altLang="zh-CN"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sum += </a:t>
            </a:r>
            <a:r>
              <a:rPr kumimoji="0" lang="en-US" altLang="zh-CN" dirty="0" err="1">
                <a:latin typeface="Consolas" pitchFamily="49" charset="0"/>
                <a:ea typeface="+mn-ea"/>
              </a:rPr>
              <a:t>i</a:t>
            </a:r>
            <a:r>
              <a:rPr kumimoji="0" lang="en-US" altLang="zh-CN"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a:t>
            </a:r>
            <a:r>
              <a:rPr kumimoji="0" lang="en-US" altLang="zh-CN" dirty="0" err="1">
                <a:latin typeface="Consolas" pitchFamily="49" charset="0"/>
                <a:ea typeface="+mn-ea"/>
              </a:rPr>
              <a:t>i</a:t>
            </a:r>
            <a:r>
              <a:rPr kumimoji="0" lang="en-US" altLang="zh-CN"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cout&lt;&lt; "sum= " &lt;&lt; sum</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&lt;&lt; </a:t>
            </a:r>
            <a:r>
              <a:rPr kumimoji="0" lang="en-US" altLang="zh-CN" dirty="0" err="1">
                <a:latin typeface="Consolas" pitchFamily="49" charset="0"/>
                <a:ea typeface="+mn-ea"/>
              </a:rPr>
              <a:t>endl</a:t>
            </a:r>
            <a:r>
              <a:rPr kumimoji="0" lang="en-US" altLang="zh-CN"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return 0;</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a:t>
            </a:r>
          </a:p>
        </p:txBody>
      </p:sp>
      <p:sp>
        <p:nvSpPr>
          <p:cNvPr id="8" name="Rectangle 5">
            <a:extLst>
              <a:ext uri="{FF2B5EF4-FFF2-40B4-BE49-F238E27FC236}">
                <a16:creationId xmlns:a16="http://schemas.microsoft.com/office/drawing/2014/main" id="{B1DF2627-ADEB-668C-0812-846DCEB29598}"/>
              </a:ext>
            </a:extLst>
          </p:cNvPr>
          <p:cNvSpPr txBox="1">
            <a:spLocks noChangeArrowheads="1"/>
          </p:cNvSpPr>
          <p:nvPr/>
        </p:nvSpPr>
        <p:spPr>
          <a:xfrm>
            <a:off x="4572000" y="1524000"/>
            <a:ext cx="4191000" cy="5334000"/>
          </a:xfrm>
          <a:prstGeom prst="rect">
            <a:avLst/>
          </a:prstGeom>
        </p:spPr>
        <p:txBody>
          <a:bodyPr/>
          <a:lstStyle/>
          <a:p>
            <a:pPr eaLnBrk="1" hangingPunct="1">
              <a:lnSpc>
                <a:spcPct val="80000"/>
              </a:lnSpc>
              <a:spcBef>
                <a:spcPts val="300"/>
              </a:spcBef>
              <a:buClr>
                <a:srgbClr val="A04DA3"/>
              </a:buClr>
              <a:buFont typeface="Wingdings" pitchFamily="2" charset="2"/>
              <a:buNone/>
              <a:defRPr/>
            </a:pPr>
            <a:r>
              <a:rPr kumimoji="0" lang="zh-CN" altLang="en-US" sz="2800" dirty="0">
                <a:latin typeface="Consolas" pitchFamily="49" charset="0"/>
                <a:ea typeface="+mn-ea"/>
              </a:rPr>
              <a:t>程序</a:t>
            </a:r>
            <a:r>
              <a:rPr kumimoji="0" lang="en-US" altLang="zh-CN" sz="2800" dirty="0">
                <a:latin typeface="Consolas" pitchFamily="49" charset="0"/>
                <a:ea typeface="+mn-ea"/>
              </a:rPr>
              <a:t>2</a:t>
            </a:r>
            <a:r>
              <a:rPr kumimoji="0" lang="zh-CN" altLang="en-US" sz="2800"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#include &lt;</a:t>
            </a:r>
            <a:r>
              <a:rPr kumimoji="0" lang="en-US" altLang="zh-CN" dirty="0" err="1">
                <a:latin typeface="Consolas" pitchFamily="49" charset="0"/>
                <a:ea typeface="+mn-ea"/>
              </a:rPr>
              <a:t>iostream</a:t>
            </a:r>
            <a:r>
              <a:rPr kumimoji="0" lang="en-US" altLang="zh-CN" dirty="0">
                <a:latin typeface="Consolas" pitchFamily="49" charset="0"/>
                <a:ea typeface="+mn-ea"/>
              </a:rPr>
              <a:t>&gt;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using namespace std;</a:t>
            </a:r>
          </a:p>
          <a:p>
            <a:pPr eaLnBrk="1" hangingPunct="1">
              <a:lnSpc>
                <a:spcPct val="80000"/>
              </a:lnSpc>
              <a:spcBef>
                <a:spcPts val="300"/>
              </a:spcBef>
              <a:buClr>
                <a:srgbClr val="A04DA3"/>
              </a:buClr>
              <a:buFont typeface="Wingdings" pitchFamily="2" charset="2"/>
              <a:buNone/>
              <a:defRPr/>
            </a:pPr>
            <a:r>
              <a:rPr kumimoji="0" lang="en-US" altLang="zh-CN" dirty="0" err="1">
                <a:latin typeface="Consolas" pitchFamily="49" charset="0"/>
                <a:ea typeface="+mn-ea"/>
              </a:rPr>
              <a:t>int</a:t>
            </a:r>
            <a:r>
              <a:rPr kumimoji="0" lang="en-US" altLang="zh-CN" dirty="0">
                <a:latin typeface="Consolas" pitchFamily="49" charset="0"/>
                <a:ea typeface="+mn-ea"/>
              </a:rPr>
              <a:t> main() {</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a:t>
            </a:r>
            <a:r>
              <a:rPr kumimoji="0" lang="en-US" altLang="zh-CN" dirty="0" err="1">
                <a:latin typeface="Consolas" pitchFamily="49" charset="0"/>
                <a:ea typeface="+mn-ea"/>
              </a:rPr>
              <a:t>int</a:t>
            </a:r>
            <a:r>
              <a:rPr kumimoji="0" lang="en-US" altLang="zh-CN" dirty="0">
                <a:latin typeface="Consolas" pitchFamily="49" charset="0"/>
                <a:ea typeface="+mn-ea"/>
              </a:rPr>
              <a:t> </a:t>
            </a:r>
            <a:r>
              <a:rPr kumimoji="0" lang="en-US" altLang="zh-CN" dirty="0" err="1">
                <a:latin typeface="Consolas" pitchFamily="49" charset="0"/>
                <a:ea typeface="+mn-ea"/>
              </a:rPr>
              <a:t>i</a:t>
            </a:r>
            <a:r>
              <a:rPr kumimoji="0" lang="en-US" altLang="zh-CN" dirty="0">
                <a:latin typeface="Consolas" pitchFamily="49" charset="0"/>
                <a:ea typeface="+mn-ea"/>
              </a:rPr>
              <a:t>, sum = 0;</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cin &gt;&gt; </a:t>
            </a:r>
            <a:r>
              <a:rPr kumimoji="0" lang="en-US" altLang="zh-CN" dirty="0" err="1">
                <a:latin typeface="Consolas" pitchFamily="49" charset="0"/>
                <a:ea typeface="+mn-ea"/>
              </a:rPr>
              <a:t>i</a:t>
            </a:r>
            <a:r>
              <a:rPr kumimoji="0" lang="en-US" altLang="zh-CN"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do {</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sum += </a:t>
            </a:r>
            <a:r>
              <a:rPr kumimoji="0" lang="en-US" altLang="zh-CN" dirty="0" err="1">
                <a:latin typeface="Consolas" pitchFamily="49" charset="0"/>
                <a:ea typeface="+mn-ea"/>
              </a:rPr>
              <a:t>i</a:t>
            </a:r>
            <a:r>
              <a:rPr kumimoji="0" lang="en-US" altLang="zh-CN"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a:t>
            </a:r>
            <a:r>
              <a:rPr kumimoji="0" lang="en-US" altLang="zh-CN" dirty="0" err="1">
                <a:latin typeface="Consolas" pitchFamily="49" charset="0"/>
                <a:ea typeface="+mn-ea"/>
              </a:rPr>
              <a:t>i</a:t>
            </a:r>
            <a:r>
              <a:rPr kumimoji="0" lang="en-US" altLang="zh-CN"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 </a:t>
            </a:r>
            <a:r>
              <a:rPr kumimoji="0" lang="en-US" altLang="zh-CN" dirty="0">
                <a:solidFill>
                  <a:srgbClr val="FF0000"/>
                </a:solidFill>
                <a:latin typeface="Consolas" pitchFamily="49" charset="0"/>
                <a:ea typeface="+mn-ea"/>
              </a:rPr>
              <a:t>while (</a:t>
            </a:r>
            <a:r>
              <a:rPr kumimoji="0" lang="en-US" altLang="zh-CN" dirty="0" err="1">
                <a:solidFill>
                  <a:srgbClr val="FF0000"/>
                </a:solidFill>
                <a:latin typeface="Consolas" pitchFamily="49" charset="0"/>
                <a:ea typeface="+mn-ea"/>
              </a:rPr>
              <a:t>i</a:t>
            </a:r>
            <a:r>
              <a:rPr kumimoji="0" lang="en-US" altLang="zh-CN" dirty="0">
                <a:solidFill>
                  <a:srgbClr val="FF0000"/>
                </a:solidFill>
                <a:latin typeface="Consolas" pitchFamily="49" charset="0"/>
                <a:ea typeface="+mn-ea"/>
              </a:rPr>
              <a:t> &lt;= 10)</a:t>
            </a:r>
            <a:r>
              <a:rPr kumimoji="0" lang="zh-CN" altLang="en-US"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zh-CN" altLang="en-US" dirty="0">
                <a:latin typeface="Consolas" pitchFamily="49" charset="0"/>
                <a:ea typeface="+mn-ea"/>
              </a:rPr>
              <a:t>  </a:t>
            </a:r>
            <a:r>
              <a:rPr kumimoji="0" lang="en-US" altLang="zh-CN" dirty="0">
                <a:latin typeface="Consolas" pitchFamily="49" charset="0"/>
                <a:ea typeface="+mn-ea"/>
              </a:rPr>
              <a:t>cout &lt;&lt; "sum=" &lt;&lt; sum</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&lt;&lt; </a:t>
            </a:r>
            <a:r>
              <a:rPr kumimoji="0" lang="en-US" altLang="zh-CN" dirty="0" err="1">
                <a:latin typeface="Consolas" pitchFamily="49" charset="0"/>
                <a:ea typeface="+mn-ea"/>
              </a:rPr>
              <a:t>endl</a:t>
            </a:r>
            <a:r>
              <a:rPr kumimoji="0" lang="en-US" altLang="zh-CN" dirty="0">
                <a:latin typeface="Consolas" pitchFamily="49" charset="0"/>
                <a:ea typeface="+mn-ea"/>
              </a:rPr>
              <a:t>;</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  return 0;</a:t>
            </a:r>
          </a:p>
          <a:p>
            <a:pPr eaLnBrk="1" hangingPunct="1">
              <a:lnSpc>
                <a:spcPct val="80000"/>
              </a:lnSpc>
              <a:spcBef>
                <a:spcPts val="300"/>
              </a:spcBef>
              <a:buClr>
                <a:srgbClr val="A04DA3"/>
              </a:buClr>
              <a:buFont typeface="Wingdings" pitchFamily="2" charset="2"/>
              <a:buNone/>
              <a:defRPr/>
            </a:pPr>
            <a:r>
              <a:rPr kumimoji="0" lang="en-US" altLang="zh-CN" dirty="0">
                <a:latin typeface="Consolas" pitchFamily="49" charset="0"/>
                <a:ea typeface="+mn-ea"/>
              </a:rPr>
              <a:t>}</a:t>
            </a:r>
          </a:p>
        </p:txBody>
      </p:sp>
      <p:sp>
        <p:nvSpPr>
          <p:cNvPr id="160775" name="Line 6">
            <a:extLst>
              <a:ext uri="{FF2B5EF4-FFF2-40B4-BE49-F238E27FC236}">
                <a16:creationId xmlns:a16="http://schemas.microsoft.com/office/drawing/2014/main" id="{EFEE278D-A3EE-8E26-CB44-F70CB614A98B}"/>
              </a:ext>
            </a:extLst>
          </p:cNvPr>
          <p:cNvSpPr>
            <a:spLocks noChangeShapeType="1"/>
          </p:cNvSpPr>
          <p:nvPr/>
        </p:nvSpPr>
        <p:spPr bwMode="auto">
          <a:xfrm flipV="1">
            <a:off x="4533900" y="1281113"/>
            <a:ext cx="0" cy="5181600"/>
          </a:xfrm>
          <a:prstGeom prst="line">
            <a:avLst/>
          </a:prstGeom>
          <a:noFill/>
          <a:ln w="12700">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标题 1">
            <a:extLst>
              <a:ext uri="{FF2B5EF4-FFF2-40B4-BE49-F238E27FC236}">
                <a16:creationId xmlns:a16="http://schemas.microsoft.com/office/drawing/2014/main" id="{B79C0A2C-5C0A-053B-68FA-BC8D5FF1060E}"/>
              </a:ext>
            </a:extLst>
          </p:cNvPr>
          <p:cNvSpPr>
            <a:spLocks noGrp="1"/>
          </p:cNvSpPr>
          <p:nvPr>
            <p:ph type="title"/>
          </p:nvPr>
        </p:nvSpPr>
        <p:spPr/>
        <p:txBody>
          <a:bodyPr/>
          <a:lstStyle/>
          <a:p>
            <a:pPr eaLnBrk="1" hangingPunct="1"/>
            <a:r>
              <a:rPr lang="en-US" altLang="zh-CN"/>
              <a:t>for</a:t>
            </a:r>
            <a:r>
              <a:rPr lang="zh-CN" altLang="en-US"/>
              <a:t>语句</a:t>
            </a:r>
          </a:p>
        </p:txBody>
      </p:sp>
      <p:sp>
        <p:nvSpPr>
          <p:cNvPr id="162819" name="内容占位符 2">
            <a:extLst>
              <a:ext uri="{FF2B5EF4-FFF2-40B4-BE49-F238E27FC236}">
                <a16:creationId xmlns:a16="http://schemas.microsoft.com/office/drawing/2014/main" id="{22C52542-B8F5-85D5-5174-89242ECAE320}"/>
              </a:ext>
            </a:extLst>
          </p:cNvPr>
          <p:cNvSpPr>
            <a:spLocks noGrp="1"/>
          </p:cNvSpPr>
          <p:nvPr>
            <p:ph idx="1"/>
          </p:nvPr>
        </p:nvSpPr>
        <p:spPr/>
        <p:txBody>
          <a:bodyPr/>
          <a:lstStyle/>
          <a:p>
            <a:pPr eaLnBrk="1" hangingPunct="1"/>
            <a:endParaRPr lang="en-US" altLang="zh-CN" sz="3600"/>
          </a:p>
          <a:p>
            <a:pPr eaLnBrk="1" hangingPunct="1"/>
            <a:r>
              <a:rPr lang="zh-CN" altLang="en-US" sz="3200"/>
              <a:t>例</a:t>
            </a:r>
            <a:r>
              <a:rPr lang="en-US" altLang="zh-CN" sz="3200"/>
              <a:t>2-8</a:t>
            </a:r>
            <a:r>
              <a:rPr lang="zh-CN" altLang="en-US" sz="3200"/>
              <a:t>：输入一个整数，求出它的所有因子。</a:t>
            </a:r>
          </a:p>
          <a:p>
            <a:pPr eaLnBrk="1" hangingPunct="1"/>
            <a:endParaRPr lang="zh-CN" altLang="en-US" sz="3600"/>
          </a:p>
        </p:txBody>
      </p:sp>
      <p:sp>
        <p:nvSpPr>
          <p:cNvPr id="162820" name="灯片编号占位符 3">
            <a:extLst>
              <a:ext uri="{FF2B5EF4-FFF2-40B4-BE49-F238E27FC236}">
                <a16:creationId xmlns:a16="http://schemas.microsoft.com/office/drawing/2014/main" id="{E54EB0F6-8259-ACA3-33DD-35B7084AEAA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F249532-304E-49A3-B54D-0C22501F921E}"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D741CBD-A679-8C42-7379-B1545308E6DD}"/>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1">
            <a:extLst>
              <a:ext uri="{FF2B5EF4-FFF2-40B4-BE49-F238E27FC236}">
                <a16:creationId xmlns:a16="http://schemas.microsoft.com/office/drawing/2014/main" id="{486966CC-DB26-9BCC-900B-D719D05830EC}"/>
              </a:ext>
            </a:extLst>
          </p:cNvPr>
          <p:cNvSpPr>
            <a:spLocks noGrp="1"/>
          </p:cNvSpPr>
          <p:nvPr>
            <p:ph type="title"/>
          </p:nvPr>
        </p:nvSpPr>
        <p:spPr/>
        <p:txBody>
          <a:bodyPr/>
          <a:lstStyle/>
          <a:p>
            <a:pPr eaLnBrk="1" hangingPunct="1"/>
            <a:r>
              <a:rPr lang="zh-CN" altLang="en-US"/>
              <a:t>例</a:t>
            </a:r>
            <a:r>
              <a:rPr lang="en-US" altLang="zh-CN"/>
              <a:t>2-8 </a:t>
            </a:r>
            <a:r>
              <a:rPr lang="zh-CN" altLang="en-US"/>
              <a:t>（续）</a:t>
            </a:r>
          </a:p>
        </p:txBody>
      </p:sp>
      <p:sp>
        <p:nvSpPr>
          <p:cNvPr id="163843" name="灯片编号占位符 3">
            <a:extLst>
              <a:ext uri="{FF2B5EF4-FFF2-40B4-BE49-F238E27FC236}">
                <a16:creationId xmlns:a16="http://schemas.microsoft.com/office/drawing/2014/main" id="{7B40A8DF-4E4E-68AF-7FC7-F134E93A05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9833B11-C6AA-4F9C-B9FA-CBD6D7C8040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4C46930-5C1A-0B70-3FA7-0929F106B08F}"/>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
        <p:nvSpPr>
          <p:cNvPr id="6" name="内容占位符 11">
            <a:extLst>
              <a:ext uri="{FF2B5EF4-FFF2-40B4-BE49-F238E27FC236}">
                <a16:creationId xmlns:a16="http://schemas.microsoft.com/office/drawing/2014/main" id="{C5EEA53C-CC89-C70D-69D7-5A7D715E3794}"/>
              </a:ext>
            </a:extLst>
          </p:cNvPr>
          <p:cNvSpPr>
            <a:spLocks noGrp="1"/>
          </p:cNvSpPr>
          <p:nvPr>
            <p:ph idx="1"/>
          </p:nvPr>
        </p:nvSpPr>
        <p:spPr>
          <a:solidFill>
            <a:srgbClr val="85FFFF"/>
          </a:solidFill>
        </p:spPr>
        <p:txBody>
          <a:bodyPr>
            <a:normAutofit fontScale="85000" lnSpcReduction="20000"/>
          </a:bodyPr>
          <a:lstStyle/>
          <a:p>
            <a:pPr eaLnBrk="1" hangingPunct="1">
              <a:lnSpc>
                <a:spcPct val="90000"/>
              </a:lnSpc>
              <a:buFont typeface="Wingdings" pitchFamily="2" charset="2"/>
              <a:buNone/>
              <a:defRPr/>
            </a:pPr>
            <a:r>
              <a:rPr lang="zh-CN" altLang="en-US" noProof="1">
                <a:latin typeface="Consolas" pitchFamily="49" charset="0"/>
              </a:rPr>
              <a:t>#</a:t>
            </a:r>
            <a:r>
              <a:rPr lang="en-US" altLang="zh-CN" noProof="1">
                <a:latin typeface="Consolas" pitchFamily="49" charset="0"/>
              </a:rPr>
              <a:t>include &lt;iostream&gt;</a:t>
            </a:r>
            <a:endParaRPr lang="en-US" altLang="zh-CN" dirty="0">
              <a:latin typeface="Consolas" pitchFamily="49" charset="0"/>
            </a:endParaRPr>
          </a:p>
          <a:p>
            <a:pPr eaLnBrk="1" hangingPunct="1">
              <a:lnSpc>
                <a:spcPct val="90000"/>
              </a:lnSpc>
              <a:buFont typeface="Wingdings" pitchFamily="2" charset="2"/>
              <a:buNone/>
              <a:defRPr/>
            </a:pPr>
            <a:r>
              <a:rPr lang="en-US" altLang="zh-CN" noProof="1">
                <a:latin typeface="Consolas" pitchFamily="49" charset="0"/>
              </a:rPr>
              <a:t>using namespace std;</a:t>
            </a:r>
          </a:p>
          <a:p>
            <a:pPr eaLnBrk="1" hangingPunct="1">
              <a:lnSpc>
                <a:spcPct val="90000"/>
              </a:lnSpc>
              <a:buFont typeface="Wingdings" pitchFamily="2" charset="2"/>
              <a:buNone/>
              <a:defRPr/>
            </a:pPr>
            <a:r>
              <a:rPr lang="en-US" altLang="zh-CN" noProof="1">
                <a:latin typeface="Consolas" pitchFamily="49" charset="0"/>
              </a:rPr>
              <a:t>int main()</a:t>
            </a:r>
            <a:r>
              <a:rPr lang="en-US" altLang="zh-CN" dirty="0">
                <a:latin typeface="Consolas" pitchFamily="49" charset="0"/>
              </a:rPr>
              <a:t> </a:t>
            </a:r>
            <a:r>
              <a:rPr lang="en-US" altLang="zh-CN" noProof="1">
                <a:latin typeface="Consolas" pitchFamily="49" charset="0"/>
              </a:rPr>
              <a:t>{ </a:t>
            </a:r>
          </a:p>
          <a:p>
            <a:pPr eaLnBrk="1" hangingPunct="1">
              <a:lnSpc>
                <a:spcPct val="90000"/>
              </a:lnSpc>
              <a:buFont typeface="Wingdings" pitchFamily="2" charset="2"/>
              <a:buNone/>
              <a:defRPr/>
            </a:pPr>
            <a:r>
              <a:rPr lang="en-US" altLang="zh-CN" noProof="1">
                <a:latin typeface="Consolas" pitchFamily="49" charset="0"/>
              </a:rPr>
              <a:t>	int n;</a:t>
            </a:r>
          </a:p>
          <a:p>
            <a:pPr eaLnBrk="1" hangingPunct="1">
              <a:lnSpc>
                <a:spcPct val="90000"/>
              </a:lnSpc>
              <a:buFont typeface="Wingdings" pitchFamily="2" charset="2"/>
              <a:buNone/>
              <a:defRPr/>
            </a:pPr>
            <a:endParaRPr lang="en-US" altLang="zh-CN" noProof="1">
              <a:latin typeface="Consolas" pitchFamily="49" charset="0"/>
            </a:endParaRPr>
          </a:p>
          <a:p>
            <a:pPr eaLnBrk="1" hangingPunct="1">
              <a:lnSpc>
                <a:spcPct val="90000"/>
              </a:lnSpc>
              <a:buFont typeface="Wingdings" pitchFamily="2" charset="2"/>
              <a:buNone/>
              <a:defRPr/>
            </a:pPr>
            <a:r>
              <a:rPr lang="en-US" altLang="zh-CN" noProof="1">
                <a:latin typeface="Consolas" pitchFamily="49" charset="0"/>
              </a:rPr>
              <a:t>	cout &lt;&lt; "Enter a positive integer: ";</a:t>
            </a:r>
          </a:p>
          <a:p>
            <a:pPr eaLnBrk="1" hangingPunct="1">
              <a:lnSpc>
                <a:spcPct val="90000"/>
              </a:lnSpc>
              <a:buFont typeface="Wingdings" pitchFamily="2" charset="2"/>
              <a:buNone/>
              <a:defRPr/>
            </a:pPr>
            <a:r>
              <a:rPr lang="en-US" altLang="zh-CN" noProof="1">
                <a:latin typeface="Consolas" pitchFamily="49" charset="0"/>
              </a:rPr>
              <a:t>	cin &gt;&gt; n;</a:t>
            </a:r>
          </a:p>
          <a:p>
            <a:pPr eaLnBrk="1" hangingPunct="1">
              <a:lnSpc>
                <a:spcPct val="90000"/>
              </a:lnSpc>
              <a:buFont typeface="Wingdings" pitchFamily="2" charset="2"/>
              <a:buNone/>
              <a:defRPr/>
            </a:pPr>
            <a:r>
              <a:rPr lang="en-US" altLang="zh-CN" noProof="1">
                <a:latin typeface="Consolas" pitchFamily="49" charset="0"/>
              </a:rPr>
              <a:t>	cout &lt;&lt; "Number  " &lt;&lt; n &lt;&lt; "   Factors  ";</a:t>
            </a:r>
          </a:p>
          <a:p>
            <a:pPr eaLnBrk="1" hangingPunct="1">
              <a:lnSpc>
                <a:spcPct val="90000"/>
              </a:lnSpc>
              <a:buFont typeface="Wingdings" pitchFamily="2" charset="2"/>
              <a:buNone/>
              <a:defRPr/>
            </a:pPr>
            <a:endParaRPr lang="en-US" altLang="zh-CN" noProof="1">
              <a:latin typeface="Consolas" pitchFamily="49" charset="0"/>
            </a:endParaRPr>
          </a:p>
          <a:p>
            <a:pPr eaLnBrk="1" hangingPunct="1">
              <a:lnSpc>
                <a:spcPct val="90000"/>
              </a:lnSpc>
              <a:buFont typeface="Wingdings" pitchFamily="2" charset="2"/>
              <a:buNone/>
              <a:defRPr/>
            </a:pPr>
            <a:r>
              <a:rPr lang="en-US" altLang="zh-CN" noProof="1">
                <a:latin typeface="Consolas" pitchFamily="49" charset="0"/>
              </a:rPr>
              <a:t>	for (</a:t>
            </a:r>
            <a:r>
              <a:rPr lang="en-US" altLang="zh-CN" dirty="0" err="1">
                <a:latin typeface="Consolas" pitchFamily="49" charset="0"/>
              </a:rPr>
              <a:t>int</a:t>
            </a:r>
            <a:r>
              <a:rPr lang="en-US" altLang="zh-CN" dirty="0">
                <a:latin typeface="Consolas" pitchFamily="49" charset="0"/>
              </a:rPr>
              <a:t> </a:t>
            </a:r>
            <a:r>
              <a:rPr lang="en-US" altLang="zh-CN" noProof="1">
                <a:latin typeface="Consolas" pitchFamily="49" charset="0"/>
              </a:rPr>
              <a:t>k</a:t>
            </a:r>
            <a:r>
              <a:rPr lang="en-US" altLang="zh-CN" dirty="0">
                <a:latin typeface="Consolas" pitchFamily="49" charset="0"/>
              </a:rPr>
              <a:t> </a:t>
            </a:r>
            <a:r>
              <a:rPr lang="en-US" altLang="zh-CN" noProof="1">
                <a:latin typeface="Consolas" pitchFamily="49" charset="0"/>
              </a:rPr>
              <a:t>=</a:t>
            </a:r>
            <a:r>
              <a:rPr lang="en-US" altLang="zh-CN" dirty="0">
                <a:latin typeface="Consolas" pitchFamily="49" charset="0"/>
              </a:rPr>
              <a:t> </a:t>
            </a:r>
            <a:r>
              <a:rPr lang="en-US" altLang="zh-CN" noProof="1">
                <a:latin typeface="Consolas" pitchFamily="49" charset="0"/>
              </a:rPr>
              <a:t>1; k &lt;= n; k++)</a:t>
            </a:r>
          </a:p>
          <a:p>
            <a:pPr eaLnBrk="1" hangingPunct="1">
              <a:lnSpc>
                <a:spcPct val="90000"/>
              </a:lnSpc>
              <a:buFont typeface="Wingdings" pitchFamily="2" charset="2"/>
              <a:buNone/>
              <a:defRPr/>
            </a:pPr>
            <a:r>
              <a:rPr lang="en-US" altLang="zh-CN" noProof="1">
                <a:latin typeface="Consolas" pitchFamily="49" charset="0"/>
              </a:rPr>
              <a:t>	</a:t>
            </a:r>
            <a:r>
              <a:rPr lang="en-US" altLang="zh-CN" dirty="0">
                <a:latin typeface="Consolas" pitchFamily="49" charset="0"/>
              </a:rPr>
              <a:t>  </a:t>
            </a:r>
            <a:r>
              <a:rPr lang="en-US" altLang="zh-CN" noProof="1">
                <a:latin typeface="Consolas" pitchFamily="49" charset="0"/>
              </a:rPr>
              <a:t>if (n % k == 0)</a:t>
            </a:r>
          </a:p>
          <a:p>
            <a:pPr eaLnBrk="1" hangingPunct="1">
              <a:lnSpc>
                <a:spcPct val="90000"/>
              </a:lnSpc>
              <a:buFont typeface="Wingdings" pitchFamily="2" charset="2"/>
              <a:buNone/>
              <a:defRPr/>
            </a:pPr>
            <a:r>
              <a:rPr lang="en-US" altLang="zh-CN" noProof="1">
                <a:latin typeface="Consolas" pitchFamily="49" charset="0"/>
              </a:rPr>
              <a:t>	</a:t>
            </a:r>
            <a:r>
              <a:rPr lang="en-US" altLang="zh-CN" dirty="0">
                <a:latin typeface="Consolas" pitchFamily="49" charset="0"/>
              </a:rPr>
              <a:t>    </a:t>
            </a:r>
            <a:r>
              <a:rPr lang="en-US" altLang="zh-CN" noProof="1">
                <a:latin typeface="Consolas" pitchFamily="49" charset="0"/>
              </a:rPr>
              <a:t>cout &lt;&lt; k &lt;&lt; "  ";</a:t>
            </a:r>
          </a:p>
          <a:p>
            <a:pPr eaLnBrk="1" hangingPunct="1">
              <a:lnSpc>
                <a:spcPct val="90000"/>
              </a:lnSpc>
              <a:buFont typeface="Wingdings" pitchFamily="2" charset="2"/>
              <a:buNone/>
              <a:defRPr/>
            </a:pPr>
            <a:r>
              <a:rPr lang="en-US" altLang="zh-CN" noProof="1">
                <a:latin typeface="Consolas" pitchFamily="49" charset="0"/>
              </a:rPr>
              <a:t>  cout &lt;&lt; endl;</a:t>
            </a:r>
            <a:endParaRPr lang="en-US" altLang="zh-CN" dirty="0">
              <a:latin typeface="Consolas" pitchFamily="49" charset="0"/>
            </a:endParaRPr>
          </a:p>
          <a:p>
            <a:pPr eaLnBrk="1" hangingPunct="1">
              <a:lnSpc>
                <a:spcPct val="90000"/>
              </a:lnSpc>
              <a:buFont typeface="Wingdings" pitchFamily="2" charset="2"/>
              <a:buNone/>
              <a:defRPr/>
            </a:pPr>
            <a:r>
              <a:rPr lang="en-US" altLang="zh-CN" dirty="0">
                <a:latin typeface="Consolas" pitchFamily="49" charset="0"/>
              </a:rPr>
              <a:t>  return 0;</a:t>
            </a:r>
            <a:endParaRPr lang="en-US" altLang="zh-CN" noProof="1">
              <a:latin typeface="Consolas" pitchFamily="49" charset="0"/>
            </a:endParaRPr>
          </a:p>
          <a:p>
            <a:pPr eaLnBrk="1" hangingPunct="1">
              <a:lnSpc>
                <a:spcPct val="90000"/>
              </a:lnSpc>
              <a:buFont typeface="Wingdings" pitchFamily="2" charset="2"/>
              <a:buNone/>
              <a:defRPr/>
            </a:pPr>
            <a:r>
              <a:rPr lang="en-US" altLang="zh-CN" noProof="1">
                <a:latin typeface="Consolas" pitchFamily="49" charset="0"/>
              </a:rPr>
              <a:t>}</a:t>
            </a:r>
            <a:endParaRPr lang="en-US" altLang="zh-CN" dirty="0">
              <a:latin typeface="Consolas" pitchFamily="49" charset="0"/>
            </a:endParaRP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标题 1">
            <a:extLst>
              <a:ext uri="{FF2B5EF4-FFF2-40B4-BE49-F238E27FC236}">
                <a16:creationId xmlns:a16="http://schemas.microsoft.com/office/drawing/2014/main" id="{1A65F9C6-0E9A-D46A-8A2B-867F00339549}"/>
              </a:ext>
            </a:extLst>
          </p:cNvPr>
          <p:cNvSpPr>
            <a:spLocks noGrp="1"/>
          </p:cNvSpPr>
          <p:nvPr>
            <p:ph type="title"/>
          </p:nvPr>
        </p:nvSpPr>
        <p:spPr/>
        <p:txBody>
          <a:bodyPr/>
          <a:lstStyle/>
          <a:p>
            <a:pPr eaLnBrk="1" hangingPunct="1"/>
            <a:r>
              <a:rPr lang="zh-CN" altLang="en-US"/>
              <a:t>例</a:t>
            </a:r>
            <a:r>
              <a:rPr lang="en-US" altLang="zh-CN"/>
              <a:t>2-8 </a:t>
            </a:r>
            <a:r>
              <a:rPr lang="zh-CN" altLang="en-US"/>
              <a:t>（续）</a:t>
            </a:r>
          </a:p>
        </p:txBody>
      </p:sp>
      <p:sp>
        <p:nvSpPr>
          <p:cNvPr id="164867" name="灯片编号占位符 3">
            <a:extLst>
              <a:ext uri="{FF2B5EF4-FFF2-40B4-BE49-F238E27FC236}">
                <a16:creationId xmlns:a16="http://schemas.microsoft.com/office/drawing/2014/main" id="{03B2A7F2-A236-D067-9D72-76C7D1784B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1D764FA-A7F7-47D8-8D46-A8153791A3F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109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246CAEB-C891-9AD3-1B66-673EDFF65111}"/>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
        <p:nvSpPr>
          <p:cNvPr id="6" name="内容占位符 6">
            <a:extLst>
              <a:ext uri="{FF2B5EF4-FFF2-40B4-BE49-F238E27FC236}">
                <a16:creationId xmlns:a16="http://schemas.microsoft.com/office/drawing/2014/main" id="{B6AAC6E4-278E-F607-07E3-F687236AD753}"/>
              </a:ext>
            </a:extLst>
          </p:cNvPr>
          <p:cNvSpPr>
            <a:spLocks noGrp="1"/>
          </p:cNvSpPr>
          <p:nvPr>
            <p:ph idx="1"/>
          </p:nvPr>
        </p:nvSpPr>
        <p:spPr>
          <a:xfrm>
            <a:off x="0" y="1785938"/>
            <a:ext cx="9144000" cy="4787900"/>
          </a:xfrm>
          <a:solidFill>
            <a:schemeClr val="accent6">
              <a:lumMod val="20000"/>
              <a:lumOff val="80000"/>
            </a:schemeClr>
          </a:solidFill>
        </p:spPr>
        <p:txBody>
          <a:bodyPr>
            <a:normAutofit/>
          </a:bodyPr>
          <a:lstStyle/>
          <a:p>
            <a:pPr eaLnBrk="1" hangingPunct="1">
              <a:buFont typeface="Wingdings" pitchFamily="2" charset="2"/>
              <a:buNone/>
              <a:defRPr/>
            </a:pPr>
            <a:r>
              <a:rPr lang="zh-CN" altLang="en-US" dirty="0">
                <a:latin typeface="宋体" charset="-122"/>
              </a:rPr>
              <a:t>运行结果</a:t>
            </a:r>
            <a:r>
              <a:rPr lang="zh-CN" altLang="zh-CN" dirty="0">
                <a:latin typeface="宋体" charset="-122"/>
              </a:rPr>
              <a:t>1</a:t>
            </a:r>
            <a:r>
              <a:rPr lang="zh-CN" altLang="en-US" dirty="0">
                <a:latin typeface="宋体" charset="-122"/>
              </a:rPr>
              <a:t>：</a:t>
            </a:r>
          </a:p>
          <a:p>
            <a:pPr eaLnBrk="1" hangingPunct="1">
              <a:buFont typeface="Wingdings" pitchFamily="2" charset="2"/>
              <a:buNone/>
              <a:defRPr/>
            </a:pPr>
            <a:r>
              <a:rPr lang="en-US" altLang="zh-CN" noProof="1"/>
              <a:t>Enter a positive integer: 36</a:t>
            </a:r>
          </a:p>
          <a:p>
            <a:pPr eaLnBrk="1" hangingPunct="1">
              <a:buFont typeface="Wingdings" pitchFamily="2" charset="2"/>
              <a:buNone/>
              <a:defRPr/>
            </a:pPr>
            <a:r>
              <a:rPr lang="en-US" altLang="zh-CN" noProof="1"/>
              <a:t>Number  36  Factors  1  2  3  4  6  9  12  18  36  </a:t>
            </a:r>
          </a:p>
          <a:p>
            <a:pPr eaLnBrk="1" hangingPunct="1">
              <a:buFont typeface="Wingdings" pitchFamily="2" charset="2"/>
              <a:buNone/>
              <a:defRPr/>
            </a:pPr>
            <a:endParaRPr lang="en-US" altLang="zh-CN" noProof="1"/>
          </a:p>
          <a:p>
            <a:pPr eaLnBrk="1" hangingPunct="1">
              <a:buFont typeface="Wingdings" pitchFamily="2" charset="2"/>
              <a:buNone/>
              <a:defRPr/>
            </a:pPr>
            <a:r>
              <a:rPr lang="zh-CN" altLang="en-US" dirty="0"/>
              <a:t>运行结果</a:t>
            </a:r>
            <a:r>
              <a:rPr lang="zh-CN" altLang="zh-CN" dirty="0"/>
              <a:t>2</a:t>
            </a:r>
            <a:r>
              <a:rPr lang="zh-CN" altLang="en-US" dirty="0"/>
              <a:t>：</a:t>
            </a:r>
            <a:endParaRPr lang="zh-CN" altLang="zh-CN" noProof="1"/>
          </a:p>
          <a:p>
            <a:pPr eaLnBrk="1" hangingPunct="1">
              <a:buFont typeface="Wingdings" pitchFamily="2" charset="2"/>
              <a:buNone/>
              <a:defRPr/>
            </a:pPr>
            <a:r>
              <a:rPr lang="en-US" altLang="zh-CN" noProof="1"/>
              <a:t>Enter a positive integer: 7</a:t>
            </a:r>
          </a:p>
          <a:p>
            <a:pPr eaLnBrk="1" hangingPunct="1">
              <a:buFont typeface="Wingdings" pitchFamily="2" charset="2"/>
              <a:buNone/>
              <a:defRPr/>
            </a:pPr>
            <a:r>
              <a:rPr lang="en-US" altLang="zh-CN" noProof="1"/>
              <a:t>Number  7   Factors  1  7  </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标题 1">
            <a:extLst>
              <a:ext uri="{FF2B5EF4-FFF2-40B4-BE49-F238E27FC236}">
                <a16:creationId xmlns:a16="http://schemas.microsoft.com/office/drawing/2014/main" id="{24421146-C0A7-8E0E-17DB-2BEDBD658EA4}"/>
              </a:ext>
            </a:extLst>
          </p:cNvPr>
          <p:cNvSpPr>
            <a:spLocks noGrp="1"/>
          </p:cNvSpPr>
          <p:nvPr>
            <p:ph type="title"/>
          </p:nvPr>
        </p:nvSpPr>
        <p:spPr/>
        <p:txBody>
          <a:bodyPr/>
          <a:lstStyle/>
          <a:p>
            <a:pPr eaLnBrk="1" hangingPunct="1"/>
            <a:r>
              <a:rPr lang="en-US" altLang="zh-CN"/>
              <a:t>for</a:t>
            </a:r>
            <a:r>
              <a:rPr lang="zh-CN" altLang="en-US"/>
              <a:t>语句（续）</a:t>
            </a:r>
          </a:p>
        </p:txBody>
      </p:sp>
      <p:sp>
        <p:nvSpPr>
          <p:cNvPr id="165891" name="灯片编号占位符 3">
            <a:extLst>
              <a:ext uri="{FF2B5EF4-FFF2-40B4-BE49-F238E27FC236}">
                <a16:creationId xmlns:a16="http://schemas.microsoft.com/office/drawing/2014/main" id="{E71C2536-3ADF-9732-5C84-1308792C113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BCE53372-7341-4D51-BBDB-87ED0E816C5C}"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110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090251BB-E8B8-F170-AB80-4ACCB84661BA}"/>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2.4.3 </a:t>
            </a:r>
            <a:r>
              <a:rPr kumimoji="0" lang="zh-CN" altLang="en-US" sz="2800" dirty="0">
                <a:solidFill>
                  <a:schemeClr val="bg1"/>
                </a:solidFill>
                <a:latin typeface="+mj-lt"/>
                <a:ea typeface="+mj-ea"/>
                <a:cs typeface="+mj-cs"/>
              </a:rPr>
              <a:t>循环结构 </a:t>
            </a:r>
          </a:p>
        </p:txBody>
      </p:sp>
      <p:sp>
        <p:nvSpPr>
          <p:cNvPr id="6" name="Rectangle 3">
            <a:extLst>
              <a:ext uri="{FF2B5EF4-FFF2-40B4-BE49-F238E27FC236}">
                <a16:creationId xmlns:a16="http://schemas.microsoft.com/office/drawing/2014/main" id="{D447B46D-8E00-3A7B-CB00-614A1970554D}"/>
              </a:ext>
            </a:extLst>
          </p:cNvPr>
          <p:cNvSpPr txBox="1">
            <a:spLocks noChangeArrowheads="1"/>
          </p:cNvSpPr>
          <p:nvPr/>
        </p:nvSpPr>
        <p:spPr bwMode="auto">
          <a:xfrm>
            <a:off x="357188" y="1714500"/>
            <a:ext cx="7772400" cy="4038600"/>
          </a:xfrm>
          <a:prstGeom prst="rect">
            <a:avLst/>
          </a:prstGeom>
          <a:noFill/>
          <a:ln w="9525">
            <a:noFill/>
            <a:miter lim="800000"/>
            <a:headEnd/>
            <a:tailEnd/>
          </a:ln>
        </p:spPr>
        <p:txBody>
          <a:bodyPr/>
          <a:lstStyle/>
          <a:p>
            <a:pPr marL="365125" indent="-255588" eaLnBrk="1" hangingPunct="1">
              <a:spcBef>
                <a:spcPts val="300"/>
              </a:spcBef>
              <a:buClr>
                <a:schemeClr val="tx1"/>
              </a:buClr>
              <a:defRPr/>
            </a:pPr>
            <a:r>
              <a:rPr kumimoji="0" lang="zh-CN" altLang="en-US" sz="2800" dirty="0">
                <a:latin typeface="宋体" charset="-122"/>
                <a:ea typeface="+mn-ea"/>
              </a:rPr>
              <a:t>语法形式</a:t>
            </a:r>
          </a:p>
          <a:p>
            <a:pPr marL="657225" lvl="1" indent="-246063" eaLnBrk="1" hangingPunct="1">
              <a:lnSpc>
                <a:spcPct val="150000"/>
              </a:lnSpc>
              <a:spcBef>
                <a:spcPts val="300"/>
              </a:spcBef>
              <a:buClr>
                <a:schemeClr val="tx1"/>
              </a:buClr>
              <a:defRPr/>
            </a:pPr>
            <a:r>
              <a:rPr kumimoji="0" lang="en-US" altLang="zh-CN" sz="2600" dirty="0">
                <a:solidFill>
                  <a:schemeClr val="accent1"/>
                </a:solidFill>
                <a:latin typeface="+mn-lt"/>
                <a:ea typeface="+mn-ea"/>
              </a:rPr>
              <a:t>for  (</a:t>
            </a:r>
            <a:r>
              <a:rPr kumimoji="0" lang="zh-CN" altLang="en-US" sz="2600" dirty="0">
                <a:solidFill>
                  <a:schemeClr val="accent1"/>
                </a:solidFill>
                <a:latin typeface="+mn-lt"/>
                <a:ea typeface="+mn-ea"/>
              </a:rPr>
              <a:t>初始语句；表达式</a:t>
            </a:r>
            <a:r>
              <a:rPr kumimoji="0" lang="en-US" altLang="zh-CN" sz="2600" dirty="0">
                <a:solidFill>
                  <a:schemeClr val="accent1"/>
                </a:solidFill>
                <a:latin typeface="+mn-lt"/>
                <a:ea typeface="+mn-ea"/>
              </a:rPr>
              <a:t>1</a:t>
            </a:r>
            <a:r>
              <a:rPr kumimoji="0" lang="zh-CN" altLang="en-US" sz="2600" dirty="0">
                <a:solidFill>
                  <a:schemeClr val="accent1"/>
                </a:solidFill>
                <a:latin typeface="+mn-lt"/>
                <a:ea typeface="+mn-ea"/>
              </a:rPr>
              <a:t>；表达式</a:t>
            </a:r>
            <a:r>
              <a:rPr kumimoji="0" lang="en-US" altLang="zh-CN" sz="2600" dirty="0">
                <a:solidFill>
                  <a:schemeClr val="accent1"/>
                </a:solidFill>
                <a:latin typeface="+mn-lt"/>
                <a:ea typeface="+mn-ea"/>
              </a:rPr>
              <a:t>2)  </a:t>
            </a:r>
            <a:r>
              <a:rPr kumimoji="0" lang="zh-CN" altLang="en-US" sz="2600" dirty="0">
                <a:solidFill>
                  <a:schemeClr val="accent1"/>
                </a:solidFill>
                <a:latin typeface="+mn-lt"/>
                <a:ea typeface="+mn-ea"/>
              </a:rPr>
              <a:t>语句</a:t>
            </a:r>
          </a:p>
          <a:p>
            <a:pPr marL="657225" lvl="1" indent="-246063" eaLnBrk="1" hangingPunct="1">
              <a:lnSpc>
                <a:spcPct val="150000"/>
              </a:lnSpc>
              <a:spcBef>
                <a:spcPts val="300"/>
              </a:spcBef>
              <a:buClr>
                <a:schemeClr val="tx1"/>
              </a:buClr>
              <a:defRPr/>
            </a:pPr>
            <a:r>
              <a:rPr kumimoji="0" lang="zh-CN" altLang="en-US" dirty="0">
                <a:solidFill>
                  <a:srgbClr val="C0FEF9"/>
                </a:solidFill>
                <a:latin typeface="宋体" charset="-122"/>
                <a:ea typeface="+mn-ea"/>
              </a:rPr>
              <a:t>                                       </a:t>
            </a:r>
          </a:p>
        </p:txBody>
      </p:sp>
      <p:grpSp>
        <p:nvGrpSpPr>
          <p:cNvPr id="165894" name="Group 4">
            <a:extLst>
              <a:ext uri="{FF2B5EF4-FFF2-40B4-BE49-F238E27FC236}">
                <a16:creationId xmlns:a16="http://schemas.microsoft.com/office/drawing/2014/main" id="{F422CCE5-5A37-40CE-D7E8-77040386B636}"/>
              </a:ext>
            </a:extLst>
          </p:cNvPr>
          <p:cNvGrpSpPr>
            <a:grpSpLocks/>
          </p:cNvGrpSpPr>
          <p:nvPr/>
        </p:nvGrpSpPr>
        <p:grpSpPr bwMode="auto">
          <a:xfrm>
            <a:off x="1285875" y="2857500"/>
            <a:ext cx="2012950" cy="568325"/>
            <a:chOff x="1045" y="1776"/>
            <a:chExt cx="1268" cy="358"/>
          </a:xfrm>
        </p:grpSpPr>
        <p:sp>
          <p:nvSpPr>
            <p:cNvPr id="165901" name="Line 5">
              <a:extLst>
                <a:ext uri="{FF2B5EF4-FFF2-40B4-BE49-F238E27FC236}">
                  <a16:creationId xmlns:a16="http://schemas.microsoft.com/office/drawing/2014/main" id="{E74684A1-7AE1-0CDC-2C95-ADCE632A9EAE}"/>
                </a:ext>
              </a:extLst>
            </p:cNvPr>
            <p:cNvSpPr>
              <a:spLocks noChangeShapeType="1"/>
            </p:cNvSpPr>
            <p:nvPr/>
          </p:nvSpPr>
          <p:spPr bwMode="auto">
            <a:xfrm>
              <a:off x="1680" y="1776"/>
              <a:ext cx="0" cy="96"/>
            </a:xfrm>
            <a:prstGeom prst="line">
              <a:avLst/>
            </a:prstGeom>
            <a:noFill/>
            <a:ln w="12699">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5902" name="Text Box 6">
              <a:extLst>
                <a:ext uri="{FF2B5EF4-FFF2-40B4-BE49-F238E27FC236}">
                  <a16:creationId xmlns:a16="http://schemas.microsoft.com/office/drawing/2014/main" id="{3EB81F76-0BF9-532A-8D94-BDA174F40434}"/>
                </a:ext>
              </a:extLst>
            </p:cNvPr>
            <p:cNvSpPr txBox="1">
              <a:spLocks noChangeArrowheads="1"/>
            </p:cNvSpPr>
            <p:nvPr/>
          </p:nvSpPr>
          <p:spPr bwMode="auto">
            <a:xfrm>
              <a:off x="1045" y="1846"/>
              <a:ext cx="12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anchor="ct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a:spcBef>
                  <a:spcPct val="50000"/>
                </a:spcBef>
                <a:buClrTx/>
                <a:buFontTx/>
                <a:buNone/>
              </a:pPr>
              <a:r>
                <a:rPr lang="zh-CN" altLang="en-US" sz="2400">
                  <a:latin typeface="宋体" panose="02010600030101010101" pitchFamily="2" charset="-122"/>
                </a:rPr>
                <a:t>循环前先求解</a:t>
              </a:r>
            </a:p>
          </p:txBody>
        </p:sp>
      </p:grpSp>
      <p:grpSp>
        <p:nvGrpSpPr>
          <p:cNvPr id="165895" name="Group 7">
            <a:extLst>
              <a:ext uri="{FF2B5EF4-FFF2-40B4-BE49-F238E27FC236}">
                <a16:creationId xmlns:a16="http://schemas.microsoft.com/office/drawing/2014/main" id="{C096B4F9-169C-CE88-E9DD-B291936FBEEA}"/>
              </a:ext>
            </a:extLst>
          </p:cNvPr>
          <p:cNvGrpSpPr>
            <a:grpSpLocks/>
          </p:cNvGrpSpPr>
          <p:nvPr/>
        </p:nvGrpSpPr>
        <p:grpSpPr bwMode="auto">
          <a:xfrm>
            <a:off x="2428875" y="3000375"/>
            <a:ext cx="2927350" cy="914400"/>
            <a:chOff x="1825" y="1824"/>
            <a:chExt cx="1844" cy="576"/>
          </a:xfrm>
        </p:grpSpPr>
        <p:sp>
          <p:nvSpPr>
            <p:cNvPr id="165899" name="Line 8">
              <a:extLst>
                <a:ext uri="{FF2B5EF4-FFF2-40B4-BE49-F238E27FC236}">
                  <a16:creationId xmlns:a16="http://schemas.microsoft.com/office/drawing/2014/main" id="{2F751DB6-2890-7FFB-88A9-4E015EE03549}"/>
                </a:ext>
              </a:extLst>
            </p:cNvPr>
            <p:cNvSpPr>
              <a:spLocks noChangeShapeType="1"/>
            </p:cNvSpPr>
            <p:nvPr/>
          </p:nvSpPr>
          <p:spPr bwMode="auto">
            <a:xfrm>
              <a:off x="2688" y="1824"/>
              <a:ext cx="0" cy="288"/>
            </a:xfrm>
            <a:prstGeom prst="line">
              <a:avLst/>
            </a:prstGeom>
            <a:noFill/>
            <a:ln w="12699">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5900" name="Text Box 9">
              <a:extLst>
                <a:ext uri="{FF2B5EF4-FFF2-40B4-BE49-F238E27FC236}">
                  <a16:creationId xmlns:a16="http://schemas.microsoft.com/office/drawing/2014/main" id="{A16A5CF4-3FD3-7A12-4A4F-CE4A0BA1532C}"/>
                </a:ext>
              </a:extLst>
            </p:cNvPr>
            <p:cNvSpPr txBox="1">
              <a:spLocks noChangeArrowheads="1"/>
            </p:cNvSpPr>
            <p:nvPr/>
          </p:nvSpPr>
          <p:spPr bwMode="auto">
            <a:xfrm>
              <a:off x="1825" y="2112"/>
              <a:ext cx="18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anchor="ct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a:spcBef>
                  <a:spcPct val="50000"/>
                </a:spcBef>
                <a:buClrTx/>
                <a:buFontTx/>
                <a:buNone/>
              </a:pPr>
              <a:r>
                <a:rPr lang="zh-CN" altLang="en-US" sz="2400">
                  <a:latin typeface="宋体" panose="02010600030101010101" pitchFamily="2" charset="-122"/>
                </a:rPr>
                <a:t>为</a:t>
              </a:r>
              <a:r>
                <a:rPr lang="en-US" altLang="zh-CN" sz="2400">
                  <a:latin typeface="宋体" panose="02010600030101010101" pitchFamily="2" charset="-122"/>
                </a:rPr>
                <a:t>true</a:t>
              </a:r>
              <a:r>
                <a:rPr lang="zh-CN" altLang="en-US" sz="2400">
                  <a:latin typeface="宋体" panose="02010600030101010101" pitchFamily="2" charset="-122"/>
                </a:rPr>
                <a:t>时执行循环体</a:t>
              </a:r>
            </a:p>
          </p:txBody>
        </p:sp>
      </p:grpSp>
      <p:grpSp>
        <p:nvGrpSpPr>
          <p:cNvPr id="165896" name="Group 10">
            <a:extLst>
              <a:ext uri="{FF2B5EF4-FFF2-40B4-BE49-F238E27FC236}">
                <a16:creationId xmlns:a16="http://schemas.microsoft.com/office/drawing/2014/main" id="{9368E189-AA91-D311-237D-DE800FBB19AA}"/>
              </a:ext>
            </a:extLst>
          </p:cNvPr>
          <p:cNvGrpSpPr>
            <a:grpSpLocks/>
          </p:cNvGrpSpPr>
          <p:nvPr/>
        </p:nvGrpSpPr>
        <p:grpSpPr bwMode="auto">
          <a:xfrm>
            <a:off x="4071938" y="2857500"/>
            <a:ext cx="3536950" cy="533400"/>
            <a:chOff x="2860" y="1824"/>
            <a:chExt cx="2228" cy="336"/>
          </a:xfrm>
        </p:grpSpPr>
        <p:sp>
          <p:nvSpPr>
            <p:cNvPr id="165897" name="Line 11">
              <a:extLst>
                <a:ext uri="{FF2B5EF4-FFF2-40B4-BE49-F238E27FC236}">
                  <a16:creationId xmlns:a16="http://schemas.microsoft.com/office/drawing/2014/main" id="{031BB508-9C86-9D07-C10A-7F37DB6B9A84}"/>
                </a:ext>
              </a:extLst>
            </p:cNvPr>
            <p:cNvSpPr>
              <a:spLocks noChangeShapeType="1"/>
            </p:cNvSpPr>
            <p:nvPr/>
          </p:nvSpPr>
          <p:spPr bwMode="auto">
            <a:xfrm>
              <a:off x="3916" y="1824"/>
              <a:ext cx="0" cy="96"/>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5898" name="Text Box 12">
              <a:extLst>
                <a:ext uri="{FF2B5EF4-FFF2-40B4-BE49-F238E27FC236}">
                  <a16:creationId xmlns:a16="http://schemas.microsoft.com/office/drawing/2014/main" id="{A179DE3D-58D9-2625-4B9C-489164F86EA5}"/>
                </a:ext>
              </a:extLst>
            </p:cNvPr>
            <p:cNvSpPr txBox="1">
              <a:spLocks noChangeArrowheads="1"/>
            </p:cNvSpPr>
            <p:nvPr/>
          </p:nvSpPr>
          <p:spPr bwMode="auto">
            <a:xfrm>
              <a:off x="2860" y="1872"/>
              <a:ext cx="2228" cy="288"/>
            </a:xfrm>
            <a:prstGeom prst="rect">
              <a:avLst/>
            </a:prstGeom>
            <a:noFill/>
            <a:ln w="12699">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a:spcBef>
                  <a:spcPct val="50000"/>
                </a:spcBef>
                <a:buClrTx/>
                <a:buFontTx/>
                <a:buNone/>
              </a:pPr>
              <a:r>
                <a:rPr lang="zh-CN" altLang="en-US" sz="2400">
                  <a:latin typeface="宋体" panose="02010600030101010101" pitchFamily="2" charset="-122"/>
                </a:rPr>
                <a:t>每次执行完循环体后求解</a:t>
              </a: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标题 1">
            <a:extLst>
              <a:ext uri="{FF2B5EF4-FFF2-40B4-BE49-F238E27FC236}">
                <a16:creationId xmlns:a16="http://schemas.microsoft.com/office/drawing/2014/main" id="{945BB794-9295-1F0F-FFAD-4823BD28073A}"/>
              </a:ext>
            </a:extLst>
          </p:cNvPr>
          <p:cNvSpPr>
            <a:spLocks noGrp="1"/>
          </p:cNvSpPr>
          <p:nvPr>
            <p:ph type="title"/>
          </p:nvPr>
        </p:nvSpPr>
        <p:spPr/>
        <p:txBody>
          <a:bodyPr/>
          <a:lstStyle/>
          <a:p>
            <a:pPr eaLnBrk="1" hangingPunct="1"/>
            <a:r>
              <a:rPr lang="en-US" altLang="zh-CN"/>
              <a:t>2.4.4 </a:t>
            </a:r>
            <a:r>
              <a:rPr lang="zh-CN" altLang="en-US"/>
              <a:t>循环结构与选择结构的嵌套</a:t>
            </a:r>
          </a:p>
        </p:txBody>
      </p:sp>
      <p:sp>
        <p:nvSpPr>
          <p:cNvPr id="166915" name="灯片编号占位符 3">
            <a:extLst>
              <a:ext uri="{FF2B5EF4-FFF2-40B4-BE49-F238E27FC236}">
                <a16:creationId xmlns:a16="http://schemas.microsoft.com/office/drawing/2014/main" id="{F4FC4A42-799D-DC1B-9E5C-02196687A4D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3043149-4783-4324-8CD0-DF06AD834CDD}"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111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AFD2315-D53A-E61D-15BE-D593B09426EE}"/>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a:t>
            </a:r>
          </a:p>
        </p:txBody>
      </p:sp>
      <p:sp>
        <p:nvSpPr>
          <p:cNvPr id="6" name="内容占位符 11">
            <a:extLst>
              <a:ext uri="{FF2B5EF4-FFF2-40B4-BE49-F238E27FC236}">
                <a16:creationId xmlns:a16="http://schemas.microsoft.com/office/drawing/2014/main" id="{B12ECA2A-B759-7F6B-0A3B-FBB3D84806DB}"/>
              </a:ext>
            </a:extLst>
          </p:cNvPr>
          <p:cNvSpPr>
            <a:spLocks noGrp="1"/>
          </p:cNvSpPr>
          <p:nvPr>
            <p:ph idx="1"/>
          </p:nvPr>
        </p:nvSpPr>
        <p:spPr>
          <a:solidFill>
            <a:srgbClr val="85FFFF"/>
          </a:solidFill>
        </p:spPr>
        <p:txBody>
          <a:bodyPr>
            <a:normAutofit/>
          </a:bodyPr>
          <a:lstStyle/>
          <a:p>
            <a:pPr algn="just" eaLnBrk="1" hangingPunct="1">
              <a:buFont typeface="Wingdings" pitchFamily="2" charset="2"/>
              <a:buNone/>
              <a:defRPr/>
            </a:pPr>
            <a:r>
              <a:rPr lang="en-US" altLang="zh-CN" dirty="0">
                <a:latin typeface="Consolas" pitchFamily="49" charset="0"/>
              </a:rPr>
              <a:t>#include &lt;</a:t>
            </a:r>
            <a:r>
              <a:rPr lang="en-US" altLang="zh-CN" dirty="0" err="1">
                <a:latin typeface="Consolas" pitchFamily="49" charset="0"/>
              </a:rPr>
              <a:t>iostream</a:t>
            </a:r>
            <a:r>
              <a:rPr lang="en-US" altLang="zh-CN" dirty="0">
                <a:latin typeface="Consolas" pitchFamily="49" charset="0"/>
              </a:rPr>
              <a:t>&gt;</a:t>
            </a:r>
          </a:p>
          <a:p>
            <a:pPr algn="just" eaLnBrk="1" hangingPunct="1">
              <a:buFont typeface="Wingdings" pitchFamily="2" charset="2"/>
              <a:buNone/>
              <a:defRPr/>
            </a:pPr>
            <a:r>
              <a:rPr lang="en-US" altLang="zh-CN" dirty="0">
                <a:latin typeface="Consolas" pitchFamily="49" charset="0"/>
              </a:rPr>
              <a:t>using namespace std;</a:t>
            </a:r>
          </a:p>
          <a:p>
            <a:pPr algn="just" eaLnBrk="1" hangingPunct="1">
              <a:buFont typeface="Wingdings" pitchFamily="2" charset="2"/>
              <a:buNone/>
              <a:defRPr/>
            </a:pPr>
            <a:r>
              <a:rPr lang="en-US" altLang="zh-CN" dirty="0" err="1">
                <a:latin typeface="Consolas" pitchFamily="49" charset="0"/>
              </a:rPr>
              <a:t>int</a:t>
            </a:r>
            <a:r>
              <a:rPr lang="en-US" altLang="zh-CN" dirty="0">
                <a:latin typeface="Consolas" pitchFamily="49" charset="0"/>
              </a:rPr>
              <a:t> main() {   </a:t>
            </a:r>
          </a:p>
          <a:p>
            <a:pPr algn="just" eaLnBrk="1" hangingPunct="1">
              <a:buFont typeface="Wingdings" pitchFamily="2" charset="2"/>
              <a:buNone/>
              <a:defRPr/>
            </a:pPr>
            <a:r>
              <a:rPr lang="en-US" altLang="zh-CN" dirty="0">
                <a:latin typeface="Consolas" pitchFamily="49" charset="0"/>
              </a:rPr>
              <a:t>	for (</a:t>
            </a:r>
            <a:r>
              <a:rPr lang="en-US" altLang="zh-CN" dirty="0" err="1">
                <a:latin typeface="Consolas" pitchFamily="49" charset="0"/>
              </a:rPr>
              <a:t>int</a:t>
            </a:r>
            <a:r>
              <a:rPr lang="en-US" altLang="zh-CN" dirty="0">
                <a:latin typeface="Consolas" pitchFamily="49" charset="0"/>
              </a:rPr>
              <a:t> n = 100; n &lt;= 200; n++) {</a:t>
            </a:r>
          </a:p>
          <a:p>
            <a:pPr algn="just" eaLnBrk="1" hangingPunct="1">
              <a:buFont typeface="Wingdings" pitchFamily="2" charset="2"/>
              <a:buNone/>
              <a:defRPr/>
            </a:pPr>
            <a:r>
              <a:rPr lang="en-US" altLang="zh-CN" i="1" dirty="0">
                <a:latin typeface="Consolas" pitchFamily="49" charset="0"/>
              </a:rPr>
              <a:t>    </a:t>
            </a:r>
            <a:r>
              <a:rPr lang="en-US" altLang="zh-CN" i="1" dirty="0">
                <a:solidFill>
                  <a:srgbClr val="C00000"/>
                </a:solidFill>
                <a:latin typeface="Consolas" pitchFamily="49" charset="0"/>
              </a:rPr>
              <a:t>if</a:t>
            </a:r>
            <a:r>
              <a:rPr lang="en-US" altLang="zh-CN" dirty="0">
                <a:latin typeface="Consolas" pitchFamily="49" charset="0"/>
              </a:rPr>
              <a:t> (n % 3 != 0)</a:t>
            </a:r>
          </a:p>
          <a:p>
            <a:pPr algn="just" eaLnBrk="1" hangingPunct="1">
              <a:buFont typeface="Wingdings" pitchFamily="2" charset="2"/>
              <a:buNone/>
              <a:defRPr/>
            </a:pPr>
            <a:r>
              <a:rPr lang="en-US" altLang="zh-CN" dirty="0">
                <a:latin typeface="Consolas" pitchFamily="49" charset="0"/>
              </a:rPr>
              <a:t>	     cout &lt;&lt; n;</a:t>
            </a:r>
          </a:p>
          <a:p>
            <a:pPr algn="just" eaLnBrk="1" hangingPunct="1">
              <a:buFont typeface="Wingdings" pitchFamily="2" charset="2"/>
              <a:buNone/>
              <a:defRPr/>
            </a:pPr>
            <a:r>
              <a:rPr lang="en-US" altLang="zh-CN" dirty="0">
                <a:latin typeface="Consolas" pitchFamily="49" charset="0"/>
              </a:rPr>
              <a:t>	}</a:t>
            </a:r>
          </a:p>
          <a:p>
            <a:pPr algn="just" eaLnBrk="1" hangingPunct="1">
              <a:buFont typeface="Wingdings" pitchFamily="2" charset="2"/>
              <a:buNone/>
              <a:defRPr/>
            </a:pPr>
            <a:r>
              <a:rPr lang="en-US" altLang="zh-CN" dirty="0">
                <a:latin typeface="Consolas" pitchFamily="49" charset="0"/>
              </a:rPr>
              <a:t>  return 0;</a:t>
            </a:r>
          </a:p>
          <a:p>
            <a:pPr algn="just" eaLnBrk="1" hangingPunct="1">
              <a:buFont typeface="Wingdings" pitchFamily="2" charset="2"/>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
        <p:nvSpPr>
          <p:cNvPr id="7" name="TextBox 6">
            <a:extLst>
              <a:ext uri="{FF2B5EF4-FFF2-40B4-BE49-F238E27FC236}">
                <a16:creationId xmlns:a16="http://schemas.microsoft.com/office/drawing/2014/main" id="{3EC81215-AC7F-9E9D-728B-EC1B96D74991}"/>
              </a:ext>
            </a:extLst>
          </p:cNvPr>
          <p:cNvSpPr txBox="1"/>
          <p:nvPr/>
        </p:nvSpPr>
        <p:spPr>
          <a:xfrm>
            <a:off x="7667625" y="1773238"/>
            <a:ext cx="1081088" cy="522287"/>
          </a:xfrm>
          <a:prstGeom prst="rect">
            <a:avLst/>
          </a:prstGeom>
          <a:solidFill>
            <a:schemeClr val="bg1"/>
          </a:solidFill>
        </p:spPr>
        <p:txBody>
          <a:bodyPr>
            <a:spAutoFit/>
          </a:bodyPr>
          <a:lstStyle/>
          <a:p>
            <a:pPr eaLnBrk="1" hangingPunct="1">
              <a:defRPr/>
            </a:pPr>
            <a:r>
              <a:rPr lang="zh-CN" altLang="en-US" sz="2800" dirty="0">
                <a:solidFill>
                  <a:schemeClr val="tx2"/>
                </a:solidFill>
                <a:latin typeface="+mj-lt"/>
                <a:ea typeface="+mj-ea"/>
                <a:cs typeface="+mj-cs"/>
              </a:rPr>
              <a:t>举例</a:t>
            </a:r>
            <a:endParaRPr lang="en-US" altLang="zh-CN" sz="2800" dirty="0">
              <a:solidFill>
                <a:schemeClr val="tx2"/>
              </a:solidFill>
              <a:latin typeface="+mj-lt"/>
              <a:ea typeface="+mj-ea"/>
              <a:cs typeface="+mj-cs"/>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标题 1">
            <a:extLst>
              <a:ext uri="{FF2B5EF4-FFF2-40B4-BE49-F238E27FC236}">
                <a16:creationId xmlns:a16="http://schemas.microsoft.com/office/drawing/2014/main" id="{D3D43B42-22E4-B97D-3E7B-A40EF57E0275}"/>
              </a:ext>
            </a:extLst>
          </p:cNvPr>
          <p:cNvSpPr>
            <a:spLocks noGrp="1"/>
          </p:cNvSpPr>
          <p:nvPr>
            <p:ph type="title"/>
          </p:nvPr>
        </p:nvSpPr>
        <p:spPr/>
        <p:txBody>
          <a:bodyPr/>
          <a:lstStyle/>
          <a:p>
            <a:pPr eaLnBrk="1" hangingPunct="1"/>
            <a:r>
              <a:rPr lang="en-US" altLang="zh-CN"/>
              <a:t>2.4.4 </a:t>
            </a:r>
            <a:r>
              <a:rPr lang="zh-CN" altLang="en-US"/>
              <a:t>循环结构与选择结构的嵌套</a:t>
            </a:r>
          </a:p>
        </p:txBody>
      </p:sp>
      <p:sp>
        <p:nvSpPr>
          <p:cNvPr id="82947" name="内容占位符 2">
            <a:extLst>
              <a:ext uri="{FF2B5EF4-FFF2-40B4-BE49-F238E27FC236}">
                <a16:creationId xmlns:a16="http://schemas.microsoft.com/office/drawing/2014/main" id="{E27E56BB-5B0F-13B9-01EF-CE0CC0A9EB43}"/>
              </a:ext>
            </a:extLst>
          </p:cNvPr>
          <p:cNvSpPr>
            <a:spLocks noGrp="1"/>
          </p:cNvSpPr>
          <p:nvPr>
            <p:ph idx="1"/>
          </p:nvPr>
        </p:nvSpPr>
        <p:spPr/>
        <p:txBody>
          <a:bodyPr/>
          <a:lstStyle/>
          <a:p>
            <a:pPr eaLnBrk="1" hangingPunct="1">
              <a:lnSpc>
                <a:spcPct val="120000"/>
              </a:lnSpc>
              <a:buFont typeface="Georgia" panose="02040502050405020303" pitchFamily="18" charset="0"/>
              <a:buNone/>
              <a:defRPr/>
            </a:pPr>
            <a:r>
              <a:rPr lang="zh-CN" altLang="en-US" dirty="0"/>
              <a:t>例</a:t>
            </a:r>
            <a:r>
              <a:rPr lang="en-US" altLang="zh-CN" dirty="0"/>
              <a:t>2-10</a:t>
            </a:r>
            <a:endParaRPr lang="en-US" altLang="zh-CN" dirty="0">
              <a:latin typeface="+mn-ea"/>
            </a:endParaRPr>
          </a:p>
          <a:p>
            <a:pPr eaLnBrk="1" hangingPunct="1">
              <a:lnSpc>
                <a:spcPct val="120000"/>
              </a:lnSpc>
              <a:defRPr/>
            </a:pPr>
            <a:r>
              <a:rPr lang="zh-CN" altLang="en-US" dirty="0">
                <a:latin typeface="+mn-ea"/>
              </a:rPr>
              <a:t>输入一系列整数，统计出正整数个数</a:t>
            </a:r>
            <a:r>
              <a:rPr lang="en-US" altLang="zh-CN" dirty="0" err="1">
                <a:latin typeface="+mn-ea"/>
              </a:rPr>
              <a:t>i</a:t>
            </a:r>
            <a:r>
              <a:rPr lang="zh-CN" altLang="en-US" dirty="0">
                <a:latin typeface="+mn-ea"/>
              </a:rPr>
              <a:t>和负整数个数</a:t>
            </a:r>
            <a:r>
              <a:rPr lang="en-US" altLang="zh-CN" dirty="0">
                <a:latin typeface="+mn-ea"/>
              </a:rPr>
              <a:t>j,</a:t>
            </a:r>
            <a:r>
              <a:rPr lang="zh-CN" altLang="en-US" dirty="0">
                <a:latin typeface="+mn-ea"/>
              </a:rPr>
              <a:t>读入</a:t>
            </a:r>
            <a:r>
              <a:rPr lang="en-US" altLang="zh-CN" dirty="0">
                <a:latin typeface="+mn-ea"/>
              </a:rPr>
              <a:t>0</a:t>
            </a:r>
            <a:r>
              <a:rPr lang="zh-CN" altLang="en-US" dirty="0">
                <a:latin typeface="+mn-ea"/>
              </a:rPr>
              <a:t>则结束。</a:t>
            </a:r>
          </a:p>
          <a:p>
            <a:pPr eaLnBrk="1" hangingPunct="1">
              <a:lnSpc>
                <a:spcPct val="120000"/>
              </a:lnSpc>
              <a:defRPr/>
            </a:pPr>
            <a:r>
              <a:rPr lang="zh-CN" altLang="en-US" dirty="0">
                <a:latin typeface="+mn-ea"/>
              </a:rPr>
              <a:t>分析：</a:t>
            </a:r>
          </a:p>
          <a:p>
            <a:pPr lvl="1" eaLnBrk="1" hangingPunct="1">
              <a:lnSpc>
                <a:spcPct val="120000"/>
              </a:lnSpc>
              <a:defRPr/>
            </a:pPr>
            <a:r>
              <a:rPr lang="zh-CN" altLang="en-US" dirty="0">
                <a:latin typeface="+mn-ea"/>
              </a:rPr>
              <a:t>需要读入一系列整数，但是整数个数不定，要在每次读入之后进行判断，因此使用</a:t>
            </a:r>
            <a:r>
              <a:rPr lang="en-US" altLang="zh-CN" dirty="0">
                <a:latin typeface="+mn-ea"/>
              </a:rPr>
              <a:t>while</a:t>
            </a:r>
            <a:r>
              <a:rPr lang="zh-CN" altLang="en-US" dirty="0">
                <a:latin typeface="+mn-ea"/>
              </a:rPr>
              <a:t>循环最为合适。循环控制条件应该是</a:t>
            </a:r>
            <a:r>
              <a:rPr lang="en-US" altLang="zh-CN" dirty="0">
                <a:latin typeface="+mn-ea"/>
              </a:rPr>
              <a:t>n!=0</a:t>
            </a:r>
            <a:r>
              <a:rPr lang="zh-CN" altLang="en-US" dirty="0">
                <a:latin typeface="+mn-ea"/>
              </a:rPr>
              <a:t>。由于要判断数的正负并分别进行统计，所以需要在循环内部嵌入选择结构。</a:t>
            </a:r>
          </a:p>
          <a:p>
            <a:pPr algn="just" eaLnBrk="1" hangingPunct="1">
              <a:lnSpc>
                <a:spcPct val="102000"/>
              </a:lnSpc>
              <a:buFont typeface="Wingdings" pitchFamily="2" charset="2"/>
              <a:buNone/>
              <a:defRPr/>
            </a:pPr>
            <a:endParaRPr lang="zh-CN" altLang="en-US" dirty="0">
              <a:latin typeface="+mn-ea"/>
            </a:endParaRPr>
          </a:p>
        </p:txBody>
      </p:sp>
      <p:sp>
        <p:nvSpPr>
          <p:cNvPr id="167940" name="灯片编号占位符 3">
            <a:extLst>
              <a:ext uri="{FF2B5EF4-FFF2-40B4-BE49-F238E27FC236}">
                <a16:creationId xmlns:a16="http://schemas.microsoft.com/office/drawing/2014/main" id="{FBF69029-CFC6-68AF-78D2-003823A9EB8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C5C543D-6E3C-4C3F-950D-270316ADB6A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112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CC23ADB-1278-ECC3-B3EB-14A86102EB5A}"/>
              </a:ext>
            </a:extLst>
          </p:cNvPr>
          <p:cNvSpPr txBox="1">
            <a:spLocks/>
          </p:cNvSpPr>
          <p:nvPr/>
        </p:nvSpPr>
        <p:spPr>
          <a:xfrm>
            <a:off x="214313" y="0"/>
            <a:ext cx="8072437" cy="428625"/>
          </a:xfrm>
          <a:prstGeom prst="rect">
            <a:avLst/>
          </a:prstGeom>
        </p:spPr>
        <p:txBody>
          <a:bodyPr anchor="ctr">
            <a:normAutofit fontScale="77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2.4.4 </a:t>
            </a:r>
            <a:r>
              <a:rPr kumimoji="0" lang="zh-CN" altLang="en-US" sz="2800" dirty="0">
                <a:solidFill>
                  <a:schemeClr val="bg1"/>
                </a:solidFill>
                <a:latin typeface="+mj-lt"/>
                <a:ea typeface="+mj-ea"/>
                <a:cs typeface="+mj-cs"/>
              </a:rPr>
              <a:t>循环结构与选择结构的嵌套</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标题 1">
            <a:extLst>
              <a:ext uri="{FF2B5EF4-FFF2-40B4-BE49-F238E27FC236}">
                <a16:creationId xmlns:a16="http://schemas.microsoft.com/office/drawing/2014/main" id="{06BDD883-CDA0-0F99-4E23-2D177D9417D8}"/>
              </a:ext>
            </a:extLst>
          </p:cNvPr>
          <p:cNvSpPr>
            <a:spLocks noGrp="1"/>
          </p:cNvSpPr>
          <p:nvPr>
            <p:ph type="title"/>
          </p:nvPr>
        </p:nvSpPr>
        <p:spPr/>
        <p:txBody>
          <a:bodyPr/>
          <a:lstStyle/>
          <a:p>
            <a:pPr eaLnBrk="1" hangingPunct="1"/>
            <a:r>
              <a:rPr lang="zh-CN" altLang="en-US"/>
              <a:t>例</a:t>
            </a:r>
            <a:r>
              <a:rPr lang="en-US" altLang="zh-CN"/>
              <a:t>2-10 </a:t>
            </a:r>
            <a:r>
              <a:rPr lang="zh-CN" altLang="en-US"/>
              <a:t>（续）</a:t>
            </a:r>
          </a:p>
        </p:txBody>
      </p:sp>
      <p:sp>
        <p:nvSpPr>
          <p:cNvPr id="168963" name="灯片编号占位符 3">
            <a:extLst>
              <a:ext uri="{FF2B5EF4-FFF2-40B4-BE49-F238E27FC236}">
                <a16:creationId xmlns:a16="http://schemas.microsoft.com/office/drawing/2014/main" id="{61BEBB20-642A-5781-26CB-A6DE04BCE02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9B214E9-78BF-42E5-9865-196122F14BD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113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98797B3B-72B6-99EF-203D-F7F80C84F2A2}"/>
              </a:ext>
            </a:extLst>
          </p:cNvPr>
          <p:cNvSpPr txBox="1">
            <a:spLocks/>
          </p:cNvSpPr>
          <p:nvPr/>
        </p:nvSpPr>
        <p:spPr>
          <a:xfrm>
            <a:off x="214313" y="0"/>
            <a:ext cx="8072437" cy="428625"/>
          </a:xfrm>
          <a:prstGeom prst="rect">
            <a:avLst/>
          </a:prstGeom>
        </p:spPr>
        <p:txBody>
          <a:bodyPr anchor="ctr">
            <a:normAutofit fontScale="77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 </a:t>
            </a:r>
            <a:r>
              <a:rPr kumimoji="0" lang="en-US" altLang="zh-CN" sz="2800" dirty="0">
                <a:solidFill>
                  <a:schemeClr val="bg1"/>
                </a:solidFill>
                <a:latin typeface="+mj-lt"/>
                <a:ea typeface="+mj-ea"/>
                <a:cs typeface="+mj-cs"/>
              </a:rPr>
              <a:t>—— 2.4.4 </a:t>
            </a:r>
            <a:r>
              <a:rPr kumimoji="0" lang="zh-CN" altLang="en-US" sz="2800" dirty="0">
                <a:solidFill>
                  <a:schemeClr val="bg1"/>
                </a:solidFill>
                <a:latin typeface="+mj-lt"/>
                <a:ea typeface="+mj-ea"/>
                <a:cs typeface="+mj-cs"/>
              </a:rPr>
              <a:t>循环结构与选择结构的嵌套</a:t>
            </a:r>
          </a:p>
        </p:txBody>
      </p:sp>
      <p:sp>
        <p:nvSpPr>
          <p:cNvPr id="7" name="内容占位符 11">
            <a:extLst>
              <a:ext uri="{FF2B5EF4-FFF2-40B4-BE49-F238E27FC236}">
                <a16:creationId xmlns:a16="http://schemas.microsoft.com/office/drawing/2014/main" id="{4FA6380B-60C8-3CA3-5868-23D91E1D0B5B}"/>
              </a:ext>
            </a:extLst>
          </p:cNvPr>
          <p:cNvSpPr>
            <a:spLocks noGrp="1"/>
          </p:cNvSpPr>
          <p:nvPr>
            <p:ph idx="1"/>
          </p:nvPr>
        </p:nvSpPr>
        <p:spPr>
          <a:xfrm>
            <a:off x="214313" y="1484313"/>
            <a:ext cx="8929687" cy="5473700"/>
          </a:xfrm>
          <a:solidFill>
            <a:srgbClr val="85FFFF"/>
          </a:solidFill>
        </p:spPr>
        <p:txBody>
          <a:bodyPr>
            <a:noAutofit/>
          </a:bodyPr>
          <a:lstStyle/>
          <a:p>
            <a:pPr eaLnBrk="1" hangingPunct="1">
              <a:lnSpc>
                <a:spcPct val="90000"/>
              </a:lnSpc>
              <a:buFont typeface="Wingdings" pitchFamily="2" charset="2"/>
              <a:buNone/>
              <a:defRPr/>
            </a:pPr>
            <a:r>
              <a:rPr lang="en-US" altLang="zh-CN" sz="2000" dirty="0">
                <a:latin typeface="Consolas" pitchFamily="49" charset="0"/>
              </a:rPr>
              <a:t>#include &lt;</a:t>
            </a:r>
            <a:r>
              <a:rPr lang="en-US" altLang="zh-CN" sz="2000" dirty="0" err="1">
                <a:latin typeface="Consolas" pitchFamily="49" charset="0"/>
              </a:rPr>
              <a:t>iostream</a:t>
            </a:r>
            <a:r>
              <a:rPr lang="en-US" altLang="zh-CN" sz="2000" dirty="0">
                <a:latin typeface="Consolas" pitchFamily="49" charset="0"/>
              </a:rPr>
              <a:t>&gt;</a:t>
            </a:r>
          </a:p>
          <a:p>
            <a:pPr eaLnBrk="1" hangingPunct="1">
              <a:lnSpc>
                <a:spcPct val="90000"/>
              </a:lnSpc>
              <a:buFont typeface="Wingdings" pitchFamily="2" charset="2"/>
              <a:buNone/>
              <a:defRPr/>
            </a:pPr>
            <a:r>
              <a:rPr lang="en-US" altLang="zh-CN" sz="2000" dirty="0">
                <a:latin typeface="Consolas" pitchFamily="49" charset="0"/>
              </a:rPr>
              <a:t>using namespace std;</a:t>
            </a:r>
          </a:p>
          <a:p>
            <a:pPr eaLnBrk="1" hangingPunct="1">
              <a:lnSpc>
                <a:spcPct val="90000"/>
              </a:lnSpc>
              <a:buFont typeface="Wingdings" pitchFamily="2" charset="2"/>
              <a:buNone/>
              <a:defRPr/>
            </a:pPr>
            <a:endParaRPr lang="en-US" altLang="zh-CN" sz="2000" dirty="0">
              <a:latin typeface="Consolas" pitchFamily="49" charset="0"/>
            </a:endParaRPr>
          </a:p>
          <a:p>
            <a:pPr eaLnBrk="1" hangingPunct="1">
              <a:lnSpc>
                <a:spcPct val="90000"/>
              </a:lnSpc>
              <a:buFont typeface="Wingdings" pitchFamily="2" charset="2"/>
              <a:buNone/>
              <a:defRPr/>
            </a:pPr>
            <a:r>
              <a:rPr lang="en-US" altLang="zh-CN" sz="2000" dirty="0" err="1">
                <a:latin typeface="Consolas" pitchFamily="49" charset="0"/>
              </a:rPr>
              <a:t>int</a:t>
            </a:r>
            <a:r>
              <a:rPr lang="en-US" altLang="zh-CN" sz="2000" dirty="0">
                <a:latin typeface="Consolas" pitchFamily="49" charset="0"/>
              </a:rPr>
              <a:t> main() {</a:t>
            </a:r>
          </a:p>
          <a:p>
            <a:pPr eaLnBrk="1" hangingPunct="1">
              <a:lnSpc>
                <a:spcPct val="90000"/>
              </a:lnSpc>
              <a:buFont typeface="Wingdings" pitchFamily="2" charset="2"/>
              <a:buNone/>
              <a:defRPr/>
            </a:pPr>
            <a:r>
              <a:rPr lang="en-US" altLang="zh-CN" sz="2000" dirty="0">
                <a:latin typeface="Consolas" pitchFamily="49" charset="0"/>
              </a:rPr>
              <a:t>	</a:t>
            </a:r>
            <a:r>
              <a:rPr lang="en-US" altLang="zh-CN" sz="2000" dirty="0" err="1">
                <a:latin typeface="Consolas" pitchFamily="49" charset="0"/>
              </a:rPr>
              <a:t>int</a:t>
            </a:r>
            <a:r>
              <a:rPr lang="en-US" altLang="zh-CN" sz="2000" dirty="0">
                <a:latin typeface="Consolas" pitchFamily="49" charset="0"/>
              </a:rPr>
              <a:t> </a:t>
            </a:r>
            <a:r>
              <a:rPr lang="en-US" altLang="zh-CN" sz="2000" dirty="0" err="1">
                <a:latin typeface="Consolas" pitchFamily="49" charset="0"/>
              </a:rPr>
              <a:t>i</a:t>
            </a:r>
            <a:r>
              <a:rPr lang="en-US" altLang="zh-CN" sz="2000" dirty="0">
                <a:latin typeface="Consolas" pitchFamily="49" charset="0"/>
              </a:rPr>
              <a:t> = 0, j = 0, n;</a:t>
            </a:r>
          </a:p>
          <a:p>
            <a:pPr eaLnBrk="1" hangingPunct="1">
              <a:lnSpc>
                <a:spcPct val="90000"/>
              </a:lnSpc>
              <a:buFont typeface="Wingdings" pitchFamily="2" charset="2"/>
              <a:buNone/>
              <a:defRPr/>
            </a:pPr>
            <a:r>
              <a:rPr lang="en-US" altLang="zh-CN" sz="2000" dirty="0">
                <a:latin typeface="Consolas" pitchFamily="49" charset="0"/>
              </a:rPr>
              <a:t>	cout &lt;&lt; "Enter some integers please (enter 0 to quit): “ &lt;&lt; </a:t>
            </a:r>
            <a:r>
              <a:rPr lang="en-US" altLang="zh-CN" sz="2000" dirty="0" err="1">
                <a:latin typeface="Consolas" pitchFamily="49" charset="0"/>
              </a:rPr>
              <a:t>endl</a:t>
            </a:r>
            <a:r>
              <a:rPr lang="en-US" altLang="zh-CN" sz="2000" dirty="0">
                <a:latin typeface="Consolas" pitchFamily="49" charset="0"/>
              </a:rPr>
              <a:t>;</a:t>
            </a:r>
          </a:p>
          <a:p>
            <a:pPr eaLnBrk="1" hangingPunct="1">
              <a:lnSpc>
                <a:spcPct val="90000"/>
              </a:lnSpc>
              <a:buFont typeface="Wingdings" pitchFamily="2" charset="2"/>
              <a:buNone/>
              <a:defRPr/>
            </a:pPr>
            <a:r>
              <a:rPr lang="en-US" altLang="zh-CN" sz="2000" dirty="0">
                <a:latin typeface="Consolas" pitchFamily="49" charset="0"/>
              </a:rPr>
              <a:t>	cin &gt;&gt; n;</a:t>
            </a:r>
          </a:p>
          <a:p>
            <a:pPr eaLnBrk="1" hangingPunct="1">
              <a:lnSpc>
                <a:spcPct val="90000"/>
              </a:lnSpc>
              <a:buFont typeface="Wingdings" pitchFamily="2" charset="2"/>
              <a:buNone/>
              <a:defRPr/>
            </a:pPr>
            <a:r>
              <a:rPr lang="en-US" altLang="zh-CN" sz="2000" dirty="0">
                <a:latin typeface="Consolas" pitchFamily="49" charset="0"/>
              </a:rPr>
              <a:t>	while (n != 0) {</a:t>
            </a:r>
          </a:p>
          <a:p>
            <a:pPr eaLnBrk="1" hangingPunct="1">
              <a:lnSpc>
                <a:spcPct val="90000"/>
              </a:lnSpc>
              <a:buFont typeface="Wingdings" pitchFamily="2" charset="2"/>
              <a:buNone/>
              <a:defRPr/>
            </a:pPr>
            <a:r>
              <a:rPr lang="en-US" altLang="zh-CN" sz="2000" dirty="0">
                <a:latin typeface="Consolas" pitchFamily="49" charset="0"/>
              </a:rPr>
              <a:t>	  if (n &gt; 0) </a:t>
            </a:r>
            <a:r>
              <a:rPr lang="en-US" altLang="zh-CN" sz="2000" dirty="0" err="1">
                <a:latin typeface="Consolas" pitchFamily="49" charset="0"/>
              </a:rPr>
              <a:t>i</a:t>
            </a:r>
            <a:r>
              <a:rPr lang="en-US" altLang="zh-CN" sz="2000" dirty="0">
                <a:latin typeface="Consolas" pitchFamily="49" charset="0"/>
              </a:rPr>
              <a:t> += 1;</a:t>
            </a:r>
          </a:p>
          <a:p>
            <a:pPr eaLnBrk="1" hangingPunct="1">
              <a:lnSpc>
                <a:spcPct val="90000"/>
              </a:lnSpc>
              <a:buFont typeface="Wingdings" pitchFamily="2" charset="2"/>
              <a:buNone/>
              <a:defRPr/>
            </a:pPr>
            <a:r>
              <a:rPr lang="en-US" altLang="zh-CN" sz="2000" dirty="0">
                <a:latin typeface="Consolas" pitchFamily="49" charset="0"/>
              </a:rPr>
              <a:t>	  if (n &lt; 0) j += 1;</a:t>
            </a:r>
          </a:p>
          <a:p>
            <a:pPr eaLnBrk="1" hangingPunct="1">
              <a:lnSpc>
                <a:spcPct val="90000"/>
              </a:lnSpc>
              <a:buFont typeface="Wingdings" pitchFamily="2" charset="2"/>
              <a:buNone/>
              <a:defRPr/>
            </a:pPr>
            <a:r>
              <a:rPr lang="en-US" altLang="zh-CN" sz="2000" dirty="0">
                <a:latin typeface="Consolas" pitchFamily="49" charset="0"/>
              </a:rPr>
              <a:t>	  cin &gt;&gt; n;</a:t>
            </a:r>
          </a:p>
          <a:p>
            <a:pPr eaLnBrk="1" hangingPunct="1">
              <a:lnSpc>
                <a:spcPct val="90000"/>
              </a:lnSpc>
              <a:buFont typeface="Wingdings" pitchFamily="2" charset="2"/>
              <a:buNone/>
              <a:defRPr/>
            </a:pPr>
            <a:r>
              <a:rPr lang="en-US" altLang="zh-CN" sz="2000" dirty="0">
                <a:latin typeface="Consolas" pitchFamily="49" charset="0"/>
              </a:rPr>
              <a:t>	}</a:t>
            </a:r>
          </a:p>
          <a:p>
            <a:pPr eaLnBrk="1" hangingPunct="1">
              <a:lnSpc>
                <a:spcPct val="90000"/>
              </a:lnSpc>
              <a:buFont typeface="Wingdings" pitchFamily="2" charset="2"/>
              <a:buNone/>
              <a:defRPr/>
            </a:pPr>
            <a:r>
              <a:rPr lang="en-US" altLang="zh-CN" sz="2000" dirty="0">
                <a:latin typeface="Consolas" pitchFamily="49" charset="0"/>
              </a:rPr>
              <a:t>	cout &lt;&lt; "Count of positive integers: " &lt;&lt; </a:t>
            </a:r>
            <a:r>
              <a:rPr lang="en-US" altLang="zh-CN" sz="2000" dirty="0" err="1">
                <a:latin typeface="Consolas" pitchFamily="49" charset="0"/>
              </a:rPr>
              <a:t>i</a:t>
            </a:r>
            <a:r>
              <a:rPr lang="en-US" altLang="zh-CN" sz="2000" dirty="0">
                <a:latin typeface="Consolas" pitchFamily="49" charset="0"/>
              </a:rPr>
              <a:t> &lt;&lt; </a:t>
            </a:r>
            <a:r>
              <a:rPr lang="en-US" altLang="zh-CN" sz="2000" dirty="0" err="1">
                <a:latin typeface="Consolas" pitchFamily="49" charset="0"/>
              </a:rPr>
              <a:t>endl</a:t>
            </a:r>
            <a:r>
              <a:rPr lang="en-US" altLang="zh-CN" sz="2000" dirty="0">
                <a:latin typeface="Consolas" pitchFamily="49" charset="0"/>
              </a:rPr>
              <a:t>;</a:t>
            </a:r>
          </a:p>
          <a:p>
            <a:pPr eaLnBrk="1" hangingPunct="1">
              <a:lnSpc>
                <a:spcPct val="90000"/>
              </a:lnSpc>
              <a:buFont typeface="Wingdings" pitchFamily="2" charset="2"/>
              <a:buNone/>
              <a:defRPr/>
            </a:pPr>
            <a:r>
              <a:rPr lang="en-US" altLang="zh-CN" sz="2000" dirty="0">
                <a:latin typeface="Consolas" pitchFamily="49" charset="0"/>
              </a:rPr>
              <a:t>	cout &lt;&lt; "Count of negative integers: " &lt;&lt; j &lt;&lt; </a:t>
            </a:r>
            <a:r>
              <a:rPr lang="en-US" altLang="zh-CN" sz="2000" dirty="0" err="1">
                <a:latin typeface="Consolas" pitchFamily="49" charset="0"/>
              </a:rPr>
              <a:t>endl</a:t>
            </a:r>
            <a:r>
              <a:rPr lang="en-US" altLang="zh-CN" sz="2000" dirty="0">
                <a:latin typeface="Consolas" pitchFamily="49" charset="0"/>
              </a:rPr>
              <a:t>;</a:t>
            </a:r>
          </a:p>
          <a:p>
            <a:pPr eaLnBrk="1" hangingPunct="1">
              <a:lnSpc>
                <a:spcPct val="90000"/>
              </a:lnSpc>
              <a:buFont typeface="Wingdings" pitchFamily="2" charset="2"/>
              <a:buNone/>
              <a:defRPr/>
            </a:pPr>
            <a:r>
              <a:rPr lang="en-US" altLang="zh-CN" sz="2000" dirty="0">
                <a:latin typeface="Consolas" pitchFamily="49" charset="0"/>
              </a:rPr>
              <a:t>	return 0;</a:t>
            </a:r>
          </a:p>
          <a:p>
            <a:pPr eaLnBrk="1" hangingPunct="1">
              <a:lnSpc>
                <a:spcPct val="90000"/>
              </a:lnSpc>
              <a:buFont typeface="Wingdings" pitchFamily="2" charset="2"/>
              <a:buNone/>
              <a:defRPr/>
            </a:pPr>
            <a:r>
              <a:rPr lang="en-US" altLang="zh-CN" sz="2000" dirty="0">
                <a:latin typeface="Consolas" pitchFamily="49" charset="0"/>
              </a:rPr>
              <a:t>}</a:t>
            </a:r>
          </a:p>
          <a:p>
            <a:pPr marL="365760" indent="-256032" eaLnBrk="1" fontAlgn="auto" hangingPunct="1">
              <a:spcAft>
                <a:spcPts val="0"/>
              </a:spcAft>
              <a:buClr>
                <a:schemeClr val="accent3"/>
              </a:buClr>
              <a:buFont typeface="Georgia"/>
              <a:buNone/>
              <a:defRPr/>
            </a:pPr>
            <a:endParaRPr lang="zh-CN" altLang="en-US" sz="1000" dirty="0">
              <a:latin typeface="Consolas" pitchFamily="49" charset="0"/>
            </a:endParaRP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1">
            <a:extLst>
              <a:ext uri="{FF2B5EF4-FFF2-40B4-BE49-F238E27FC236}">
                <a16:creationId xmlns:a16="http://schemas.microsoft.com/office/drawing/2014/main" id="{2F0EEA4C-2B8D-87E6-A763-8264CBB65F2E}"/>
              </a:ext>
            </a:extLst>
          </p:cNvPr>
          <p:cNvSpPr>
            <a:spLocks noGrp="1"/>
          </p:cNvSpPr>
          <p:nvPr>
            <p:ph type="title"/>
          </p:nvPr>
        </p:nvSpPr>
        <p:spPr/>
        <p:txBody>
          <a:bodyPr/>
          <a:lstStyle/>
          <a:p>
            <a:pPr eaLnBrk="1" hangingPunct="1"/>
            <a:r>
              <a:rPr lang="en-US" altLang="zh-CN"/>
              <a:t>2.4.5 </a:t>
            </a:r>
            <a:r>
              <a:rPr lang="zh-CN" altLang="en-US"/>
              <a:t>其他控制语句</a:t>
            </a:r>
          </a:p>
        </p:txBody>
      </p:sp>
      <p:sp>
        <p:nvSpPr>
          <p:cNvPr id="3" name="内容占位符 2">
            <a:extLst>
              <a:ext uri="{FF2B5EF4-FFF2-40B4-BE49-F238E27FC236}">
                <a16:creationId xmlns:a16="http://schemas.microsoft.com/office/drawing/2014/main" id="{D32F7794-3E72-9012-A7F6-205F5D695A98}"/>
              </a:ext>
            </a:extLst>
          </p:cNvPr>
          <p:cNvSpPr>
            <a:spLocks noGrp="1"/>
          </p:cNvSpPr>
          <p:nvPr>
            <p:ph idx="1"/>
          </p:nvPr>
        </p:nvSpPr>
        <p:spPr>
          <a:xfrm>
            <a:off x="428625" y="1714500"/>
            <a:ext cx="8229600" cy="4787900"/>
          </a:xfrm>
        </p:spPr>
        <p:txBody>
          <a:bodyPr/>
          <a:lstStyle/>
          <a:p>
            <a:pPr eaLnBrk="1" hangingPunct="1">
              <a:lnSpc>
                <a:spcPct val="150000"/>
              </a:lnSpc>
              <a:defRPr/>
            </a:pPr>
            <a:r>
              <a:rPr lang="en-US" altLang="zh-CN" dirty="0"/>
              <a:t>break</a:t>
            </a:r>
            <a:r>
              <a:rPr lang="zh-CN" altLang="en-US" dirty="0"/>
              <a:t>语句</a:t>
            </a:r>
          </a:p>
          <a:p>
            <a:pPr marL="458788" lvl="1" indent="-1588" eaLnBrk="1" hangingPunct="1">
              <a:lnSpc>
                <a:spcPct val="150000"/>
              </a:lnSpc>
              <a:buClr>
                <a:schemeClr val="tx1"/>
              </a:buClr>
              <a:buFont typeface="Wingdings" pitchFamily="2" charset="2"/>
              <a:buNone/>
              <a:defRPr/>
            </a:pPr>
            <a:r>
              <a:rPr lang="zh-CN" altLang="en-US" dirty="0"/>
              <a:t>使程序从循环体和</a:t>
            </a:r>
            <a:r>
              <a:rPr lang="en-US" altLang="zh-CN" dirty="0"/>
              <a:t>switch</a:t>
            </a:r>
            <a:r>
              <a:rPr lang="zh-CN" altLang="en-US" dirty="0"/>
              <a:t>语句内跳出，继续执行逻辑上的下一条语句。不宜用在别处。</a:t>
            </a:r>
          </a:p>
          <a:p>
            <a:pPr eaLnBrk="1" hangingPunct="1">
              <a:lnSpc>
                <a:spcPct val="150000"/>
              </a:lnSpc>
              <a:defRPr/>
            </a:pPr>
            <a:r>
              <a:rPr lang="en-US" altLang="zh-CN" dirty="0"/>
              <a:t>continue </a:t>
            </a:r>
            <a:r>
              <a:rPr lang="zh-CN" altLang="en-US" dirty="0"/>
              <a:t>语句</a:t>
            </a:r>
          </a:p>
          <a:p>
            <a:pPr marL="458788" lvl="1" indent="-1588" eaLnBrk="1" hangingPunct="1">
              <a:lnSpc>
                <a:spcPct val="150000"/>
              </a:lnSpc>
              <a:buClr>
                <a:schemeClr val="tx1"/>
              </a:buClr>
              <a:buFont typeface="Wingdings" pitchFamily="2" charset="2"/>
              <a:buNone/>
              <a:defRPr/>
            </a:pPr>
            <a:r>
              <a:rPr lang="zh-CN" altLang="en-US" dirty="0"/>
              <a:t>结束本次循环，接着判断是否执行下一次循环。</a:t>
            </a:r>
            <a:endParaRPr lang="en-US" altLang="zh-CN" dirty="0"/>
          </a:p>
          <a:p>
            <a:pPr marL="365125" lvl="1" indent="-255588" eaLnBrk="1" hangingPunct="1">
              <a:lnSpc>
                <a:spcPct val="150000"/>
              </a:lnSpc>
              <a:buClr>
                <a:srgbClr val="A04DA3"/>
              </a:buClr>
              <a:buFont typeface="Georgia" panose="02040502050405020303" pitchFamily="18" charset="0"/>
              <a:buChar char="•"/>
              <a:defRPr/>
            </a:pPr>
            <a:r>
              <a:rPr lang="en-US" altLang="zh-CN" sz="2800" dirty="0" err="1">
                <a:solidFill>
                  <a:schemeClr val="tx1"/>
                </a:solidFill>
              </a:rPr>
              <a:t>goto</a:t>
            </a:r>
            <a:r>
              <a:rPr lang="en-US" altLang="zh-CN" sz="2800" dirty="0">
                <a:solidFill>
                  <a:schemeClr val="tx1"/>
                </a:solidFill>
              </a:rPr>
              <a:t> </a:t>
            </a:r>
            <a:r>
              <a:rPr lang="zh-CN" altLang="en-US" sz="2800" dirty="0">
                <a:solidFill>
                  <a:schemeClr val="tx1"/>
                </a:solidFill>
              </a:rPr>
              <a:t>语句（不提倡）</a:t>
            </a:r>
            <a:endParaRPr lang="en-US" altLang="zh-CN" sz="2800" dirty="0">
              <a:solidFill>
                <a:schemeClr val="tx1"/>
              </a:solidFill>
            </a:endParaRPr>
          </a:p>
          <a:p>
            <a:pPr marL="458788" lvl="1" indent="-1588" eaLnBrk="1" hangingPunct="1">
              <a:lnSpc>
                <a:spcPct val="150000"/>
              </a:lnSpc>
              <a:buClr>
                <a:schemeClr val="tx1"/>
              </a:buClr>
              <a:buFont typeface="Wingdings" pitchFamily="2" charset="2"/>
              <a:buNone/>
              <a:defRPr/>
            </a:pPr>
            <a:r>
              <a:rPr lang="en-US" dirty="0" err="1"/>
              <a:t>goto</a:t>
            </a:r>
            <a:r>
              <a:rPr lang="zh-CN" altLang="en-US" dirty="0"/>
              <a:t>语句的作用是使程序的执行流程跳转到语句标号所指定的语句。</a:t>
            </a:r>
          </a:p>
        </p:txBody>
      </p:sp>
      <p:sp>
        <p:nvSpPr>
          <p:cNvPr id="169988" name="灯片编号占位符 3">
            <a:extLst>
              <a:ext uri="{FF2B5EF4-FFF2-40B4-BE49-F238E27FC236}">
                <a16:creationId xmlns:a16="http://schemas.microsoft.com/office/drawing/2014/main" id="{61A5B7E7-5FD2-B066-ADC3-34088093858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05A03C2-2ABD-4903-AB0F-A31C7B04552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114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F33FE053-3D00-FB5A-EA21-0D8780AAFC88}"/>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2.4 </a:t>
            </a:r>
            <a:r>
              <a:rPr kumimoji="0" lang="zh-CN" altLang="en-US" sz="2800" dirty="0">
                <a:solidFill>
                  <a:schemeClr val="bg1"/>
                </a:solidFill>
                <a:latin typeface="+mj-lt"/>
                <a:ea typeface="+mj-ea"/>
                <a:cs typeface="+mj-cs"/>
              </a:rPr>
              <a:t>算法的基本控制结构</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标题 1">
            <a:extLst>
              <a:ext uri="{FF2B5EF4-FFF2-40B4-BE49-F238E27FC236}">
                <a16:creationId xmlns:a16="http://schemas.microsoft.com/office/drawing/2014/main" id="{1F362E79-E976-B5C7-429B-9A814711837A}"/>
              </a:ext>
            </a:extLst>
          </p:cNvPr>
          <p:cNvSpPr>
            <a:spLocks noGrp="1"/>
          </p:cNvSpPr>
          <p:nvPr>
            <p:ph type="title"/>
          </p:nvPr>
        </p:nvSpPr>
        <p:spPr>
          <a:xfrm>
            <a:off x="395288" y="620713"/>
            <a:ext cx="8229600" cy="800100"/>
          </a:xfrm>
        </p:spPr>
        <p:txBody>
          <a:bodyPr/>
          <a:lstStyle/>
          <a:p>
            <a:pPr eaLnBrk="1" hangingPunct="1"/>
            <a:r>
              <a:rPr lang="en-US" altLang="zh-CN"/>
              <a:t>2.5.1 </a:t>
            </a:r>
            <a:r>
              <a:rPr lang="zh-CN" altLang="en-US"/>
              <a:t>类型别名</a:t>
            </a:r>
          </a:p>
        </p:txBody>
      </p:sp>
      <p:sp>
        <p:nvSpPr>
          <p:cNvPr id="171011" name="内容占位符 2">
            <a:extLst>
              <a:ext uri="{FF2B5EF4-FFF2-40B4-BE49-F238E27FC236}">
                <a16:creationId xmlns:a16="http://schemas.microsoft.com/office/drawing/2014/main" id="{EF977F40-7325-8CE0-F300-95E2082AC948}"/>
              </a:ext>
            </a:extLst>
          </p:cNvPr>
          <p:cNvSpPr>
            <a:spLocks noGrp="1"/>
          </p:cNvSpPr>
          <p:nvPr>
            <p:ph idx="1"/>
          </p:nvPr>
        </p:nvSpPr>
        <p:spPr>
          <a:xfrm>
            <a:off x="190500" y="1436688"/>
            <a:ext cx="8916988" cy="5381625"/>
          </a:xfrm>
        </p:spPr>
        <p:txBody>
          <a:bodyPr/>
          <a:lstStyle/>
          <a:p>
            <a:pPr>
              <a:lnSpc>
                <a:spcPct val="130000"/>
              </a:lnSpc>
            </a:pPr>
            <a:r>
              <a:rPr lang="zh-CN" altLang="en-US" sz="2400">
                <a:latin typeface="微软雅黑" panose="020B0503020204020204" pitchFamily="34" charset="-122"/>
                <a:ea typeface="微软雅黑" panose="020B0503020204020204" pitchFamily="34" charset="-122"/>
              </a:rPr>
              <a:t>可以为一个已有的数据类型另外命名</a:t>
            </a:r>
            <a:endParaRPr lang="en-US" altLang="zh-CN" sz="2400">
              <a:latin typeface="微软雅黑" panose="020B0503020204020204" pitchFamily="34" charset="-122"/>
              <a:ea typeface="微软雅黑" panose="020B0503020204020204" pitchFamily="34" charset="-122"/>
            </a:endParaRPr>
          </a:p>
          <a:p>
            <a:pPr lvl="1">
              <a:lnSpc>
                <a:spcPct val="130000"/>
              </a:lnSpc>
            </a:pPr>
            <a:r>
              <a:rPr lang="en-US" altLang="zh-CN" sz="2400">
                <a:latin typeface="微软雅黑" panose="020B0503020204020204" pitchFamily="34" charset="-122"/>
                <a:ea typeface="微软雅黑" panose="020B0503020204020204" pitchFamily="34" charset="-122"/>
              </a:rPr>
              <a:t>typedef  </a:t>
            </a:r>
            <a:r>
              <a:rPr lang="zh-CN" altLang="en-US" sz="2400">
                <a:latin typeface="微软雅黑" panose="020B0503020204020204" pitchFamily="34" charset="-122"/>
                <a:ea typeface="微软雅黑" panose="020B0503020204020204" pitchFamily="34" charset="-122"/>
              </a:rPr>
              <a:t>已有类型名  新类型名表</a:t>
            </a:r>
            <a:endParaRPr lang="en-US" altLang="zh-CN" sz="2400">
              <a:latin typeface="微软雅黑" panose="020B0503020204020204" pitchFamily="34" charset="-122"/>
              <a:ea typeface="微软雅黑" panose="020B0503020204020204" pitchFamily="34" charset="-122"/>
            </a:endParaRPr>
          </a:p>
          <a:p>
            <a:pPr marL="960438" lvl="3" indent="0">
              <a:lnSpc>
                <a:spcPct val="130000"/>
              </a:lnSpc>
              <a:buFont typeface="Wingdings 2" panose="05020102010507070707" pitchFamily="18" charset="2"/>
              <a:buNone/>
            </a:pPr>
            <a:r>
              <a:rPr lang="en-US" altLang="zh-CN" sz="2400">
                <a:latin typeface="微软雅黑" panose="020B0503020204020204" pitchFamily="34" charset="-122"/>
                <a:ea typeface="微软雅黑" panose="020B0503020204020204" pitchFamily="34" charset="-122"/>
              </a:rPr>
              <a:t>typedef double Area, Volume;</a:t>
            </a:r>
          </a:p>
          <a:p>
            <a:pPr marL="960438" lvl="3" indent="0">
              <a:lnSpc>
                <a:spcPct val="130000"/>
              </a:lnSpc>
              <a:buFont typeface="Wingdings 2" panose="05020102010507070707" pitchFamily="18" charset="2"/>
              <a:buNone/>
            </a:pPr>
            <a:r>
              <a:rPr lang="en-US" altLang="zh-CN" sz="2400">
                <a:latin typeface="微软雅黑" panose="020B0503020204020204" pitchFamily="34" charset="-122"/>
                <a:ea typeface="微软雅黑" panose="020B0503020204020204" pitchFamily="34" charset="-122"/>
              </a:rPr>
              <a:t>typedef int Natural;</a:t>
            </a:r>
          </a:p>
          <a:p>
            <a:pPr marL="960438" lvl="3" indent="0">
              <a:lnSpc>
                <a:spcPct val="130000"/>
              </a:lnSpc>
              <a:buFont typeface="Wingdings 2" panose="05020102010507070707" pitchFamily="18" charset="2"/>
              <a:buNone/>
            </a:pPr>
            <a:r>
              <a:rPr lang="en-US" altLang="zh-CN" sz="2400">
                <a:latin typeface="微软雅黑" panose="020B0503020204020204" pitchFamily="34" charset="-122"/>
                <a:ea typeface="微软雅黑" panose="020B0503020204020204" pitchFamily="34" charset="-122"/>
              </a:rPr>
              <a:t>Natural i1,i2;</a:t>
            </a:r>
          </a:p>
          <a:p>
            <a:pPr marL="960438" lvl="3" indent="0">
              <a:lnSpc>
                <a:spcPct val="130000"/>
              </a:lnSpc>
              <a:buFont typeface="Wingdings 2" panose="05020102010507070707" pitchFamily="18" charset="2"/>
              <a:buNone/>
            </a:pPr>
            <a:r>
              <a:rPr lang="en-US" altLang="zh-CN" sz="2400">
                <a:latin typeface="微软雅黑" panose="020B0503020204020204" pitchFamily="34" charset="-122"/>
                <a:ea typeface="微软雅黑" panose="020B0503020204020204" pitchFamily="34" charset="-122"/>
              </a:rPr>
              <a:t>Area a;</a:t>
            </a:r>
          </a:p>
          <a:p>
            <a:pPr marL="960438" lvl="3" indent="0">
              <a:lnSpc>
                <a:spcPct val="130000"/>
              </a:lnSpc>
              <a:buFont typeface="Wingdings 2" panose="05020102010507070707" pitchFamily="18" charset="2"/>
              <a:buNone/>
            </a:pPr>
            <a:r>
              <a:rPr lang="en-US" altLang="zh-CN" sz="2400">
                <a:latin typeface="微软雅黑" panose="020B0503020204020204" pitchFamily="34" charset="-122"/>
                <a:ea typeface="微软雅黑" panose="020B0503020204020204" pitchFamily="34" charset="-122"/>
              </a:rPr>
              <a:t>Volume v;</a:t>
            </a:r>
          </a:p>
          <a:p>
            <a:pPr lvl="1">
              <a:lnSpc>
                <a:spcPct val="130000"/>
              </a:lnSpc>
            </a:pPr>
            <a:r>
              <a:rPr lang="en-US" altLang="zh-CN" sz="2400">
                <a:latin typeface="微软雅黑" panose="020B0503020204020204" pitchFamily="34" charset="-122"/>
                <a:ea typeface="微软雅黑" panose="020B0503020204020204" pitchFamily="34" charset="-122"/>
              </a:rPr>
              <a:t>using  </a:t>
            </a:r>
            <a:r>
              <a:rPr lang="zh-CN" altLang="en-US" sz="2400">
                <a:latin typeface="微软雅黑" panose="020B0503020204020204" pitchFamily="34" charset="-122"/>
                <a:ea typeface="微软雅黑" panose="020B0503020204020204" pitchFamily="34" charset="-122"/>
              </a:rPr>
              <a:t>新类型名 </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已有类型名</a:t>
            </a:r>
            <a:r>
              <a:rPr lang="en-US" altLang="zh-CN" sz="2400">
                <a:latin typeface="微软雅黑" panose="020B0503020204020204" pitchFamily="34" charset="-122"/>
                <a:ea typeface="微软雅黑" panose="020B0503020204020204" pitchFamily="34" charset="-122"/>
              </a:rPr>
              <a:t>;</a:t>
            </a:r>
          </a:p>
          <a:p>
            <a:pPr marL="960438" lvl="3" indent="0">
              <a:lnSpc>
                <a:spcPct val="130000"/>
              </a:lnSpc>
              <a:buFont typeface="Wingdings 2" panose="05020102010507070707" pitchFamily="18" charset="2"/>
              <a:buNone/>
            </a:pPr>
            <a:r>
              <a:rPr lang="en-US" altLang="zh-CN" sz="2400">
                <a:latin typeface="微软雅黑" panose="020B0503020204020204" pitchFamily="34" charset="-122"/>
                <a:ea typeface="微软雅黑" panose="020B0503020204020204" pitchFamily="34" charset="-122"/>
              </a:rPr>
              <a:t>using Area = double;</a:t>
            </a:r>
          </a:p>
          <a:p>
            <a:pPr marL="960438" lvl="3" indent="0">
              <a:lnSpc>
                <a:spcPct val="130000"/>
              </a:lnSpc>
              <a:buFont typeface="Wingdings 2" panose="05020102010507070707" pitchFamily="18" charset="2"/>
              <a:buNone/>
            </a:pPr>
            <a:r>
              <a:rPr lang="en-US" altLang="zh-CN" sz="2400">
                <a:latin typeface="微软雅黑" panose="020B0503020204020204" pitchFamily="34" charset="-122"/>
                <a:ea typeface="微软雅黑" panose="020B0503020204020204" pitchFamily="34" charset="-122"/>
              </a:rPr>
              <a:t>using Volume = double;</a:t>
            </a:r>
          </a:p>
        </p:txBody>
      </p:sp>
      <p:sp>
        <p:nvSpPr>
          <p:cNvPr id="4" name="灯片编号占位符 3">
            <a:extLst>
              <a:ext uri="{FF2B5EF4-FFF2-40B4-BE49-F238E27FC236}">
                <a16:creationId xmlns:a16="http://schemas.microsoft.com/office/drawing/2014/main" id="{8185A889-E629-B687-178B-9EA5406306EA}"/>
              </a:ext>
            </a:extLst>
          </p:cNvPr>
          <p:cNvSpPr>
            <a:spLocks noGrp="1"/>
          </p:cNvSpPr>
          <p:nvPr>
            <p:ph type="sldNum" sz="quarter" idx="12"/>
          </p:nvPr>
        </p:nvSpPr>
        <p:spPr>
          <a:xfrm>
            <a:off x="7048500" y="39688"/>
            <a:ext cx="2058988" cy="365125"/>
          </a:xfrm>
        </p:spPr>
        <p:txBody>
          <a:bodyPr rtlCol="0" anchor="ctr"/>
          <a:lstStyle>
            <a:defPPr>
              <a:defRPr lang="zh-CN"/>
            </a:defPPr>
            <a:lvl1pPr algn="r" rtl="0" fontAlgn="base">
              <a:spcBef>
                <a:spcPct val="0"/>
              </a:spcBef>
              <a:spcAft>
                <a:spcPct val="0"/>
              </a:spcAft>
              <a:defRPr kumimoji="1" sz="1350" kern="1200">
                <a:solidFill>
                  <a:schemeClr val="bg1"/>
                </a:solidFill>
                <a:latin typeface="Times New Roman" panose="02020603050405020304" pitchFamily="18" charset="0"/>
                <a:ea typeface="隶书" panose="02010509060101010101" pitchFamily="49"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a:lstStyle>
          <a:p>
            <a:pPr eaLnBrk="0" hangingPunct="0">
              <a:defRPr/>
            </a:pPr>
            <a:fld id="{CACF2D5B-AE1F-4B87-A0F7-D1AE57F71726}" type="slidenum">
              <a:rPr lang="zh-CN" altLang="en-US" smtClean="0"/>
              <a:pPr eaLnBrk="0" hangingPunct="0">
                <a:defRPr/>
              </a:pPr>
              <a:t>115</a:t>
            </a:fld>
            <a:endParaRPr lang="zh-CN" altLang="en-US"/>
          </a:p>
        </p:txBody>
      </p:sp>
      <p:sp>
        <p:nvSpPr>
          <p:cNvPr id="6" name="标题 4">
            <a:extLst>
              <a:ext uri="{FF2B5EF4-FFF2-40B4-BE49-F238E27FC236}">
                <a16:creationId xmlns:a16="http://schemas.microsoft.com/office/drawing/2014/main" id="{44F212DE-A528-4BB6-F793-8C2EAD1C72F0}"/>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2.5 </a:t>
            </a:r>
            <a:r>
              <a:rPr kumimoji="0" lang="zh-CN" altLang="en-US" sz="2800" dirty="0">
                <a:solidFill>
                  <a:schemeClr val="bg1"/>
                </a:solidFill>
                <a:latin typeface="+mj-lt"/>
                <a:ea typeface="+mj-ea"/>
                <a:cs typeface="+mj-cs"/>
              </a:rPr>
              <a:t>类型别名与类型推断</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标题 1">
            <a:extLst>
              <a:ext uri="{FF2B5EF4-FFF2-40B4-BE49-F238E27FC236}">
                <a16:creationId xmlns:a16="http://schemas.microsoft.com/office/drawing/2014/main" id="{048033C0-5F1E-ECBD-20DD-5C6E713F990D}"/>
              </a:ext>
            </a:extLst>
          </p:cNvPr>
          <p:cNvSpPr>
            <a:spLocks noGrp="1"/>
          </p:cNvSpPr>
          <p:nvPr>
            <p:ph type="title"/>
          </p:nvPr>
        </p:nvSpPr>
        <p:spPr>
          <a:xfrm>
            <a:off x="292100" y="565150"/>
            <a:ext cx="8229600" cy="800100"/>
          </a:xfrm>
        </p:spPr>
        <p:txBody>
          <a:bodyPr/>
          <a:lstStyle/>
          <a:p>
            <a:r>
              <a:rPr lang="en-US" altLang="zh-CN"/>
              <a:t>2.5.2 auto</a:t>
            </a:r>
            <a:r>
              <a:rPr lang="zh-CN" altLang="en-US"/>
              <a:t>类型与</a:t>
            </a:r>
            <a:r>
              <a:rPr lang="en-US" altLang="zh-CN"/>
              <a:t>decltype</a:t>
            </a:r>
            <a:r>
              <a:rPr lang="zh-CN" altLang="en-US"/>
              <a:t>类型</a:t>
            </a:r>
          </a:p>
        </p:txBody>
      </p:sp>
      <p:sp>
        <p:nvSpPr>
          <p:cNvPr id="3" name="内容占位符 2">
            <a:extLst>
              <a:ext uri="{FF2B5EF4-FFF2-40B4-BE49-F238E27FC236}">
                <a16:creationId xmlns:a16="http://schemas.microsoft.com/office/drawing/2014/main" id="{F57019F8-2828-3374-5DD5-7C66C4001260}"/>
              </a:ext>
            </a:extLst>
          </p:cNvPr>
          <p:cNvSpPr>
            <a:spLocks noGrp="1"/>
          </p:cNvSpPr>
          <p:nvPr>
            <p:ph idx="1"/>
          </p:nvPr>
        </p:nvSpPr>
        <p:spPr>
          <a:xfrm>
            <a:off x="163513" y="1268413"/>
            <a:ext cx="8980487" cy="5753100"/>
          </a:xfrm>
        </p:spPr>
        <p:txBody>
          <a:bodyPr/>
          <a:lstStyle/>
          <a:p>
            <a:pPr>
              <a:lnSpc>
                <a:spcPct val="120000"/>
              </a:lnSpc>
              <a:defRPr/>
            </a:pPr>
            <a:r>
              <a:rPr lang="en-US" altLang="zh-CN" dirty="0"/>
              <a:t>auto</a:t>
            </a:r>
            <a:r>
              <a:rPr lang="zh-CN" altLang="en-US" dirty="0"/>
              <a:t>让编译器通过初始值自动推断变量的类型。</a:t>
            </a:r>
            <a:endParaRPr lang="en-US" altLang="zh-CN" dirty="0"/>
          </a:p>
          <a:p>
            <a:pPr lvl="1">
              <a:lnSpc>
                <a:spcPct val="120000"/>
              </a:lnSpc>
              <a:defRPr/>
            </a:pPr>
            <a:r>
              <a:rPr lang="zh-CN" altLang="en-US" sz="2400" dirty="0"/>
              <a:t>例：</a:t>
            </a:r>
            <a:endParaRPr lang="en-US" altLang="zh-CN" sz="2400" dirty="0"/>
          </a:p>
          <a:p>
            <a:pPr marL="507071" lvl="2" indent="0">
              <a:lnSpc>
                <a:spcPct val="120000"/>
              </a:lnSpc>
              <a:buFont typeface="Wingdings 2" panose="05020102010507070707" pitchFamily="18" charset="2"/>
              <a:buNone/>
              <a:defRPr/>
            </a:pPr>
            <a:r>
              <a:rPr lang="en-US" altLang="zh-CN" dirty="0"/>
              <a:t>auto </a:t>
            </a:r>
            <a:r>
              <a:rPr lang="en-US" altLang="zh-CN" dirty="0" err="1"/>
              <a:t>val</a:t>
            </a:r>
            <a:r>
              <a:rPr lang="en-US" altLang="zh-CN" dirty="0"/>
              <a:t> = val1 + val2;</a:t>
            </a:r>
          </a:p>
          <a:p>
            <a:pPr marL="507071" lvl="2" indent="0">
              <a:lnSpc>
                <a:spcPct val="120000"/>
              </a:lnSpc>
              <a:buFont typeface="Wingdings 2" panose="05020102010507070707" pitchFamily="18" charset="2"/>
              <a:buNone/>
              <a:defRPr/>
            </a:pPr>
            <a:r>
              <a:rPr lang="en-US" altLang="zh-CN" dirty="0" err="1"/>
              <a:t>val</a:t>
            </a:r>
            <a:r>
              <a:rPr lang="zh-CN" altLang="en-US" dirty="0"/>
              <a:t>的类型取决于表达式</a:t>
            </a:r>
            <a:r>
              <a:rPr lang="en-US" altLang="zh-CN" dirty="0"/>
              <a:t>val1+val2</a:t>
            </a:r>
            <a:r>
              <a:rPr lang="zh-CN" altLang="en-US" dirty="0"/>
              <a:t>的类型，如果</a:t>
            </a:r>
            <a:r>
              <a:rPr lang="en-US" altLang="zh-CN" dirty="0"/>
              <a:t>val1+val2</a:t>
            </a:r>
            <a:r>
              <a:rPr lang="zh-CN" altLang="en-US" dirty="0"/>
              <a:t>是</a:t>
            </a:r>
            <a:r>
              <a:rPr lang="en-US" altLang="zh-CN" dirty="0"/>
              <a:t>int</a:t>
            </a:r>
            <a:r>
              <a:rPr lang="zh-CN" altLang="en-US" dirty="0"/>
              <a:t>类型，那么</a:t>
            </a:r>
            <a:r>
              <a:rPr lang="en-US" altLang="zh-CN" dirty="0" err="1"/>
              <a:t>val</a:t>
            </a:r>
            <a:r>
              <a:rPr lang="zh-CN" altLang="en-US" dirty="0"/>
              <a:t>将是</a:t>
            </a:r>
            <a:r>
              <a:rPr lang="en-US" altLang="zh-CN" dirty="0"/>
              <a:t>int</a:t>
            </a:r>
            <a:r>
              <a:rPr lang="zh-CN" altLang="en-US" dirty="0"/>
              <a:t>类型；如果</a:t>
            </a:r>
            <a:r>
              <a:rPr lang="en-US" altLang="zh-CN" dirty="0"/>
              <a:t>val1+val2</a:t>
            </a:r>
            <a:r>
              <a:rPr lang="zh-CN" altLang="en-US" dirty="0"/>
              <a:t>是</a:t>
            </a:r>
            <a:r>
              <a:rPr lang="en-US" altLang="zh-CN" dirty="0"/>
              <a:t>double</a:t>
            </a:r>
            <a:r>
              <a:rPr lang="zh-CN" altLang="en-US" dirty="0"/>
              <a:t>类型，那么</a:t>
            </a:r>
            <a:r>
              <a:rPr lang="en-US" altLang="zh-CN" dirty="0" err="1"/>
              <a:t>val</a:t>
            </a:r>
            <a:r>
              <a:rPr lang="zh-CN" altLang="en-US" dirty="0"/>
              <a:t>将是</a:t>
            </a:r>
            <a:r>
              <a:rPr lang="en-US" altLang="zh-CN" dirty="0"/>
              <a:t>double</a:t>
            </a:r>
            <a:r>
              <a:rPr lang="zh-CN" altLang="en-US" dirty="0"/>
              <a:t>类型。</a:t>
            </a:r>
            <a:endParaRPr lang="en-US" altLang="zh-CN" dirty="0"/>
          </a:p>
          <a:p>
            <a:pPr marL="507071" lvl="2" indent="0">
              <a:lnSpc>
                <a:spcPct val="120000"/>
              </a:lnSpc>
              <a:buFont typeface="Wingdings 2" panose="05020102010507070707" pitchFamily="18" charset="2"/>
              <a:buNone/>
              <a:defRPr/>
            </a:pPr>
            <a:r>
              <a:rPr lang="en-US" altLang="zh-CN" dirty="0"/>
              <a:t>auto</a:t>
            </a:r>
            <a:r>
              <a:rPr lang="zh-CN" altLang="en-US" dirty="0"/>
              <a:t>可以声明多个变量，但一个声明中只能有一种变量类型</a:t>
            </a:r>
            <a:endParaRPr lang="en-US" altLang="zh-CN" dirty="0"/>
          </a:p>
          <a:p>
            <a:pPr marL="507071" lvl="2" indent="0">
              <a:lnSpc>
                <a:spcPct val="120000"/>
              </a:lnSpc>
              <a:buFont typeface="Wingdings 2" panose="05020102010507070707" pitchFamily="18" charset="2"/>
              <a:buNone/>
              <a:defRPr/>
            </a:pPr>
            <a:r>
              <a:rPr lang="zh-CN" altLang="en-US" dirty="0"/>
              <a:t>例：</a:t>
            </a:r>
            <a:endParaRPr lang="en-US" altLang="zh-CN" dirty="0"/>
          </a:p>
          <a:p>
            <a:pPr marL="507071" lvl="2" indent="0">
              <a:lnSpc>
                <a:spcPct val="120000"/>
              </a:lnSpc>
              <a:buFont typeface="Wingdings 2" panose="05020102010507070707" pitchFamily="18" charset="2"/>
              <a:buNone/>
              <a:defRPr/>
            </a:pPr>
            <a:r>
              <a:rPr lang="en-US" altLang="zh-CN" dirty="0"/>
              <a:t>  </a:t>
            </a:r>
            <a:r>
              <a:rPr lang="en-US" altLang="zh-CN" dirty="0">
                <a:latin typeface="+mn-ea"/>
              </a:rPr>
              <a:t>auto </a:t>
            </a:r>
            <a:r>
              <a:rPr lang="en-US" altLang="zh-CN" dirty="0" err="1">
                <a:latin typeface="+mn-ea"/>
              </a:rPr>
              <a:t>i</a:t>
            </a:r>
            <a:r>
              <a:rPr lang="en-US" altLang="zh-CN" dirty="0">
                <a:latin typeface="+mn-ea"/>
              </a:rPr>
              <a:t>=0,</a:t>
            </a:r>
            <a:r>
              <a:rPr lang="zh-CN" altLang="en-US" dirty="0">
                <a:latin typeface="+mn-ea"/>
              </a:rPr>
              <a:t> </a:t>
            </a:r>
            <a:r>
              <a:rPr lang="en-US" altLang="zh-CN" dirty="0">
                <a:latin typeface="+mn-ea"/>
              </a:rPr>
              <a:t>j=1;  //</a:t>
            </a:r>
            <a:r>
              <a:rPr lang="zh-CN" altLang="en-US" dirty="0">
                <a:latin typeface="+mn-ea"/>
              </a:rPr>
              <a:t>正确</a:t>
            </a:r>
            <a:endParaRPr lang="en-US" altLang="zh-CN" dirty="0">
              <a:latin typeface="+mn-ea"/>
            </a:endParaRPr>
          </a:p>
          <a:p>
            <a:pPr marL="507071" lvl="2" indent="0">
              <a:lnSpc>
                <a:spcPct val="120000"/>
              </a:lnSpc>
              <a:buFont typeface="Wingdings 2" panose="05020102010507070707" pitchFamily="18" charset="2"/>
              <a:buNone/>
              <a:defRPr/>
            </a:pPr>
            <a:r>
              <a:rPr lang="en-US" altLang="zh-CN" dirty="0">
                <a:latin typeface="+mn-ea"/>
              </a:rPr>
              <a:t> auto size=0,</a:t>
            </a:r>
            <a:r>
              <a:rPr lang="zh-CN" altLang="en-US" dirty="0">
                <a:latin typeface="+mn-ea"/>
              </a:rPr>
              <a:t> </a:t>
            </a:r>
            <a:r>
              <a:rPr lang="en-US" altLang="zh-CN" dirty="0">
                <a:latin typeface="+mn-ea"/>
              </a:rPr>
              <a:t>pi=3.14;  //</a:t>
            </a:r>
            <a:r>
              <a:rPr lang="zh-CN" altLang="en-US" dirty="0">
                <a:latin typeface="+mn-ea"/>
              </a:rPr>
              <a:t>错误</a:t>
            </a:r>
          </a:p>
        </p:txBody>
      </p:sp>
      <p:sp>
        <p:nvSpPr>
          <p:cNvPr id="5" name="灯片编号占位符 4">
            <a:extLst>
              <a:ext uri="{FF2B5EF4-FFF2-40B4-BE49-F238E27FC236}">
                <a16:creationId xmlns:a16="http://schemas.microsoft.com/office/drawing/2014/main" id="{E4A273BA-D417-2EE9-43A5-78326B64305A}"/>
              </a:ext>
            </a:extLst>
          </p:cNvPr>
          <p:cNvSpPr>
            <a:spLocks noGrp="1"/>
          </p:cNvSpPr>
          <p:nvPr>
            <p:ph type="sldNum" sz="quarter" idx="12"/>
          </p:nvPr>
        </p:nvSpPr>
        <p:spPr>
          <a:xfrm>
            <a:off x="7048500" y="39688"/>
            <a:ext cx="2058988" cy="365125"/>
          </a:xfrm>
        </p:spPr>
        <p:txBody>
          <a:bodyPr rtlCol="0" anchor="ctr"/>
          <a:lstStyle>
            <a:defPPr>
              <a:defRPr lang="zh-CN"/>
            </a:defPPr>
            <a:lvl1pPr algn="r" rtl="0" fontAlgn="base">
              <a:spcBef>
                <a:spcPct val="0"/>
              </a:spcBef>
              <a:spcAft>
                <a:spcPct val="0"/>
              </a:spcAft>
              <a:defRPr kumimoji="1" sz="1350" kern="1200">
                <a:solidFill>
                  <a:schemeClr val="bg1"/>
                </a:solidFill>
                <a:latin typeface="Times New Roman" panose="02020603050405020304" pitchFamily="18" charset="0"/>
                <a:ea typeface="隶书" panose="02010509060101010101" pitchFamily="49"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a:lstStyle>
          <a:p>
            <a:pPr eaLnBrk="0" hangingPunct="0">
              <a:defRPr/>
            </a:pPr>
            <a:fld id="{1C7DA873-B393-4091-9EC8-BF899401B197}" type="slidenum">
              <a:rPr lang="zh-CN" altLang="en-US" smtClean="0"/>
              <a:pPr eaLnBrk="0" hangingPunct="0">
                <a:defRPr/>
              </a:pPr>
              <a:t>116</a:t>
            </a:fld>
            <a:endParaRPr lang="zh-CN"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标题 1">
            <a:extLst>
              <a:ext uri="{FF2B5EF4-FFF2-40B4-BE49-F238E27FC236}">
                <a16:creationId xmlns:a16="http://schemas.microsoft.com/office/drawing/2014/main" id="{E60CC776-9A40-C9B6-7643-9ABD772610AB}"/>
              </a:ext>
            </a:extLst>
          </p:cNvPr>
          <p:cNvSpPr>
            <a:spLocks noGrp="1"/>
          </p:cNvSpPr>
          <p:nvPr>
            <p:ph type="title"/>
          </p:nvPr>
        </p:nvSpPr>
        <p:spPr>
          <a:xfrm>
            <a:off x="292100" y="565150"/>
            <a:ext cx="8229600" cy="800100"/>
          </a:xfrm>
        </p:spPr>
        <p:txBody>
          <a:bodyPr/>
          <a:lstStyle/>
          <a:p>
            <a:r>
              <a:rPr lang="en-US" altLang="zh-CN"/>
              <a:t>2.5.2 auto</a:t>
            </a:r>
            <a:r>
              <a:rPr lang="zh-CN" altLang="en-US"/>
              <a:t>类型与</a:t>
            </a:r>
            <a:r>
              <a:rPr lang="en-US" altLang="zh-CN"/>
              <a:t>decltype</a:t>
            </a:r>
            <a:r>
              <a:rPr lang="zh-CN" altLang="en-US"/>
              <a:t>类型</a:t>
            </a:r>
          </a:p>
        </p:txBody>
      </p:sp>
      <p:sp>
        <p:nvSpPr>
          <p:cNvPr id="175107" name="内容占位符 2">
            <a:extLst>
              <a:ext uri="{FF2B5EF4-FFF2-40B4-BE49-F238E27FC236}">
                <a16:creationId xmlns:a16="http://schemas.microsoft.com/office/drawing/2014/main" id="{A43E81EC-B192-43CE-B6AD-6CE78AE689D4}"/>
              </a:ext>
            </a:extLst>
          </p:cNvPr>
          <p:cNvSpPr>
            <a:spLocks noGrp="1"/>
          </p:cNvSpPr>
          <p:nvPr>
            <p:ph idx="1"/>
          </p:nvPr>
        </p:nvSpPr>
        <p:spPr>
          <a:xfrm>
            <a:off x="163513" y="1268413"/>
            <a:ext cx="8980487" cy="5753100"/>
          </a:xfrm>
        </p:spPr>
        <p:txBody>
          <a:bodyPr/>
          <a:lstStyle/>
          <a:p>
            <a:pPr>
              <a:lnSpc>
                <a:spcPct val="120000"/>
              </a:lnSpc>
            </a:pPr>
            <a:r>
              <a:rPr lang="zh-CN" altLang="en-US" sz="2600"/>
              <a:t>定义一个变量与某一表达式的类型相同，但并不想用该表达式初始化这个变量，这时我们需要</a:t>
            </a:r>
            <a:r>
              <a:rPr lang="en-US" altLang="zh-CN" sz="2600"/>
              <a:t>decltype</a:t>
            </a:r>
            <a:r>
              <a:rPr lang="zh-CN" altLang="en-US" sz="2600"/>
              <a:t>变量，它的作用是选择并返回操作数的数据类型。使用</a:t>
            </a:r>
            <a:r>
              <a:rPr lang="en-US" altLang="zh-CN" sz="2600"/>
              <a:t>decltype</a:t>
            </a:r>
            <a:r>
              <a:rPr lang="zh-CN" altLang="en-US" sz="2600"/>
              <a:t>时需要紧跟一个圆括号，圆括号内为一个表达式，声明的变量与该表达式一致。</a:t>
            </a:r>
            <a:endParaRPr lang="en-US" altLang="zh-CN" sz="2600"/>
          </a:p>
          <a:p>
            <a:pPr lvl="1">
              <a:lnSpc>
                <a:spcPct val="120000"/>
              </a:lnSpc>
            </a:pPr>
            <a:r>
              <a:rPr lang="zh-CN" altLang="en-US" sz="2800"/>
              <a:t>例：</a:t>
            </a:r>
          </a:p>
          <a:p>
            <a:pPr marL="506413" lvl="2" indent="0">
              <a:lnSpc>
                <a:spcPct val="120000"/>
              </a:lnSpc>
              <a:buFont typeface="Wingdings 2" panose="05020102010507070707" pitchFamily="18" charset="2"/>
              <a:buNone/>
            </a:pPr>
            <a:r>
              <a:rPr lang="en-US" altLang="zh-CN"/>
              <a:t>decltype(i)  j = 2;    //</a:t>
            </a:r>
            <a:r>
              <a:rPr lang="zh-CN" altLang="en-US"/>
              <a:t>表示 </a:t>
            </a:r>
            <a:r>
              <a:rPr lang="en-US" altLang="zh-CN"/>
              <a:t>j </a:t>
            </a:r>
            <a:r>
              <a:rPr lang="zh-CN" altLang="en-US"/>
              <a:t>以 </a:t>
            </a:r>
            <a:r>
              <a:rPr lang="en-US" altLang="zh-CN"/>
              <a:t>2 </a:t>
            </a:r>
            <a:r>
              <a:rPr lang="zh-CN" altLang="en-US"/>
              <a:t>作为初始值，类型与 </a:t>
            </a:r>
            <a:r>
              <a:rPr lang="en-US" altLang="zh-CN"/>
              <a:t>i </a:t>
            </a:r>
            <a:r>
              <a:rPr lang="zh-CN" altLang="en-US"/>
              <a:t>一致。</a:t>
            </a:r>
          </a:p>
        </p:txBody>
      </p:sp>
      <p:sp>
        <p:nvSpPr>
          <p:cNvPr id="5" name="灯片编号占位符 4">
            <a:extLst>
              <a:ext uri="{FF2B5EF4-FFF2-40B4-BE49-F238E27FC236}">
                <a16:creationId xmlns:a16="http://schemas.microsoft.com/office/drawing/2014/main" id="{CC547126-93F3-2D01-25C0-40C345816FD4}"/>
              </a:ext>
            </a:extLst>
          </p:cNvPr>
          <p:cNvSpPr>
            <a:spLocks noGrp="1"/>
          </p:cNvSpPr>
          <p:nvPr>
            <p:ph type="sldNum" sz="quarter" idx="12"/>
          </p:nvPr>
        </p:nvSpPr>
        <p:spPr>
          <a:xfrm>
            <a:off x="7048500" y="39688"/>
            <a:ext cx="2058988" cy="365125"/>
          </a:xfrm>
        </p:spPr>
        <p:txBody>
          <a:bodyPr rtlCol="0" anchor="ctr"/>
          <a:lstStyle>
            <a:defPPr>
              <a:defRPr lang="zh-CN"/>
            </a:defPPr>
            <a:lvl1pPr algn="r" rtl="0" fontAlgn="base">
              <a:spcBef>
                <a:spcPct val="0"/>
              </a:spcBef>
              <a:spcAft>
                <a:spcPct val="0"/>
              </a:spcAft>
              <a:defRPr kumimoji="1" sz="1350" kern="1200">
                <a:solidFill>
                  <a:schemeClr val="bg1"/>
                </a:solidFill>
                <a:latin typeface="Times New Roman" panose="02020603050405020304" pitchFamily="18" charset="0"/>
                <a:ea typeface="隶书" panose="02010509060101010101" pitchFamily="49"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a:lstStyle>
          <a:p>
            <a:pPr eaLnBrk="0" hangingPunct="0">
              <a:defRPr/>
            </a:pPr>
            <a:fld id="{BDC2DCF0-BF36-46C2-8607-C723A7927D4E}" type="slidenum">
              <a:rPr lang="zh-CN" altLang="en-US" smtClean="0"/>
              <a:pPr eaLnBrk="0" hangingPunct="0">
                <a:defRPr/>
              </a:pPr>
              <a:t>117</a:t>
            </a:fld>
            <a:endParaRPr lang="zh-CN"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
            <a:extLst>
              <a:ext uri="{FF2B5EF4-FFF2-40B4-BE49-F238E27FC236}">
                <a16:creationId xmlns:a16="http://schemas.microsoft.com/office/drawing/2014/main" id="{CAA2662C-575E-BDE2-10AE-72D20C358E3C}"/>
              </a:ext>
            </a:extLst>
          </p:cNvPr>
          <p:cNvSpPr>
            <a:spLocks noGrp="1"/>
          </p:cNvSpPr>
          <p:nvPr>
            <p:ph type="title"/>
          </p:nvPr>
        </p:nvSpPr>
        <p:spPr/>
        <p:txBody>
          <a:bodyPr/>
          <a:lstStyle/>
          <a:p>
            <a:pPr eaLnBrk="1" hangingPunct="1"/>
            <a:r>
              <a:rPr lang="en-US" altLang="zh-CN"/>
              <a:t>2.5.3 </a:t>
            </a:r>
            <a:r>
              <a:rPr lang="zh-CN" altLang="en-US"/>
              <a:t>枚举类型</a:t>
            </a:r>
          </a:p>
        </p:txBody>
      </p:sp>
      <p:sp>
        <p:nvSpPr>
          <p:cNvPr id="177155" name="内容占位符 2">
            <a:extLst>
              <a:ext uri="{FF2B5EF4-FFF2-40B4-BE49-F238E27FC236}">
                <a16:creationId xmlns:a16="http://schemas.microsoft.com/office/drawing/2014/main" id="{6169A3A4-1A96-E4BD-6F3B-E9174AABDDFC}"/>
              </a:ext>
            </a:extLst>
          </p:cNvPr>
          <p:cNvSpPr>
            <a:spLocks noGrp="1"/>
          </p:cNvSpPr>
          <p:nvPr>
            <p:ph idx="1"/>
          </p:nvPr>
        </p:nvSpPr>
        <p:spPr>
          <a:xfrm>
            <a:off x="457200" y="1622425"/>
            <a:ext cx="8229600" cy="4787900"/>
          </a:xfrm>
        </p:spPr>
        <p:txBody>
          <a:bodyPr/>
          <a:lstStyle/>
          <a:p>
            <a:pPr eaLnBrk="1" hangingPunct="1">
              <a:lnSpc>
                <a:spcPct val="150000"/>
              </a:lnSpc>
            </a:pPr>
            <a:r>
              <a:rPr lang="zh-CN" altLang="en-US"/>
              <a:t>只要将需要的变量值一一列举出来，便构成了一个枚举类型。</a:t>
            </a:r>
          </a:p>
          <a:p>
            <a:pPr eaLnBrk="1" hangingPunct="1">
              <a:lnSpc>
                <a:spcPct val="150000"/>
              </a:lnSpc>
            </a:pPr>
            <a:r>
              <a:rPr lang="zh-CN" altLang="en-US"/>
              <a:t>枚举类型的声明形式如下：</a:t>
            </a:r>
          </a:p>
          <a:p>
            <a:pPr lvl="1" eaLnBrk="1" hangingPunct="1">
              <a:lnSpc>
                <a:spcPct val="150000"/>
              </a:lnSpc>
              <a:buFontTx/>
              <a:buNone/>
            </a:pPr>
            <a:r>
              <a:rPr lang="en-US" altLang="zh-CN"/>
              <a:t>enum  </a:t>
            </a:r>
            <a:r>
              <a:rPr lang="zh-CN" altLang="en-US"/>
              <a:t>枚举类型名  </a:t>
            </a:r>
            <a:r>
              <a:rPr lang="en-US" altLang="zh-CN"/>
              <a:t>{</a:t>
            </a:r>
            <a:r>
              <a:rPr lang="zh-CN" altLang="en-US"/>
              <a:t>变量值列表</a:t>
            </a:r>
            <a:r>
              <a:rPr lang="en-US" altLang="zh-CN"/>
              <a:t>};</a:t>
            </a:r>
          </a:p>
          <a:p>
            <a:pPr eaLnBrk="1" hangingPunct="1">
              <a:lnSpc>
                <a:spcPct val="150000"/>
              </a:lnSpc>
            </a:pPr>
            <a:r>
              <a:rPr lang="zh-CN" altLang="en-US"/>
              <a:t>例如：</a:t>
            </a:r>
          </a:p>
          <a:p>
            <a:pPr lvl="1" eaLnBrk="1" hangingPunct="1">
              <a:lnSpc>
                <a:spcPct val="150000"/>
              </a:lnSpc>
              <a:buFontTx/>
              <a:buNone/>
            </a:pPr>
            <a:r>
              <a:rPr lang="en-US" altLang="zh-CN"/>
              <a:t>enum Weekday</a:t>
            </a:r>
          </a:p>
          <a:p>
            <a:pPr lvl="1" eaLnBrk="1" hangingPunct="1">
              <a:lnSpc>
                <a:spcPct val="150000"/>
              </a:lnSpc>
              <a:buFontTx/>
              <a:buNone/>
            </a:pPr>
            <a:r>
              <a:rPr lang="en-US" altLang="zh-CN"/>
              <a:t>{SUN, MON, TUE, WED, THU, FRI, SAT};</a:t>
            </a:r>
          </a:p>
          <a:p>
            <a:pPr eaLnBrk="1" hangingPunct="1"/>
            <a:endParaRPr lang="zh-CN" altLang="en-US"/>
          </a:p>
        </p:txBody>
      </p:sp>
      <p:sp>
        <p:nvSpPr>
          <p:cNvPr id="177156" name="灯片编号占位符 3">
            <a:extLst>
              <a:ext uri="{FF2B5EF4-FFF2-40B4-BE49-F238E27FC236}">
                <a16:creationId xmlns:a16="http://schemas.microsoft.com/office/drawing/2014/main" id="{9393B94F-22C4-08C1-A892-A6E8C2DC546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B4AC8F3-681F-4FE1-BEBB-4DC0BBC0E9F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118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52078ED1-2191-53F1-D97A-104F39122B7A}"/>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a:solidFill>
                  <a:schemeClr val="bg1"/>
                </a:solidFill>
                <a:latin typeface="+mj-lt"/>
                <a:ea typeface="+mj-ea"/>
                <a:cs typeface="+mj-cs"/>
              </a:rPr>
              <a:t>2.5 </a:t>
            </a:r>
            <a:r>
              <a:rPr kumimoji="0" lang="zh-CN" altLang="en-US" sz="2800">
                <a:solidFill>
                  <a:schemeClr val="bg1"/>
                </a:solidFill>
                <a:latin typeface="+mj-lt"/>
                <a:ea typeface="+mj-ea"/>
                <a:cs typeface="+mj-cs"/>
              </a:rPr>
              <a:t>枚举类</a:t>
            </a:r>
            <a:r>
              <a:rPr kumimoji="0" lang="zh-CN" altLang="en-US" sz="2800" dirty="0">
                <a:solidFill>
                  <a:schemeClr val="bg1"/>
                </a:solidFill>
                <a:latin typeface="+mj-lt"/>
                <a:ea typeface="+mj-ea"/>
                <a:cs typeface="+mj-cs"/>
              </a:rPr>
              <a:t>型</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标题 1">
            <a:extLst>
              <a:ext uri="{FF2B5EF4-FFF2-40B4-BE49-F238E27FC236}">
                <a16:creationId xmlns:a16="http://schemas.microsoft.com/office/drawing/2014/main" id="{7A984EEA-27D7-FBB4-6872-EE5D91257A46}"/>
              </a:ext>
            </a:extLst>
          </p:cNvPr>
          <p:cNvSpPr>
            <a:spLocks noGrp="1"/>
          </p:cNvSpPr>
          <p:nvPr>
            <p:ph type="title"/>
          </p:nvPr>
        </p:nvSpPr>
        <p:spPr/>
        <p:txBody>
          <a:bodyPr/>
          <a:lstStyle/>
          <a:p>
            <a:pPr eaLnBrk="1" hangingPunct="1"/>
            <a:r>
              <a:rPr lang="zh-CN" altLang="en-US"/>
              <a:t>枚举类型应用说明</a:t>
            </a:r>
          </a:p>
        </p:txBody>
      </p:sp>
      <p:sp>
        <p:nvSpPr>
          <p:cNvPr id="169987" name="内容占位符 2">
            <a:extLst>
              <a:ext uri="{FF2B5EF4-FFF2-40B4-BE49-F238E27FC236}">
                <a16:creationId xmlns:a16="http://schemas.microsoft.com/office/drawing/2014/main" id="{80545D77-31A1-923B-74D0-4D0A7F3095F8}"/>
              </a:ext>
            </a:extLst>
          </p:cNvPr>
          <p:cNvSpPr>
            <a:spLocks noGrp="1"/>
          </p:cNvSpPr>
          <p:nvPr>
            <p:ph idx="1"/>
          </p:nvPr>
        </p:nvSpPr>
        <p:spPr>
          <a:xfrm>
            <a:off x="142875" y="1643063"/>
            <a:ext cx="8858250" cy="4787900"/>
          </a:xfrm>
        </p:spPr>
        <p:txBody>
          <a:bodyPr/>
          <a:lstStyle/>
          <a:p>
            <a:pPr marL="490538" indent="-325438" eaLnBrk="1" hangingPunct="1">
              <a:lnSpc>
                <a:spcPct val="120000"/>
              </a:lnSpc>
              <a:defRPr/>
            </a:pPr>
            <a:r>
              <a:rPr lang="zh-CN" altLang="en-US" dirty="0"/>
              <a:t>对枚举元素按常量处理，不能对它们赋值。例如，不能写：</a:t>
            </a:r>
            <a:r>
              <a:rPr lang="en-US" altLang="zh-CN" dirty="0">
                <a:latin typeface="+mn-ea"/>
              </a:rPr>
              <a:t>SUN = 0</a:t>
            </a:r>
            <a:r>
              <a:rPr lang="en-US" altLang="zh-CN" dirty="0"/>
              <a:t>;</a:t>
            </a:r>
          </a:p>
          <a:p>
            <a:pPr marL="490538" indent="-325438" eaLnBrk="1" hangingPunct="1">
              <a:lnSpc>
                <a:spcPct val="120000"/>
              </a:lnSpc>
              <a:defRPr/>
            </a:pPr>
            <a:r>
              <a:rPr lang="zh-CN" altLang="en-US" dirty="0"/>
              <a:t>枚举元素具有默认值，它们依次为： </a:t>
            </a:r>
            <a:r>
              <a:rPr lang="en-US" altLang="zh-CN" dirty="0"/>
              <a:t>0,1,2,......</a:t>
            </a:r>
            <a:r>
              <a:rPr lang="zh-CN" altLang="en-US" dirty="0"/>
              <a:t>。</a:t>
            </a:r>
          </a:p>
          <a:p>
            <a:pPr marL="490538" indent="-325438" eaLnBrk="1" hangingPunct="1">
              <a:lnSpc>
                <a:spcPct val="120000"/>
              </a:lnSpc>
              <a:defRPr/>
            </a:pPr>
            <a:r>
              <a:rPr lang="zh-CN" altLang="en-US" dirty="0"/>
              <a:t>也可以在声明时另行指定枚举元素的值，如：</a:t>
            </a:r>
          </a:p>
          <a:p>
            <a:pPr marL="860425" lvl="1" eaLnBrk="1" hangingPunct="1">
              <a:lnSpc>
                <a:spcPct val="120000"/>
              </a:lnSpc>
              <a:buFont typeface="Wingdings" panose="05000000000000000000" pitchFamily="2" charset="2"/>
              <a:buNone/>
              <a:defRPr/>
            </a:pPr>
            <a:r>
              <a:rPr lang="en-US" altLang="zh-CN" sz="2200" dirty="0"/>
              <a:t>enum Weekday{SUN=7,MON=1,TUE,WED,THU,FRI,SAT};</a:t>
            </a:r>
          </a:p>
          <a:p>
            <a:pPr marL="490538" indent="-325438" eaLnBrk="1" hangingPunct="1">
              <a:lnSpc>
                <a:spcPct val="120000"/>
              </a:lnSpc>
              <a:defRPr/>
            </a:pPr>
            <a:r>
              <a:rPr lang="zh-CN" altLang="en-US" dirty="0"/>
              <a:t>枚举值可以进行关系运算。</a:t>
            </a:r>
          </a:p>
          <a:p>
            <a:pPr marL="490538" indent="-325438" eaLnBrk="1" hangingPunct="1">
              <a:lnSpc>
                <a:spcPct val="120000"/>
              </a:lnSpc>
              <a:defRPr/>
            </a:pPr>
            <a:r>
              <a:rPr lang="zh-CN" altLang="en-US" dirty="0"/>
              <a:t>整数值不能直接赋给枚举变量，如需</a:t>
            </a:r>
            <a:br>
              <a:rPr lang="zh-CN" altLang="en-US" dirty="0"/>
            </a:br>
            <a:r>
              <a:rPr lang="zh-CN" altLang="en-US" dirty="0"/>
              <a:t>要将整数赋值给枚举变量，应进行强</a:t>
            </a:r>
            <a:br>
              <a:rPr lang="zh-CN" altLang="en-US" dirty="0"/>
            </a:br>
            <a:r>
              <a:rPr lang="zh-CN" altLang="en-US" dirty="0"/>
              <a:t>制类型转换。</a:t>
            </a:r>
          </a:p>
        </p:txBody>
      </p:sp>
      <p:sp>
        <p:nvSpPr>
          <p:cNvPr id="178180" name="灯片编号占位符 3">
            <a:extLst>
              <a:ext uri="{FF2B5EF4-FFF2-40B4-BE49-F238E27FC236}">
                <a16:creationId xmlns:a16="http://schemas.microsoft.com/office/drawing/2014/main" id="{CBB91E2C-7533-9438-C5EB-37FBA563D34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2B86048-B78E-4B59-9FF3-632BC30B5A4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119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665BE91-C720-4B4C-2F86-98103819EE72}"/>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a:solidFill>
                  <a:schemeClr val="bg1"/>
                </a:solidFill>
                <a:latin typeface="+mj-lt"/>
                <a:ea typeface="+mj-ea"/>
                <a:cs typeface="+mj-cs"/>
              </a:rPr>
              <a:t>2.5 </a:t>
            </a:r>
            <a:r>
              <a:rPr kumimoji="0" lang="zh-CN" altLang="en-US" sz="2800">
                <a:solidFill>
                  <a:schemeClr val="bg1"/>
                </a:solidFill>
                <a:latin typeface="+mj-lt"/>
                <a:ea typeface="+mj-ea"/>
                <a:cs typeface="+mj-cs"/>
              </a:rPr>
              <a:t>枚举类型</a:t>
            </a:r>
            <a:endParaRPr kumimoji="0" lang="zh-CN" altLang="en-US" sz="2800" dirty="0">
              <a:solidFill>
                <a:schemeClr val="bg1"/>
              </a:solidFill>
              <a:latin typeface="+mj-lt"/>
              <a:ea typeface="+mj-ea"/>
              <a:cs typeface="+mj-cs"/>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标题 1">
            <a:extLst>
              <a:ext uri="{FF2B5EF4-FFF2-40B4-BE49-F238E27FC236}">
                <a16:creationId xmlns:a16="http://schemas.microsoft.com/office/drawing/2014/main" id="{AB3AD2EE-68A7-4F60-7008-29DDCF233A1E}"/>
              </a:ext>
            </a:extLst>
          </p:cNvPr>
          <p:cNvSpPr>
            <a:spLocks noGrp="1"/>
          </p:cNvSpPr>
          <p:nvPr>
            <p:ph type="title"/>
          </p:nvPr>
        </p:nvSpPr>
        <p:spPr/>
        <p:txBody>
          <a:bodyPr/>
          <a:lstStyle/>
          <a:p>
            <a:pPr eaLnBrk="1" hangingPunct="1"/>
            <a:r>
              <a:rPr lang="zh-CN" altLang="en-US"/>
              <a:t>例</a:t>
            </a:r>
            <a:r>
              <a:rPr lang="en-US" altLang="zh-CN"/>
              <a:t>2-11</a:t>
            </a:r>
            <a:endParaRPr lang="zh-CN" altLang="en-US"/>
          </a:p>
        </p:txBody>
      </p:sp>
      <p:sp>
        <p:nvSpPr>
          <p:cNvPr id="179203" name="内容占位符 2">
            <a:extLst>
              <a:ext uri="{FF2B5EF4-FFF2-40B4-BE49-F238E27FC236}">
                <a16:creationId xmlns:a16="http://schemas.microsoft.com/office/drawing/2014/main" id="{DCE92F53-72B5-FC27-248C-5E5D44237619}"/>
              </a:ext>
            </a:extLst>
          </p:cNvPr>
          <p:cNvSpPr>
            <a:spLocks noGrp="1"/>
          </p:cNvSpPr>
          <p:nvPr>
            <p:ph idx="1"/>
          </p:nvPr>
        </p:nvSpPr>
        <p:spPr/>
        <p:txBody>
          <a:bodyPr/>
          <a:lstStyle/>
          <a:p>
            <a:pPr eaLnBrk="1" hangingPunct="1"/>
            <a:r>
              <a:rPr lang="zh-CN" altLang="en-US" sz="3200"/>
              <a:t>设某次体育比赛的结果有四种可能：胜（</a:t>
            </a:r>
            <a:r>
              <a:rPr lang="en-US" altLang="zh-CN" sz="3200"/>
              <a:t>WIN</a:t>
            </a:r>
            <a:r>
              <a:rPr lang="zh-CN" altLang="en-US" sz="3200"/>
              <a:t>）、负（</a:t>
            </a:r>
            <a:r>
              <a:rPr lang="en-US" altLang="zh-CN" sz="3200"/>
              <a:t>LOSE</a:t>
            </a:r>
            <a:r>
              <a:rPr lang="zh-CN" altLang="en-US" sz="3200"/>
              <a:t>）、平局（</a:t>
            </a:r>
            <a:r>
              <a:rPr lang="en-US" altLang="zh-CN" sz="3200"/>
              <a:t>TIE</a:t>
            </a:r>
            <a:r>
              <a:rPr lang="zh-CN" altLang="en-US" sz="3200"/>
              <a:t>）、比赛取消（</a:t>
            </a:r>
            <a:r>
              <a:rPr lang="en-US" altLang="zh-CN" sz="3200"/>
              <a:t>CANCEL</a:t>
            </a:r>
            <a:r>
              <a:rPr lang="zh-CN" altLang="en-US" sz="3200"/>
              <a:t>），编写程序顺序输出这四种情况。</a:t>
            </a:r>
            <a:endParaRPr lang="en-US" altLang="zh-CN" sz="3200"/>
          </a:p>
          <a:p>
            <a:pPr lvl="1" eaLnBrk="1" hangingPunct="1"/>
            <a:r>
              <a:rPr lang="zh-CN" altLang="en-US" sz="3200"/>
              <a:t>分析：由于比赛结果只有四种可能，所以可以声明一个枚举类型，声明一个枚举类型的变量来存放比赛结果。</a:t>
            </a:r>
            <a:endParaRPr lang="zh-CN" altLang="en-US" sz="3000"/>
          </a:p>
        </p:txBody>
      </p:sp>
      <p:sp>
        <p:nvSpPr>
          <p:cNvPr id="179204" name="灯片编号占位符 3">
            <a:extLst>
              <a:ext uri="{FF2B5EF4-FFF2-40B4-BE49-F238E27FC236}">
                <a16:creationId xmlns:a16="http://schemas.microsoft.com/office/drawing/2014/main" id="{2D60CFF6-2486-58C5-D8F3-E71EF22F626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C10B8F7-274E-4BE5-945D-BA53EFA5BAB5}"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C2203B8B-5371-7A37-1C32-47DF4DCD11DF}"/>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a:solidFill>
                  <a:schemeClr val="bg1"/>
                </a:solidFill>
                <a:latin typeface="+mj-lt"/>
                <a:ea typeface="+mj-ea"/>
                <a:cs typeface="+mj-cs"/>
              </a:rPr>
              <a:t>2.5 </a:t>
            </a:r>
            <a:r>
              <a:rPr kumimoji="0" lang="zh-CN" altLang="en-US" sz="2800">
                <a:solidFill>
                  <a:schemeClr val="bg1"/>
                </a:solidFill>
                <a:latin typeface="+mj-lt"/>
                <a:ea typeface="+mj-ea"/>
                <a:cs typeface="+mj-cs"/>
              </a:rPr>
              <a:t>枚</a:t>
            </a:r>
            <a:r>
              <a:rPr kumimoji="0" lang="zh-CN" altLang="en-US" sz="2800" dirty="0">
                <a:solidFill>
                  <a:schemeClr val="bg1"/>
                </a:solidFill>
                <a:latin typeface="+mj-lt"/>
                <a:ea typeface="+mj-ea"/>
                <a:cs typeface="+mj-cs"/>
              </a:rPr>
              <a:t>举</a:t>
            </a:r>
            <a:r>
              <a:rPr kumimoji="0" lang="zh-CN" altLang="en-US" sz="2800">
                <a:solidFill>
                  <a:schemeClr val="bg1"/>
                </a:solidFill>
                <a:latin typeface="+mj-lt"/>
                <a:ea typeface="+mj-ea"/>
                <a:cs typeface="+mj-cs"/>
              </a:rPr>
              <a:t>类型</a:t>
            </a:r>
            <a:endParaRPr kumimoji="0" lang="zh-CN" altLang="en-US" sz="2800" dirty="0">
              <a:solidFill>
                <a:schemeClr val="bg1"/>
              </a:solidFill>
              <a:latin typeface="+mj-lt"/>
              <a:ea typeface="+mj-ea"/>
              <a:cs typeface="+mj-cs"/>
            </a:endParaRP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标题 1">
            <a:extLst>
              <a:ext uri="{FF2B5EF4-FFF2-40B4-BE49-F238E27FC236}">
                <a16:creationId xmlns:a16="http://schemas.microsoft.com/office/drawing/2014/main" id="{06038C99-95B6-29D5-385A-E47347055B95}"/>
              </a:ext>
            </a:extLst>
          </p:cNvPr>
          <p:cNvSpPr>
            <a:spLocks noGrp="1"/>
          </p:cNvSpPr>
          <p:nvPr>
            <p:ph type="title"/>
          </p:nvPr>
        </p:nvSpPr>
        <p:spPr>
          <a:xfrm>
            <a:off x="214313" y="928688"/>
            <a:ext cx="8229600" cy="1066800"/>
          </a:xfrm>
        </p:spPr>
        <p:txBody>
          <a:bodyPr/>
          <a:lstStyle/>
          <a:p>
            <a:pPr eaLnBrk="1" hangingPunct="1"/>
            <a:r>
              <a:rPr lang="zh-CN" altLang="en-US"/>
              <a:t>例</a:t>
            </a:r>
            <a:r>
              <a:rPr lang="en-US" altLang="zh-CN"/>
              <a:t>2-11</a:t>
            </a:r>
            <a:br>
              <a:rPr lang="en-US" altLang="zh-CN"/>
            </a:br>
            <a:r>
              <a:rPr lang="zh-CN" altLang="en-US"/>
              <a:t>（续）</a:t>
            </a:r>
          </a:p>
        </p:txBody>
      </p:sp>
      <p:sp>
        <p:nvSpPr>
          <p:cNvPr id="180227" name="灯片编号占位符 3">
            <a:extLst>
              <a:ext uri="{FF2B5EF4-FFF2-40B4-BE49-F238E27FC236}">
                <a16:creationId xmlns:a16="http://schemas.microsoft.com/office/drawing/2014/main" id="{D91F9639-720E-7256-50FC-84514749B75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0D368DA-91BE-47F8-9EA2-0973774F702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121</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F5C0B9DC-AC30-C20D-18EE-05B8F709B8F3}"/>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a:solidFill>
                  <a:schemeClr val="bg1"/>
                </a:solidFill>
                <a:latin typeface="+mj-lt"/>
                <a:ea typeface="+mj-ea"/>
                <a:cs typeface="+mj-cs"/>
              </a:rPr>
              <a:t>2.5 </a:t>
            </a:r>
            <a:r>
              <a:rPr kumimoji="0" lang="zh-CN" altLang="en-US" sz="2800">
                <a:solidFill>
                  <a:schemeClr val="bg1"/>
                </a:solidFill>
                <a:latin typeface="+mj-lt"/>
                <a:ea typeface="+mj-ea"/>
                <a:cs typeface="+mj-cs"/>
              </a:rPr>
              <a:t>枚</a:t>
            </a:r>
            <a:r>
              <a:rPr kumimoji="0" lang="zh-CN" altLang="en-US" sz="2800" dirty="0">
                <a:solidFill>
                  <a:schemeClr val="bg1"/>
                </a:solidFill>
                <a:latin typeface="+mj-lt"/>
                <a:ea typeface="+mj-ea"/>
                <a:cs typeface="+mj-cs"/>
              </a:rPr>
              <a:t>举</a:t>
            </a:r>
            <a:r>
              <a:rPr kumimoji="0" lang="zh-CN" altLang="en-US" sz="2800">
                <a:solidFill>
                  <a:schemeClr val="bg1"/>
                </a:solidFill>
                <a:latin typeface="+mj-lt"/>
                <a:ea typeface="+mj-ea"/>
                <a:cs typeface="+mj-cs"/>
              </a:rPr>
              <a:t>类型</a:t>
            </a:r>
            <a:endParaRPr kumimoji="0" lang="zh-CN" altLang="en-US" sz="2800" dirty="0">
              <a:solidFill>
                <a:schemeClr val="bg1"/>
              </a:solidFill>
              <a:latin typeface="+mj-lt"/>
              <a:ea typeface="+mj-ea"/>
              <a:cs typeface="+mj-cs"/>
            </a:endParaRPr>
          </a:p>
        </p:txBody>
      </p:sp>
      <p:sp>
        <p:nvSpPr>
          <p:cNvPr id="7" name="内容占位符 11">
            <a:extLst>
              <a:ext uri="{FF2B5EF4-FFF2-40B4-BE49-F238E27FC236}">
                <a16:creationId xmlns:a16="http://schemas.microsoft.com/office/drawing/2014/main" id="{580CFB9D-5E62-5CBD-ABA3-2316A807D4FC}"/>
              </a:ext>
            </a:extLst>
          </p:cNvPr>
          <p:cNvSpPr>
            <a:spLocks noGrp="1"/>
          </p:cNvSpPr>
          <p:nvPr>
            <p:ph idx="1"/>
          </p:nvPr>
        </p:nvSpPr>
        <p:spPr>
          <a:xfrm>
            <a:off x="2028825" y="642938"/>
            <a:ext cx="6757988" cy="5929312"/>
          </a:xfrm>
          <a:solidFill>
            <a:srgbClr val="85FFFF"/>
          </a:solidFill>
        </p:spPr>
        <p:txBody>
          <a:bodyPr>
            <a:normAutofit fontScale="77500" lnSpcReduction="20000"/>
          </a:bodyPr>
          <a:lstStyle/>
          <a:p>
            <a:pPr eaLnBrk="1" hangingPunct="1">
              <a:lnSpc>
                <a:spcPct val="85000"/>
              </a:lnSpc>
              <a:buFont typeface="Wingdings" pitchFamily="2" charset="2"/>
              <a:buNone/>
              <a:defRPr/>
            </a:pPr>
            <a:r>
              <a:rPr lang="en-US" altLang="zh-CN" dirty="0">
                <a:latin typeface="Consolas" pitchFamily="49" charset="0"/>
              </a:rPr>
              <a:t>#include &lt;</a:t>
            </a:r>
            <a:r>
              <a:rPr lang="en-US" altLang="zh-CN" dirty="0" err="1">
                <a:latin typeface="Consolas" pitchFamily="49" charset="0"/>
              </a:rPr>
              <a:t>iostream</a:t>
            </a:r>
            <a:r>
              <a:rPr lang="en-US" altLang="zh-CN" dirty="0">
                <a:latin typeface="Consolas" pitchFamily="49" charset="0"/>
              </a:rPr>
              <a:t>&gt;</a:t>
            </a:r>
          </a:p>
          <a:p>
            <a:pPr eaLnBrk="1" hangingPunct="1">
              <a:lnSpc>
                <a:spcPct val="85000"/>
              </a:lnSpc>
              <a:buFont typeface="Wingdings" pitchFamily="2" charset="2"/>
              <a:buNone/>
              <a:defRPr/>
            </a:pPr>
            <a:r>
              <a:rPr lang="en-US" altLang="zh-CN" dirty="0">
                <a:latin typeface="Consolas" pitchFamily="49" charset="0"/>
              </a:rPr>
              <a:t>using namespace std;</a:t>
            </a:r>
          </a:p>
          <a:p>
            <a:pPr eaLnBrk="1" hangingPunct="1">
              <a:lnSpc>
                <a:spcPct val="85000"/>
              </a:lnSpc>
              <a:buFont typeface="Wingdings" pitchFamily="2" charset="2"/>
              <a:buNone/>
              <a:defRPr/>
            </a:pPr>
            <a:r>
              <a:rPr lang="en-US" altLang="zh-CN" dirty="0">
                <a:solidFill>
                  <a:srgbClr val="C00000"/>
                </a:solidFill>
                <a:latin typeface="Consolas" pitchFamily="49" charset="0"/>
              </a:rPr>
              <a:t>enum </a:t>
            </a:r>
            <a:r>
              <a:rPr lang="en-US" altLang="zh-CN" dirty="0" err="1">
                <a:solidFill>
                  <a:srgbClr val="C00000"/>
                </a:solidFill>
                <a:latin typeface="Consolas" pitchFamily="49" charset="0"/>
              </a:rPr>
              <a:t>GameResult</a:t>
            </a:r>
            <a:r>
              <a:rPr lang="en-US" altLang="zh-CN" dirty="0">
                <a:solidFill>
                  <a:srgbClr val="C00000"/>
                </a:solidFill>
                <a:latin typeface="Consolas" pitchFamily="49" charset="0"/>
              </a:rPr>
              <a:t> {WIN, LOSE, TIE, CANCEL};</a:t>
            </a:r>
          </a:p>
          <a:p>
            <a:pPr eaLnBrk="1" hangingPunct="1">
              <a:lnSpc>
                <a:spcPct val="85000"/>
              </a:lnSpc>
              <a:buFont typeface="Wingdings" pitchFamily="2" charset="2"/>
              <a:buNone/>
              <a:defRPr/>
            </a:pPr>
            <a:r>
              <a:rPr lang="en-US" altLang="zh-CN" dirty="0" err="1">
                <a:latin typeface="Consolas" pitchFamily="49" charset="0"/>
              </a:rPr>
              <a:t>int</a:t>
            </a:r>
            <a:r>
              <a:rPr lang="en-US" altLang="zh-CN" dirty="0">
                <a:latin typeface="Consolas" pitchFamily="49" charset="0"/>
              </a:rPr>
              <a:t> main() {</a:t>
            </a:r>
          </a:p>
          <a:p>
            <a:pPr eaLnBrk="1" hangingPunct="1">
              <a:lnSpc>
                <a:spcPct val="85000"/>
              </a:lnSpc>
              <a:buFont typeface="Wingdings" pitchFamily="2" charset="2"/>
              <a:buNone/>
              <a:defRPr/>
            </a:pPr>
            <a:r>
              <a:rPr lang="en-US" altLang="zh-CN" dirty="0">
                <a:latin typeface="Consolas" pitchFamily="49" charset="0"/>
              </a:rPr>
              <a:t>	</a:t>
            </a:r>
            <a:r>
              <a:rPr lang="en-US" altLang="zh-CN" dirty="0" err="1">
                <a:latin typeface="Consolas" pitchFamily="49" charset="0"/>
              </a:rPr>
              <a:t>GameResult</a:t>
            </a:r>
            <a:r>
              <a:rPr lang="en-US" altLang="zh-CN" dirty="0">
                <a:latin typeface="Consolas" pitchFamily="49" charset="0"/>
              </a:rPr>
              <a:t> result;</a:t>
            </a:r>
          </a:p>
          <a:p>
            <a:pPr eaLnBrk="1" hangingPunct="1">
              <a:lnSpc>
                <a:spcPct val="85000"/>
              </a:lnSpc>
              <a:buFont typeface="Wingdings" pitchFamily="2" charset="2"/>
              <a:buNone/>
              <a:defRPr/>
            </a:pPr>
            <a:r>
              <a:rPr lang="en-US" altLang="zh-CN" dirty="0">
                <a:latin typeface="Consolas" pitchFamily="49" charset="0"/>
              </a:rPr>
              <a:t>	enum </a:t>
            </a:r>
            <a:r>
              <a:rPr lang="en-US" altLang="zh-CN" dirty="0" err="1">
                <a:latin typeface="Consolas" pitchFamily="49" charset="0"/>
              </a:rPr>
              <a:t>GameResult</a:t>
            </a:r>
            <a:r>
              <a:rPr lang="en-US" altLang="zh-CN" dirty="0">
                <a:latin typeface="Consolas" pitchFamily="49" charset="0"/>
              </a:rPr>
              <a:t> omit = CANCEL;</a:t>
            </a:r>
          </a:p>
          <a:p>
            <a:pPr eaLnBrk="1" hangingPunct="1">
              <a:lnSpc>
                <a:spcPct val="85000"/>
              </a:lnSpc>
              <a:buFont typeface="Wingdings" pitchFamily="2" charset="2"/>
              <a:buNone/>
              <a:defRPr/>
            </a:pPr>
            <a:r>
              <a:rPr lang="en-US" altLang="zh-CN" dirty="0">
                <a:latin typeface="Consolas" pitchFamily="49" charset="0"/>
              </a:rPr>
              <a:t>	for (</a:t>
            </a:r>
            <a:r>
              <a:rPr lang="en-US" altLang="zh-CN" dirty="0" err="1">
                <a:latin typeface="Consolas" pitchFamily="49" charset="0"/>
              </a:rPr>
              <a:t>int</a:t>
            </a:r>
            <a:r>
              <a:rPr lang="en-US" altLang="zh-CN" dirty="0">
                <a:latin typeface="Consolas" pitchFamily="49" charset="0"/>
              </a:rPr>
              <a:t> count = WIN; count &lt;= CANCEL; count++) {</a:t>
            </a:r>
          </a:p>
          <a:p>
            <a:pPr eaLnBrk="1" hangingPunct="1">
              <a:lnSpc>
                <a:spcPct val="85000"/>
              </a:lnSpc>
              <a:buFont typeface="Wingdings" pitchFamily="2" charset="2"/>
              <a:buNone/>
              <a:defRPr/>
            </a:pPr>
            <a:r>
              <a:rPr lang="en-US" altLang="zh-CN" dirty="0">
                <a:latin typeface="Consolas" pitchFamily="49" charset="0"/>
              </a:rPr>
              <a:t>	  result = </a:t>
            </a:r>
            <a:r>
              <a:rPr lang="en-US" altLang="zh-CN" dirty="0" err="1">
                <a:latin typeface="Consolas" pitchFamily="49" charset="0"/>
              </a:rPr>
              <a:t>GameResult</a:t>
            </a:r>
            <a:r>
              <a:rPr lang="en-US" altLang="zh-CN" dirty="0">
                <a:latin typeface="Consolas" pitchFamily="49" charset="0"/>
              </a:rPr>
              <a:t>(count);</a:t>
            </a:r>
          </a:p>
          <a:p>
            <a:pPr eaLnBrk="1" hangingPunct="1">
              <a:lnSpc>
                <a:spcPct val="85000"/>
              </a:lnSpc>
              <a:buFont typeface="Wingdings" pitchFamily="2" charset="2"/>
              <a:buNone/>
              <a:defRPr/>
            </a:pPr>
            <a:r>
              <a:rPr lang="en-US" altLang="zh-CN" dirty="0">
                <a:latin typeface="Consolas" pitchFamily="49" charset="0"/>
              </a:rPr>
              <a:t>	  if (result == omit) </a:t>
            </a:r>
          </a:p>
          <a:p>
            <a:pPr eaLnBrk="1" hangingPunct="1">
              <a:lnSpc>
                <a:spcPct val="85000"/>
              </a:lnSpc>
              <a:buFont typeface="Wingdings" pitchFamily="2" charset="2"/>
              <a:buNone/>
              <a:defRPr/>
            </a:pPr>
            <a:r>
              <a:rPr lang="en-US" altLang="zh-CN" dirty="0">
                <a:latin typeface="Consolas" pitchFamily="49" charset="0"/>
              </a:rPr>
              <a:t>	    cout &lt;&lt; "The game was cancelled" &lt;&lt; </a:t>
            </a:r>
            <a:r>
              <a:rPr lang="en-US" altLang="zh-CN" dirty="0" err="1">
                <a:latin typeface="Consolas" pitchFamily="49" charset="0"/>
              </a:rPr>
              <a:t>endl</a:t>
            </a:r>
            <a:r>
              <a:rPr lang="en-US" altLang="zh-CN" dirty="0">
                <a:latin typeface="Consolas" pitchFamily="49" charset="0"/>
              </a:rPr>
              <a:t>;</a:t>
            </a:r>
          </a:p>
          <a:p>
            <a:pPr eaLnBrk="1" hangingPunct="1">
              <a:lnSpc>
                <a:spcPct val="85000"/>
              </a:lnSpc>
              <a:buFont typeface="Wingdings" pitchFamily="2" charset="2"/>
              <a:buNone/>
              <a:defRPr/>
            </a:pPr>
            <a:r>
              <a:rPr lang="en-US" altLang="zh-CN" dirty="0">
                <a:latin typeface="Consolas" pitchFamily="49" charset="0"/>
              </a:rPr>
              <a:t>	  else {</a:t>
            </a:r>
          </a:p>
          <a:p>
            <a:pPr eaLnBrk="1" hangingPunct="1">
              <a:lnSpc>
                <a:spcPct val="85000"/>
              </a:lnSpc>
              <a:buFont typeface="Wingdings" pitchFamily="2" charset="2"/>
              <a:buNone/>
              <a:defRPr/>
            </a:pPr>
            <a:r>
              <a:rPr lang="en-US" altLang="zh-CN" dirty="0">
                <a:latin typeface="Consolas" pitchFamily="49" charset="0"/>
              </a:rPr>
              <a:t>	    cout &lt;&lt; "The game was played ";</a:t>
            </a:r>
          </a:p>
          <a:p>
            <a:pPr eaLnBrk="1" hangingPunct="1">
              <a:lnSpc>
                <a:spcPct val="85000"/>
              </a:lnSpc>
              <a:buFont typeface="Wingdings" pitchFamily="2" charset="2"/>
              <a:buNone/>
              <a:defRPr/>
            </a:pPr>
            <a:r>
              <a:rPr lang="en-US" altLang="zh-CN" dirty="0">
                <a:latin typeface="Consolas" pitchFamily="49" charset="0"/>
              </a:rPr>
              <a:t>	    if (result == WIN)</a:t>
            </a:r>
          </a:p>
          <a:p>
            <a:pPr eaLnBrk="1" hangingPunct="1">
              <a:lnSpc>
                <a:spcPct val="85000"/>
              </a:lnSpc>
              <a:buFont typeface="Wingdings" pitchFamily="2" charset="2"/>
              <a:buNone/>
              <a:defRPr/>
            </a:pPr>
            <a:r>
              <a:rPr lang="en-US" altLang="zh-CN" dirty="0">
                <a:latin typeface="Consolas" pitchFamily="49" charset="0"/>
              </a:rPr>
              <a:t>	      cout &lt;&lt; "and we won!";</a:t>
            </a:r>
          </a:p>
          <a:p>
            <a:pPr eaLnBrk="1" hangingPunct="1">
              <a:lnSpc>
                <a:spcPct val="85000"/>
              </a:lnSpc>
              <a:buFont typeface="Wingdings" pitchFamily="2" charset="2"/>
              <a:buNone/>
              <a:defRPr/>
            </a:pPr>
            <a:r>
              <a:rPr lang="en-US" altLang="zh-CN" dirty="0">
                <a:latin typeface="Consolas" pitchFamily="49" charset="0"/>
              </a:rPr>
              <a:t>	    if (result == LOSE)</a:t>
            </a:r>
          </a:p>
          <a:p>
            <a:pPr eaLnBrk="1" hangingPunct="1">
              <a:lnSpc>
                <a:spcPct val="85000"/>
              </a:lnSpc>
              <a:buFont typeface="Wingdings" pitchFamily="2" charset="2"/>
              <a:buNone/>
              <a:defRPr/>
            </a:pPr>
            <a:r>
              <a:rPr lang="en-US" altLang="zh-CN" dirty="0">
                <a:latin typeface="Consolas" pitchFamily="49" charset="0"/>
              </a:rPr>
              <a:t>	      cout &lt;&lt; "and we lost.";</a:t>
            </a:r>
          </a:p>
          <a:p>
            <a:pPr eaLnBrk="1" hangingPunct="1">
              <a:lnSpc>
                <a:spcPct val="85000"/>
              </a:lnSpc>
              <a:buFont typeface="Wingdings" pitchFamily="2" charset="2"/>
              <a:buNone/>
              <a:defRPr/>
            </a:pPr>
            <a:r>
              <a:rPr lang="en-US" altLang="zh-CN" dirty="0">
                <a:latin typeface="Consolas" pitchFamily="49" charset="0"/>
              </a:rPr>
              <a:t>	    cout &lt;&lt; </a:t>
            </a:r>
            <a:r>
              <a:rPr lang="en-US" altLang="zh-CN" dirty="0" err="1">
                <a:latin typeface="Consolas" pitchFamily="49" charset="0"/>
              </a:rPr>
              <a:t>endl</a:t>
            </a:r>
            <a:r>
              <a:rPr lang="en-US" altLang="zh-CN" dirty="0">
                <a:latin typeface="Consolas" pitchFamily="49" charset="0"/>
              </a:rPr>
              <a:t>;</a:t>
            </a:r>
          </a:p>
          <a:p>
            <a:pPr eaLnBrk="1" hangingPunct="1">
              <a:lnSpc>
                <a:spcPct val="85000"/>
              </a:lnSpc>
              <a:buFont typeface="Wingdings" pitchFamily="2" charset="2"/>
              <a:buNone/>
              <a:defRPr/>
            </a:pPr>
            <a:r>
              <a:rPr lang="en-US" altLang="zh-CN" dirty="0">
                <a:latin typeface="Consolas" pitchFamily="49" charset="0"/>
              </a:rPr>
              <a:t>	  }</a:t>
            </a:r>
          </a:p>
          <a:p>
            <a:pPr eaLnBrk="1" hangingPunct="1">
              <a:lnSpc>
                <a:spcPct val="85000"/>
              </a:lnSpc>
              <a:buFont typeface="Wingdings" pitchFamily="2" charset="2"/>
              <a:buNone/>
              <a:defRPr/>
            </a:pPr>
            <a:r>
              <a:rPr lang="en-US" altLang="zh-CN" dirty="0">
                <a:latin typeface="Consolas" pitchFamily="49" charset="0"/>
              </a:rPr>
              <a:t>	}</a:t>
            </a:r>
          </a:p>
          <a:p>
            <a:pPr eaLnBrk="1" hangingPunct="1">
              <a:lnSpc>
                <a:spcPct val="85000"/>
              </a:lnSpc>
              <a:buFont typeface="Wingdings" pitchFamily="2" charset="2"/>
              <a:buNone/>
              <a:defRPr/>
            </a:pPr>
            <a:r>
              <a:rPr lang="en-US" altLang="zh-CN" dirty="0">
                <a:latin typeface="Consolas" pitchFamily="49" charset="0"/>
              </a:rPr>
              <a:t>	return 0;</a:t>
            </a:r>
          </a:p>
          <a:p>
            <a:pPr eaLnBrk="1" hangingPunct="1">
              <a:lnSpc>
                <a:spcPct val="85000"/>
              </a:lnSpc>
              <a:buFont typeface="Wingdings" pitchFamily="2" charset="2"/>
              <a:buNone/>
              <a:defRPr/>
            </a:pPr>
            <a:r>
              <a:rPr lang="en-US" altLang="zh-CN" dirty="0">
                <a:latin typeface="Consolas" pitchFamily="49" charset="0"/>
              </a:rPr>
              <a:t>}</a:t>
            </a:r>
          </a:p>
          <a:p>
            <a:pPr marL="365760" indent="-256032" eaLnBrk="1" fontAlgn="auto" hangingPunct="1">
              <a:spcAft>
                <a:spcPts val="0"/>
              </a:spcAft>
              <a:buClr>
                <a:schemeClr val="accent3"/>
              </a:buClr>
              <a:buFont typeface="Georgia"/>
              <a:buNone/>
              <a:defRPr/>
            </a:pPr>
            <a:endParaRPr lang="zh-CN" altLang="en-US" dirty="0">
              <a:latin typeface="Consolas" pitchFamily="49" charset="0"/>
            </a:endParaRP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标题 1">
            <a:extLst>
              <a:ext uri="{FF2B5EF4-FFF2-40B4-BE49-F238E27FC236}">
                <a16:creationId xmlns:a16="http://schemas.microsoft.com/office/drawing/2014/main" id="{0B77F974-B858-3609-7E32-D54F9ABB2110}"/>
              </a:ext>
            </a:extLst>
          </p:cNvPr>
          <p:cNvSpPr>
            <a:spLocks noGrp="1"/>
          </p:cNvSpPr>
          <p:nvPr>
            <p:ph type="title"/>
          </p:nvPr>
        </p:nvSpPr>
        <p:spPr/>
        <p:txBody>
          <a:bodyPr/>
          <a:lstStyle/>
          <a:p>
            <a:pPr eaLnBrk="1" hangingPunct="1"/>
            <a:r>
              <a:rPr lang="zh-CN" altLang="en-US"/>
              <a:t>例</a:t>
            </a:r>
            <a:r>
              <a:rPr lang="en-US" altLang="zh-CN"/>
              <a:t>2-11</a:t>
            </a:r>
            <a:r>
              <a:rPr lang="zh-CN" altLang="en-US"/>
              <a:t>（续）</a:t>
            </a:r>
          </a:p>
        </p:txBody>
      </p:sp>
      <p:sp>
        <p:nvSpPr>
          <p:cNvPr id="181251" name="灯片编号占位符 3">
            <a:extLst>
              <a:ext uri="{FF2B5EF4-FFF2-40B4-BE49-F238E27FC236}">
                <a16:creationId xmlns:a16="http://schemas.microsoft.com/office/drawing/2014/main" id="{54FBEAFF-D791-DCC2-3A45-C1495E8B35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0429006-F41D-4AE0-98E5-D5F869D1B00A}"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122</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394D43A2-B455-770A-A8DD-C552F8533C7F}"/>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a:solidFill>
                  <a:schemeClr val="bg1"/>
                </a:solidFill>
                <a:latin typeface="+mj-lt"/>
                <a:ea typeface="+mj-ea"/>
                <a:cs typeface="+mj-cs"/>
              </a:rPr>
              <a:t>2.5 </a:t>
            </a:r>
            <a:r>
              <a:rPr kumimoji="0" lang="zh-CN" altLang="en-US" sz="2800">
                <a:solidFill>
                  <a:schemeClr val="bg1"/>
                </a:solidFill>
                <a:latin typeface="+mj-lt"/>
                <a:ea typeface="+mj-ea"/>
                <a:cs typeface="+mj-cs"/>
              </a:rPr>
              <a:t>枚</a:t>
            </a:r>
            <a:r>
              <a:rPr kumimoji="0" lang="zh-CN" altLang="en-US" sz="2800" dirty="0">
                <a:solidFill>
                  <a:schemeClr val="bg1"/>
                </a:solidFill>
                <a:latin typeface="+mj-lt"/>
                <a:ea typeface="+mj-ea"/>
                <a:cs typeface="+mj-cs"/>
              </a:rPr>
              <a:t>举</a:t>
            </a:r>
            <a:r>
              <a:rPr kumimoji="0" lang="zh-CN" altLang="en-US" sz="2800">
                <a:solidFill>
                  <a:schemeClr val="bg1"/>
                </a:solidFill>
                <a:latin typeface="+mj-lt"/>
                <a:ea typeface="+mj-ea"/>
                <a:cs typeface="+mj-cs"/>
              </a:rPr>
              <a:t>类型</a:t>
            </a:r>
            <a:endParaRPr kumimoji="0" lang="zh-CN" altLang="en-US" sz="2800" dirty="0">
              <a:solidFill>
                <a:schemeClr val="bg1"/>
              </a:solidFill>
              <a:latin typeface="+mj-lt"/>
              <a:ea typeface="+mj-ea"/>
              <a:cs typeface="+mj-cs"/>
            </a:endParaRPr>
          </a:p>
        </p:txBody>
      </p:sp>
      <p:sp>
        <p:nvSpPr>
          <p:cNvPr id="7" name="内容占位符 6">
            <a:extLst>
              <a:ext uri="{FF2B5EF4-FFF2-40B4-BE49-F238E27FC236}">
                <a16:creationId xmlns:a16="http://schemas.microsoft.com/office/drawing/2014/main" id="{A95FE8CF-A336-E64B-69C7-F33EA11FB577}"/>
              </a:ext>
            </a:extLst>
          </p:cNvPr>
          <p:cNvSpPr>
            <a:spLocks noGrp="1"/>
          </p:cNvSpPr>
          <p:nvPr>
            <p:ph idx="1"/>
          </p:nvPr>
        </p:nvSpPr>
        <p:spPr>
          <a:solidFill>
            <a:schemeClr val="accent6">
              <a:lumMod val="20000"/>
              <a:lumOff val="80000"/>
            </a:schemeClr>
          </a:solidFill>
        </p:spPr>
        <p:txBody>
          <a:bodyPr>
            <a:normAutofit/>
          </a:bodyPr>
          <a:lstStyle/>
          <a:p>
            <a:pPr eaLnBrk="1" hangingPunct="1">
              <a:buFont typeface="Wingdings" pitchFamily="2" charset="2"/>
              <a:buNone/>
              <a:defRPr/>
            </a:pPr>
            <a:r>
              <a:rPr lang="zh-CN" altLang="en-US" dirty="0"/>
              <a:t>运行结果</a:t>
            </a:r>
          </a:p>
          <a:p>
            <a:pPr eaLnBrk="1" hangingPunct="1">
              <a:buFont typeface="Wingdings" pitchFamily="2" charset="2"/>
              <a:buNone/>
              <a:defRPr/>
            </a:pPr>
            <a:r>
              <a:rPr lang="zh-CN" altLang="en-US" dirty="0"/>
              <a:t> </a:t>
            </a:r>
            <a:r>
              <a:rPr lang="en-US" altLang="zh-CN" dirty="0"/>
              <a:t>The game was played and we won!</a:t>
            </a:r>
          </a:p>
          <a:p>
            <a:pPr eaLnBrk="1" hangingPunct="1">
              <a:buFont typeface="Wingdings" pitchFamily="2" charset="2"/>
              <a:buNone/>
              <a:defRPr/>
            </a:pPr>
            <a:r>
              <a:rPr lang="en-US" altLang="zh-CN" dirty="0"/>
              <a:t> The game was played and we lost.</a:t>
            </a:r>
          </a:p>
          <a:p>
            <a:pPr eaLnBrk="1" hangingPunct="1">
              <a:buFont typeface="Wingdings" pitchFamily="2" charset="2"/>
              <a:buNone/>
              <a:defRPr/>
            </a:pPr>
            <a:r>
              <a:rPr lang="en-US" altLang="zh-CN" dirty="0"/>
              <a:t> The game was played</a:t>
            </a:r>
          </a:p>
          <a:p>
            <a:pPr eaLnBrk="1" hangingPunct="1">
              <a:buFont typeface="Wingdings" pitchFamily="2" charset="2"/>
              <a:buNone/>
              <a:defRPr/>
            </a:pPr>
            <a:r>
              <a:rPr lang="en-US" altLang="zh-CN" dirty="0"/>
              <a:t> The game was cancelled</a:t>
            </a: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标题 1">
            <a:extLst>
              <a:ext uri="{FF2B5EF4-FFF2-40B4-BE49-F238E27FC236}">
                <a16:creationId xmlns:a16="http://schemas.microsoft.com/office/drawing/2014/main" id="{F1045A85-2A9E-DF8D-2997-9E2EEED79B1C}"/>
              </a:ext>
            </a:extLst>
          </p:cNvPr>
          <p:cNvSpPr>
            <a:spLocks noGrp="1"/>
          </p:cNvSpPr>
          <p:nvPr>
            <p:ph type="title"/>
          </p:nvPr>
        </p:nvSpPr>
        <p:spPr/>
        <p:txBody>
          <a:bodyPr/>
          <a:lstStyle/>
          <a:p>
            <a:pPr eaLnBrk="1" hangingPunct="1"/>
            <a:r>
              <a:rPr lang="en-US" altLang="zh-CN"/>
              <a:t>2.6.1</a:t>
            </a:r>
            <a:r>
              <a:rPr lang="zh-CN" altLang="en-US"/>
              <a:t>变量的实现机制</a:t>
            </a:r>
          </a:p>
        </p:txBody>
      </p:sp>
      <p:sp>
        <p:nvSpPr>
          <p:cNvPr id="182275" name="内容占位符 2">
            <a:extLst>
              <a:ext uri="{FF2B5EF4-FFF2-40B4-BE49-F238E27FC236}">
                <a16:creationId xmlns:a16="http://schemas.microsoft.com/office/drawing/2014/main" id="{4177E285-30A1-C023-5284-E9D4F9A72267}"/>
              </a:ext>
            </a:extLst>
          </p:cNvPr>
          <p:cNvSpPr>
            <a:spLocks noGrp="1"/>
          </p:cNvSpPr>
          <p:nvPr>
            <p:ph idx="1"/>
          </p:nvPr>
        </p:nvSpPr>
        <p:spPr/>
        <p:txBody>
          <a:bodyPr/>
          <a:lstStyle/>
          <a:p>
            <a:pPr eaLnBrk="1" hangingPunct="1">
              <a:lnSpc>
                <a:spcPct val="150000"/>
              </a:lnSpc>
            </a:pPr>
            <a:r>
              <a:rPr lang="zh-CN" altLang="en-US"/>
              <a:t>站在目标代码的角度上看问题</a:t>
            </a:r>
            <a:endParaRPr lang="en-US" altLang="zh-CN"/>
          </a:p>
          <a:p>
            <a:pPr eaLnBrk="1" hangingPunct="1">
              <a:lnSpc>
                <a:spcPct val="150000"/>
              </a:lnSpc>
            </a:pPr>
            <a:r>
              <a:rPr lang="zh-CN" altLang="en-US"/>
              <a:t>变量具有两个重要属性</a:t>
            </a:r>
            <a:r>
              <a:rPr lang="en-US" altLang="zh-CN"/>
              <a:t>——</a:t>
            </a:r>
            <a:r>
              <a:rPr lang="zh-CN" altLang="en-US"/>
              <a:t>数据类型和变量名</a:t>
            </a:r>
            <a:endParaRPr lang="en-US" altLang="zh-CN"/>
          </a:p>
          <a:p>
            <a:pPr lvl="1" eaLnBrk="1" hangingPunct="1">
              <a:lnSpc>
                <a:spcPct val="150000"/>
              </a:lnSpc>
            </a:pPr>
            <a:r>
              <a:rPr lang="zh-CN" altLang="en-US"/>
              <a:t>它们都用文字表示，便于人们理解，但不便于</a:t>
            </a:r>
            <a:r>
              <a:rPr lang="en-US" altLang="zh-CN"/>
              <a:t>CPU</a:t>
            </a:r>
            <a:r>
              <a:rPr lang="zh-CN" altLang="en-US"/>
              <a:t>识别，因此它们不能出现在目标代码中；</a:t>
            </a:r>
            <a:endParaRPr lang="en-US" altLang="zh-CN"/>
          </a:p>
          <a:p>
            <a:pPr lvl="1" eaLnBrk="1" hangingPunct="1">
              <a:lnSpc>
                <a:spcPct val="150000"/>
              </a:lnSpc>
            </a:pPr>
            <a:r>
              <a:rPr lang="zh-CN" altLang="en-US"/>
              <a:t>下面将讨论它们在目标代码中的表示方式。</a:t>
            </a:r>
          </a:p>
          <a:p>
            <a:pPr eaLnBrk="1" hangingPunct="1"/>
            <a:endParaRPr lang="zh-CN" altLang="en-US"/>
          </a:p>
        </p:txBody>
      </p:sp>
      <p:sp>
        <p:nvSpPr>
          <p:cNvPr id="182276" name="灯片编号占位符 3">
            <a:extLst>
              <a:ext uri="{FF2B5EF4-FFF2-40B4-BE49-F238E27FC236}">
                <a16:creationId xmlns:a16="http://schemas.microsoft.com/office/drawing/2014/main" id="{37F39FCE-A9F9-F772-BDB7-11C07CC9A0B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EA36746-52EF-4031-9E63-69FF109FF27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123</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E9E54B0F-B659-79B2-F842-77FF3866A915}"/>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2.6 </a:t>
            </a:r>
            <a:r>
              <a:rPr kumimoji="0" lang="zh-CN" altLang="en-US" sz="2800" dirty="0">
                <a:solidFill>
                  <a:schemeClr val="bg1"/>
                </a:solidFill>
                <a:latin typeface="+mj-lt"/>
                <a:ea typeface="+mj-ea"/>
                <a:cs typeface="+mj-cs"/>
              </a:rPr>
              <a:t>深度探索</a:t>
            </a: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标题 1">
            <a:extLst>
              <a:ext uri="{FF2B5EF4-FFF2-40B4-BE49-F238E27FC236}">
                <a16:creationId xmlns:a16="http://schemas.microsoft.com/office/drawing/2014/main" id="{18147C6D-CAD2-35ED-2BF4-B0DBC5207654}"/>
              </a:ext>
            </a:extLst>
          </p:cNvPr>
          <p:cNvSpPr>
            <a:spLocks noGrp="1"/>
          </p:cNvSpPr>
          <p:nvPr>
            <p:ph type="title"/>
          </p:nvPr>
        </p:nvSpPr>
        <p:spPr/>
        <p:txBody>
          <a:bodyPr/>
          <a:lstStyle/>
          <a:p>
            <a:pPr eaLnBrk="1" hangingPunct="1"/>
            <a:r>
              <a:rPr lang="zh-CN" altLang="en-US"/>
              <a:t>变量名</a:t>
            </a:r>
          </a:p>
        </p:txBody>
      </p:sp>
      <p:sp>
        <p:nvSpPr>
          <p:cNvPr id="184323" name="内容占位符 2">
            <a:extLst>
              <a:ext uri="{FF2B5EF4-FFF2-40B4-BE49-F238E27FC236}">
                <a16:creationId xmlns:a16="http://schemas.microsoft.com/office/drawing/2014/main" id="{14589F38-40AC-9B2C-A517-9BEE32A017B3}"/>
              </a:ext>
            </a:extLst>
          </p:cNvPr>
          <p:cNvSpPr>
            <a:spLocks noGrp="1"/>
          </p:cNvSpPr>
          <p:nvPr>
            <p:ph idx="1"/>
          </p:nvPr>
        </p:nvSpPr>
        <p:spPr>
          <a:xfrm>
            <a:off x="457200" y="1785938"/>
            <a:ext cx="8229600" cy="1785937"/>
          </a:xfrm>
        </p:spPr>
        <p:txBody>
          <a:bodyPr/>
          <a:lstStyle/>
          <a:p>
            <a:pPr eaLnBrk="1" hangingPunct="1">
              <a:lnSpc>
                <a:spcPct val="150000"/>
              </a:lnSpc>
            </a:pPr>
            <a:r>
              <a:rPr lang="zh-CN" altLang="en-US"/>
              <a:t>源代码中，变量依靠变量名来标识；</a:t>
            </a:r>
            <a:endParaRPr lang="en-US" altLang="zh-CN"/>
          </a:p>
          <a:p>
            <a:pPr marL="365125" lvl="1" indent="-255588" eaLnBrk="1" hangingPunct="1">
              <a:lnSpc>
                <a:spcPct val="150000"/>
              </a:lnSpc>
              <a:buClr>
                <a:srgbClr val="A04DA3"/>
              </a:buClr>
              <a:buFont typeface="Georgia" panose="02040502050405020303" pitchFamily="18" charset="0"/>
              <a:buChar char="•"/>
            </a:pPr>
            <a:r>
              <a:rPr lang="zh-CN" altLang="en-US" sz="2800">
                <a:solidFill>
                  <a:schemeClr val="tx1"/>
                </a:solidFill>
              </a:rPr>
              <a:t>目标代码中，变量依靠地址来标识，每个变量的地址互不相同。</a:t>
            </a:r>
          </a:p>
          <a:p>
            <a:pPr eaLnBrk="1" hangingPunct="1">
              <a:lnSpc>
                <a:spcPct val="150000"/>
              </a:lnSpc>
            </a:pPr>
            <a:endParaRPr lang="zh-CN" altLang="en-US"/>
          </a:p>
          <a:p>
            <a:pPr eaLnBrk="1" hangingPunct="1"/>
            <a:endParaRPr lang="zh-CN" altLang="en-US"/>
          </a:p>
        </p:txBody>
      </p:sp>
      <p:sp>
        <p:nvSpPr>
          <p:cNvPr id="184324" name="灯片编号占位符 3">
            <a:extLst>
              <a:ext uri="{FF2B5EF4-FFF2-40B4-BE49-F238E27FC236}">
                <a16:creationId xmlns:a16="http://schemas.microsoft.com/office/drawing/2014/main" id="{A36BCB0A-4DAB-9CD8-80BA-6EF7A953028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6F39CB1-3129-411E-A69C-EE5DBCBD3284}"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124</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1BFD0A28-93F4-3BC5-F248-253DD1818081}"/>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2.6 </a:t>
            </a:r>
            <a:r>
              <a:rPr kumimoji="0" lang="zh-CN" altLang="en-US" sz="2800" dirty="0">
                <a:solidFill>
                  <a:schemeClr val="bg1"/>
                </a:solidFill>
                <a:latin typeface="+mj-lt"/>
                <a:ea typeface="+mj-ea"/>
                <a:cs typeface="+mj-cs"/>
              </a:rPr>
              <a:t>深度探索 </a:t>
            </a:r>
            <a:r>
              <a:rPr kumimoji="0" lang="en-US" altLang="zh-CN" sz="2800" dirty="0">
                <a:solidFill>
                  <a:schemeClr val="bg1"/>
                </a:solidFill>
                <a:latin typeface="+mj-lt"/>
                <a:ea typeface="+mj-ea"/>
                <a:cs typeface="+mj-cs"/>
              </a:rPr>
              <a:t>—— 2.6.1 </a:t>
            </a:r>
            <a:r>
              <a:rPr kumimoji="0" lang="zh-CN" altLang="en-US" sz="2800" dirty="0">
                <a:solidFill>
                  <a:schemeClr val="bg1"/>
                </a:solidFill>
                <a:latin typeface="+mj-lt"/>
                <a:ea typeface="+mj-ea"/>
                <a:cs typeface="+mj-cs"/>
              </a:rPr>
              <a:t>变量的实现机制</a:t>
            </a:r>
          </a:p>
        </p:txBody>
      </p:sp>
      <p:sp>
        <p:nvSpPr>
          <p:cNvPr id="6" name="TextBox 5">
            <a:extLst>
              <a:ext uri="{FF2B5EF4-FFF2-40B4-BE49-F238E27FC236}">
                <a16:creationId xmlns:a16="http://schemas.microsoft.com/office/drawing/2014/main" id="{BB3B8654-0955-4BAB-AA3D-462A75D561CD}"/>
              </a:ext>
            </a:extLst>
          </p:cNvPr>
          <p:cNvSpPr txBox="1"/>
          <p:nvPr/>
        </p:nvSpPr>
        <p:spPr>
          <a:xfrm>
            <a:off x="1285875" y="3929063"/>
            <a:ext cx="2143125" cy="2124075"/>
          </a:xfrm>
          <a:prstGeom prst="rect">
            <a:avLst/>
          </a:prstGeom>
          <a:noFill/>
        </p:spPr>
        <p:txBody>
          <a:bodyPr>
            <a:spAutoFit/>
          </a:bodyPr>
          <a:lstStyle/>
          <a:p>
            <a:pPr eaLnBrk="1" hangingPunct="1">
              <a:defRPr/>
            </a:pPr>
            <a:r>
              <a:rPr lang="en-US" sz="2200" dirty="0" err="1">
                <a:latin typeface="+mn-ea"/>
                <a:ea typeface="+mn-ea"/>
              </a:rPr>
              <a:t>int</a:t>
            </a:r>
            <a:r>
              <a:rPr lang="en-US" sz="2200" dirty="0">
                <a:latin typeface="+mn-ea"/>
                <a:ea typeface="+mn-ea"/>
              </a:rPr>
              <a:t> a, b;</a:t>
            </a:r>
            <a:endParaRPr lang="zh-CN" altLang="en-US" sz="2200" dirty="0">
              <a:latin typeface="+mn-ea"/>
              <a:ea typeface="+mn-ea"/>
            </a:endParaRPr>
          </a:p>
          <a:p>
            <a:pPr eaLnBrk="1" hangingPunct="1">
              <a:defRPr/>
            </a:pPr>
            <a:r>
              <a:rPr lang="en-US" sz="2200" dirty="0" err="1">
                <a:latin typeface="+mn-ea"/>
                <a:ea typeface="+mn-ea"/>
              </a:rPr>
              <a:t>int</a:t>
            </a:r>
            <a:r>
              <a:rPr lang="en-US" sz="2200" dirty="0">
                <a:latin typeface="+mn-ea"/>
                <a:ea typeface="+mn-ea"/>
              </a:rPr>
              <a:t> main() {</a:t>
            </a:r>
            <a:endParaRPr lang="zh-CN" altLang="en-US" sz="2200" dirty="0">
              <a:latin typeface="+mn-ea"/>
              <a:ea typeface="+mn-ea"/>
            </a:endParaRPr>
          </a:p>
          <a:p>
            <a:pPr eaLnBrk="1" hangingPunct="1">
              <a:defRPr/>
            </a:pPr>
            <a:r>
              <a:rPr lang="en-US" sz="2200" dirty="0">
                <a:latin typeface="+mn-ea"/>
                <a:ea typeface="+mn-ea"/>
              </a:rPr>
              <a:t>  a++;</a:t>
            </a:r>
            <a:endParaRPr lang="zh-CN" altLang="en-US" sz="2200" dirty="0">
              <a:latin typeface="+mn-ea"/>
              <a:ea typeface="+mn-ea"/>
            </a:endParaRPr>
          </a:p>
          <a:p>
            <a:pPr eaLnBrk="1" hangingPunct="1">
              <a:defRPr/>
            </a:pPr>
            <a:r>
              <a:rPr lang="en-US" sz="2200" dirty="0">
                <a:latin typeface="+mn-ea"/>
                <a:ea typeface="+mn-ea"/>
              </a:rPr>
              <a:t>  b++;</a:t>
            </a:r>
            <a:endParaRPr lang="zh-CN" altLang="en-US" sz="2200" dirty="0">
              <a:latin typeface="+mn-ea"/>
              <a:ea typeface="+mn-ea"/>
            </a:endParaRPr>
          </a:p>
          <a:p>
            <a:pPr eaLnBrk="1" hangingPunct="1">
              <a:defRPr/>
            </a:pPr>
            <a:r>
              <a:rPr lang="en-US" sz="2200" dirty="0">
                <a:latin typeface="+mn-ea"/>
                <a:ea typeface="+mn-ea"/>
              </a:rPr>
              <a:t>  return 0;</a:t>
            </a:r>
            <a:endParaRPr lang="zh-CN" altLang="en-US" sz="2200" dirty="0">
              <a:latin typeface="+mn-ea"/>
              <a:ea typeface="+mn-ea"/>
            </a:endParaRPr>
          </a:p>
          <a:p>
            <a:pPr eaLnBrk="1" hangingPunct="1">
              <a:defRPr/>
            </a:pPr>
            <a:r>
              <a:rPr lang="en-US" sz="2200" dirty="0">
                <a:latin typeface="+mn-ea"/>
                <a:ea typeface="+mn-ea"/>
              </a:rPr>
              <a:t>}</a:t>
            </a:r>
            <a:endParaRPr lang="zh-CN" altLang="en-US" sz="2200" dirty="0">
              <a:latin typeface="+mn-ea"/>
              <a:ea typeface="+mn-ea"/>
            </a:endParaRPr>
          </a:p>
        </p:txBody>
      </p:sp>
      <p:sp>
        <p:nvSpPr>
          <p:cNvPr id="7" name="TextBox 6">
            <a:extLst>
              <a:ext uri="{FF2B5EF4-FFF2-40B4-BE49-F238E27FC236}">
                <a16:creationId xmlns:a16="http://schemas.microsoft.com/office/drawing/2014/main" id="{FF3AD940-74D9-786E-0BE9-4177B6A053A7}"/>
              </a:ext>
            </a:extLst>
          </p:cNvPr>
          <p:cNvSpPr txBox="1"/>
          <p:nvPr/>
        </p:nvSpPr>
        <p:spPr>
          <a:xfrm>
            <a:off x="3714750" y="4624388"/>
            <a:ext cx="2357438" cy="830262"/>
          </a:xfrm>
          <a:prstGeom prst="rect">
            <a:avLst/>
          </a:prstGeom>
          <a:noFill/>
          <a:ln w="3175">
            <a:solidFill>
              <a:schemeClr val="tx1"/>
            </a:solidFill>
          </a:ln>
        </p:spPr>
        <p:txBody>
          <a:bodyPr>
            <a:spAutoFit/>
          </a:bodyPr>
          <a:lstStyle/>
          <a:p>
            <a:pPr eaLnBrk="1" hangingPunct="1">
              <a:defRPr/>
            </a:pPr>
            <a:r>
              <a:rPr lang="en-US" dirty="0" err="1">
                <a:latin typeface="+mn-ea"/>
                <a:ea typeface="+mn-ea"/>
              </a:rPr>
              <a:t>incl</a:t>
            </a:r>
            <a:r>
              <a:rPr lang="en-US" dirty="0">
                <a:latin typeface="+mn-ea"/>
                <a:ea typeface="+mn-ea"/>
              </a:rPr>
              <a:t> 0x80495f8</a:t>
            </a:r>
            <a:endParaRPr lang="zh-CN" altLang="en-US" dirty="0">
              <a:latin typeface="+mn-ea"/>
              <a:ea typeface="+mn-ea"/>
            </a:endParaRPr>
          </a:p>
          <a:p>
            <a:pPr eaLnBrk="1" hangingPunct="1">
              <a:defRPr/>
            </a:pPr>
            <a:r>
              <a:rPr lang="en-US" dirty="0" err="1">
                <a:latin typeface="+mn-ea"/>
                <a:ea typeface="+mn-ea"/>
              </a:rPr>
              <a:t>incl</a:t>
            </a:r>
            <a:r>
              <a:rPr lang="en-US" dirty="0">
                <a:latin typeface="+mn-ea"/>
                <a:ea typeface="+mn-ea"/>
              </a:rPr>
              <a:t> 0x80495fc</a:t>
            </a:r>
            <a:endParaRPr lang="zh-CN" altLang="en-US" dirty="0">
              <a:latin typeface="+mn-ea"/>
              <a:ea typeface="+mn-ea"/>
            </a:endParaRPr>
          </a:p>
        </p:txBody>
      </p:sp>
      <p:sp>
        <p:nvSpPr>
          <p:cNvPr id="184328" name="矩形 7">
            <a:extLst>
              <a:ext uri="{FF2B5EF4-FFF2-40B4-BE49-F238E27FC236}">
                <a16:creationId xmlns:a16="http://schemas.microsoft.com/office/drawing/2014/main" id="{4335DF26-8A38-831C-576E-C53B778A0A34}"/>
              </a:ext>
            </a:extLst>
          </p:cNvPr>
          <p:cNvSpPr>
            <a:spLocks noChangeArrowheads="1"/>
          </p:cNvSpPr>
          <p:nvPr/>
        </p:nvSpPr>
        <p:spPr bwMode="auto">
          <a:xfrm>
            <a:off x="1285875" y="4714875"/>
            <a:ext cx="1214438" cy="642938"/>
          </a:xfrm>
          <a:prstGeom prst="rect">
            <a:avLst/>
          </a:prstGeom>
          <a:noFill/>
          <a:ln w="12700" cap="sq" algn="ctr">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9" name="右箭头 8">
            <a:extLst>
              <a:ext uri="{FF2B5EF4-FFF2-40B4-BE49-F238E27FC236}">
                <a16:creationId xmlns:a16="http://schemas.microsoft.com/office/drawing/2014/main" id="{15659EAD-C991-4EDE-4CB0-782AB601EB93}"/>
              </a:ext>
            </a:extLst>
          </p:cNvPr>
          <p:cNvSpPr/>
          <p:nvPr/>
        </p:nvSpPr>
        <p:spPr bwMode="auto">
          <a:xfrm>
            <a:off x="2786063" y="4910138"/>
            <a:ext cx="857250" cy="266700"/>
          </a:xfrm>
          <a:prstGeom prst="rightArrow">
            <a:avLst/>
          </a:prstGeom>
          <a:solidFill>
            <a:schemeClr val="tx2">
              <a:lumMod val="75000"/>
            </a:schemeClr>
          </a:solidFill>
          <a:ln w="12700" cap="sq" cmpd="sng" algn="ctr">
            <a:noFill/>
            <a:prstDash val="solid"/>
            <a:round/>
            <a:headEnd type="none" w="sm" len="sm"/>
            <a:tailEnd type="none" w="sm" len="sm"/>
          </a:ln>
          <a:effectLst/>
        </p:spPr>
        <p:txBody>
          <a:bodyPr/>
          <a:lstStyle/>
          <a:p>
            <a:pPr eaLnBrk="1" hangingPunct="1">
              <a:defRPr/>
            </a:pPr>
            <a:endParaRPr lang="zh-CN" altLang="en-US"/>
          </a:p>
        </p:txBody>
      </p:sp>
      <p:grpSp>
        <p:nvGrpSpPr>
          <p:cNvPr id="184330" name="组合 14">
            <a:extLst>
              <a:ext uri="{FF2B5EF4-FFF2-40B4-BE49-F238E27FC236}">
                <a16:creationId xmlns:a16="http://schemas.microsoft.com/office/drawing/2014/main" id="{DF17A661-6984-7B11-C216-0BD9FC502722}"/>
              </a:ext>
            </a:extLst>
          </p:cNvPr>
          <p:cNvGrpSpPr>
            <a:grpSpLocks/>
          </p:cNvGrpSpPr>
          <p:nvPr/>
        </p:nvGrpSpPr>
        <p:grpSpPr bwMode="auto">
          <a:xfrm>
            <a:off x="5857875" y="3981450"/>
            <a:ext cx="2082800" cy="1277938"/>
            <a:chOff x="6715140" y="4071942"/>
            <a:chExt cx="2082804" cy="1277948"/>
          </a:xfrm>
        </p:grpSpPr>
        <p:sp>
          <p:nvSpPr>
            <p:cNvPr id="184331" name="Line 8">
              <a:extLst>
                <a:ext uri="{FF2B5EF4-FFF2-40B4-BE49-F238E27FC236}">
                  <a16:creationId xmlns:a16="http://schemas.microsoft.com/office/drawing/2014/main" id="{F81CA4B6-7738-78C3-D899-1D88D24238DF}"/>
                </a:ext>
              </a:extLst>
            </p:cNvPr>
            <p:cNvSpPr>
              <a:spLocks noChangeShapeType="1"/>
            </p:cNvSpPr>
            <p:nvPr/>
          </p:nvSpPr>
          <p:spPr bwMode="auto">
            <a:xfrm flipV="1">
              <a:off x="6715140" y="4572008"/>
              <a:ext cx="1071570" cy="349254"/>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32" name="Oval 1035">
              <a:extLst>
                <a:ext uri="{FF2B5EF4-FFF2-40B4-BE49-F238E27FC236}">
                  <a16:creationId xmlns:a16="http://schemas.microsoft.com/office/drawing/2014/main" id="{55A3E841-2EC2-5A1B-DB34-776DADEED991}"/>
                </a:ext>
              </a:extLst>
            </p:cNvPr>
            <p:cNvSpPr>
              <a:spLocks noChangeArrowheads="1"/>
            </p:cNvSpPr>
            <p:nvPr/>
          </p:nvSpPr>
          <p:spPr bwMode="auto">
            <a:xfrm>
              <a:off x="7643830" y="4071942"/>
              <a:ext cx="1154114" cy="596905"/>
            </a:xfrm>
            <a:prstGeom prst="ellipse">
              <a:avLst/>
            </a:prstGeom>
            <a:solidFill>
              <a:srgbClr val="CCFFFF"/>
            </a:solidFill>
            <a:ln w="12700">
              <a:solidFill>
                <a:schemeClr val="tx1"/>
              </a:solidFill>
              <a:round/>
              <a:headEnd/>
              <a:tailEnd/>
            </a:ln>
            <a:effectLst>
              <a:outerShdw dist="53882" dir="2700000" algn="ctr" rotWithShape="0">
                <a:srgbClr val="993300"/>
              </a:outerShdw>
            </a:effectLst>
          </p:spPr>
          <p:txBody>
            <a:bodyPr wrap="none" lIns="92075" tIns="46038" rIns="92075" bIns="46038" anchor="ct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lang="zh-CN" altLang="en-US">
                  <a:solidFill>
                    <a:srgbClr val="C00000"/>
                  </a:solidFill>
                  <a:latin typeface="宋体" panose="02010600030101010101" pitchFamily="2" charset="-122"/>
                  <a:ea typeface="宋体" panose="02010600030101010101" pitchFamily="2" charset="-122"/>
                </a:rPr>
                <a:t>地址</a:t>
              </a:r>
            </a:p>
          </p:txBody>
        </p:sp>
        <p:sp>
          <p:nvSpPr>
            <p:cNvPr id="184333" name="Line 8">
              <a:extLst>
                <a:ext uri="{FF2B5EF4-FFF2-40B4-BE49-F238E27FC236}">
                  <a16:creationId xmlns:a16="http://schemas.microsoft.com/office/drawing/2014/main" id="{295FCD1D-9127-DD7D-FDEC-6F956EE9F4CC}"/>
                </a:ext>
              </a:extLst>
            </p:cNvPr>
            <p:cNvSpPr>
              <a:spLocks noChangeShapeType="1"/>
            </p:cNvSpPr>
            <p:nvPr/>
          </p:nvSpPr>
          <p:spPr bwMode="auto">
            <a:xfrm flipV="1">
              <a:off x="6715140" y="4572008"/>
              <a:ext cx="1071570" cy="777882"/>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标题 1">
            <a:extLst>
              <a:ext uri="{FF2B5EF4-FFF2-40B4-BE49-F238E27FC236}">
                <a16:creationId xmlns:a16="http://schemas.microsoft.com/office/drawing/2014/main" id="{B7D732D7-8013-127B-CA39-C6D95A446384}"/>
              </a:ext>
            </a:extLst>
          </p:cNvPr>
          <p:cNvSpPr>
            <a:spLocks noGrp="1"/>
          </p:cNvSpPr>
          <p:nvPr>
            <p:ph type="title"/>
          </p:nvPr>
        </p:nvSpPr>
        <p:spPr/>
        <p:txBody>
          <a:bodyPr/>
          <a:lstStyle/>
          <a:p>
            <a:pPr eaLnBrk="1" hangingPunct="1"/>
            <a:r>
              <a:rPr lang="zh-CN" altLang="en-US"/>
              <a:t>数据类型</a:t>
            </a:r>
          </a:p>
        </p:txBody>
      </p:sp>
      <p:sp>
        <p:nvSpPr>
          <p:cNvPr id="3" name="内容占位符 2">
            <a:extLst>
              <a:ext uri="{FF2B5EF4-FFF2-40B4-BE49-F238E27FC236}">
                <a16:creationId xmlns:a16="http://schemas.microsoft.com/office/drawing/2014/main" id="{DDAB0E30-08AA-6B68-4D16-F35227B4C3D1}"/>
              </a:ext>
            </a:extLst>
          </p:cNvPr>
          <p:cNvSpPr>
            <a:spLocks noGrp="1"/>
          </p:cNvSpPr>
          <p:nvPr>
            <p:ph idx="1"/>
          </p:nvPr>
        </p:nvSpPr>
        <p:spPr>
          <a:xfrm>
            <a:off x="500063" y="1785938"/>
            <a:ext cx="8229600" cy="4714875"/>
          </a:xfrm>
        </p:spPr>
        <p:txBody>
          <a:bodyPr/>
          <a:lstStyle/>
          <a:p>
            <a:pPr eaLnBrk="1" hangingPunct="1">
              <a:lnSpc>
                <a:spcPct val="150000"/>
              </a:lnSpc>
              <a:defRPr/>
            </a:pPr>
            <a:r>
              <a:rPr lang="zh-CN" altLang="en-US" dirty="0">
                <a:latin typeface="Consolas" pitchFamily="49" charset="0"/>
              </a:rPr>
              <a:t>任何数据在内存中都是用二进制串的形式表示的；</a:t>
            </a:r>
            <a:endParaRPr lang="en-US" altLang="zh-CN" dirty="0">
              <a:latin typeface="Consolas" pitchFamily="49" charset="0"/>
            </a:endParaRPr>
          </a:p>
          <a:p>
            <a:pPr marL="365125" lvl="1" indent="-255588" eaLnBrk="1" hangingPunct="1">
              <a:lnSpc>
                <a:spcPct val="150000"/>
              </a:lnSpc>
              <a:buClr>
                <a:srgbClr val="A04DA3"/>
              </a:buClr>
              <a:buFont typeface="Georgia" panose="02040502050405020303" pitchFamily="18" charset="0"/>
              <a:buChar char="•"/>
              <a:defRPr/>
            </a:pPr>
            <a:r>
              <a:rPr lang="zh-CN" altLang="en-US" sz="2800" dirty="0">
                <a:solidFill>
                  <a:schemeClr val="tx1"/>
                </a:solidFill>
                <a:latin typeface="Consolas" pitchFamily="49" charset="0"/>
              </a:rPr>
              <a:t>一串二进制数，只有确定了类型，才有真实的含义。</a:t>
            </a:r>
            <a:endParaRPr lang="en-US" altLang="zh-CN" sz="2800" dirty="0">
              <a:solidFill>
                <a:schemeClr val="tx1"/>
              </a:solidFill>
              <a:latin typeface="Consolas" pitchFamily="49" charset="0"/>
            </a:endParaRPr>
          </a:p>
          <a:p>
            <a:pPr marL="365125" lvl="1" indent="-255588" eaLnBrk="1" hangingPunct="1">
              <a:lnSpc>
                <a:spcPct val="150000"/>
              </a:lnSpc>
              <a:buClr>
                <a:srgbClr val="A04DA3"/>
              </a:buClr>
              <a:buFont typeface="Georgia" panose="02040502050405020303" pitchFamily="18" charset="0"/>
              <a:buChar char="•"/>
              <a:defRPr/>
            </a:pPr>
            <a:r>
              <a:rPr lang="zh-CN" altLang="en-US" sz="2800" dirty="0">
                <a:solidFill>
                  <a:schemeClr val="tx1"/>
                </a:solidFill>
                <a:latin typeface="Consolas" pitchFamily="49" charset="0"/>
              </a:rPr>
              <a:t>例：</a:t>
            </a:r>
            <a:r>
              <a:rPr lang="en-US" altLang="zh-CN" sz="2800" dirty="0">
                <a:solidFill>
                  <a:schemeClr val="tx1"/>
                </a:solidFill>
                <a:latin typeface="Consolas" pitchFamily="49" charset="0"/>
              </a:rPr>
              <a:t>10111111,10000000,00000000,00000000</a:t>
            </a:r>
          </a:p>
          <a:p>
            <a:pPr lvl="2" eaLnBrk="1" hangingPunct="1">
              <a:defRPr/>
            </a:pPr>
            <a:r>
              <a:rPr lang="zh-CN" altLang="en-US" dirty="0">
                <a:latin typeface="Consolas" pitchFamily="49" charset="0"/>
              </a:rPr>
              <a:t>解释为</a:t>
            </a:r>
            <a:r>
              <a:rPr lang="en-US" altLang="zh-CN" dirty="0" err="1">
                <a:latin typeface="Consolas" pitchFamily="49" charset="0"/>
              </a:rPr>
              <a:t>int</a:t>
            </a:r>
            <a:r>
              <a:rPr lang="zh-CN" altLang="en-US" dirty="0">
                <a:latin typeface="Consolas" pitchFamily="49" charset="0"/>
              </a:rPr>
              <a:t>型：</a:t>
            </a:r>
            <a:r>
              <a:rPr lang="en-US" altLang="zh-CN" dirty="0">
                <a:latin typeface="Consolas" pitchFamily="49" charset="0"/>
              </a:rPr>
              <a:t>-1,082,130,432</a:t>
            </a:r>
          </a:p>
          <a:p>
            <a:pPr lvl="2" eaLnBrk="1" hangingPunct="1">
              <a:defRPr/>
            </a:pPr>
            <a:r>
              <a:rPr lang="zh-CN" altLang="en-US" dirty="0">
                <a:latin typeface="Consolas" pitchFamily="49" charset="0"/>
              </a:rPr>
              <a:t>解释为</a:t>
            </a:r>
            <a:r>
              <a:rPr lang="en-US" altLang="zh-CN" dirty="0">
                <a:latin typeface="Consolas" pitchFamily="49" charset="0"/>
              </a:rPr>
              <a:t>unsigned</a:t>
            </a:r>
            <a:r>
              <a:rPr lang="zh-CN" altLang="en-US" dirty="0">
                <a:latin typeface="Consolas" pitchFamily="49" charset="0"/>
              </a:rPr>
              <a:t>型：</a:t>
            </a:r>
            <a:r>
              <a:rPr lang="en-US" altLang="zh-CN" dirty="0">
                <a:latin typeface="Consolas" pitchFamily="49" charset="0"/>
              </a:rPr>
              <a:t>3,212,836,864</a:t>
            </a:r>
          </a:p>
          <a:p>
            <a:pPr lvl="2" eaLnBrk="1" hangingPunct="1">
              <a:defRPr/>
            </a:pPr>
            <a:r>
              <a:rPr lang="zh-CN" altLang="en-US" dirty="0">
                <a:latin typeface="Consolas" pitchFamily="49" charset="0"/>
              </a:rPr>
              <a:t>解释为</a:t>
            </a:r>
            <a:r>
              <a:rPr lang="en-US" altLang="zh-CN" dirty="0">
                <a:latin typeface="Consolas" pitchFamily="49" charset="0"/>
              </a:rPr>
              <a:t>float</a:t>
            </a:r>
            <a:r>
              <a:rPr lang="zh-CN" altLang="en-US" dirty="0">
                <a:latin typeface="Consolas" pitchFamily="49" charset="0"/>
              </a:rPr>
              <a:t>型：</a:t>
            </a:r>
            <a:r>
              <a:rPr lang="en-US" altLang="zh-CN" dirty="0">
                <a:latin typeface="Consolas" pitchFamily="49" charset="0"/>
              </a:rPr>
              <a:t>-1.0</a:t>
            </a:r>
          </a:p>
          <a:p>
            <a:pPr marL="630238" lvl="2" indent="-255588" eaLnBrk="1" hangingPunct="1">
              <a:lnSpc>
                <a:spcPct val="150000"/>
              </a:lnSpc>
              <a:buClr>
                <a:srgbClr val="A04DA3"/>
              </a:buClr>
              <a:buFont typeface="Georgia" pitchFamily="18" charset="0"/>
              <a:buChar char="•"/>
              <a:defRPr/>
            </a:pPr>
            <a:endParaRPr lang="zh-CN" altLang="en-US" dirty="0">
              <a:solidFill>
                <a:schemeClr val="tx1"/>
              </a:solidFill>
              <a:latin typeface="Consolas" pitchFamily="49" charset="0"/>
            </a:endParaRPr>
          </a:p>
          <a:p>
            <a:pPr eaLnBrk="1" hangingPunct="1">
              <a:lnSpc>
                <a:spcPct val="150000"/>
              </a:lnSpc>
              <a:defRPr/>
            </a:pPr>
            <a:endParaRPr lang="zh-CN" altLang="en-US" dirty="0">
              <a:latin typeface="Consolas" pitchFamily="49" charset="0"/>
            </a:endParaRPr>
          </a:p>
          <a:p>
            <a:pPr eaLnBrk="1" hangingPunct="1">
              <a:defRPr/>
            </a:pPr>
            <a:endParaRPr lang="zh-CN" altLang="en-US" dirty="0">
              <a:latin typeface="Consolas" pitchFamily="49" charset="0"/>
            </a:endParaRPr>
          </a:p>
        </p:txBody>
      </p:sp>
      <p:sp>
        <p:nvSpPr>
          <p:cNvPr id="185348" name="灯片编号占位符 3">
            <a:extLst>
              <a:ext uri="{FF2B5EF4-FFF2-40B4-BE49-F238E27FC236}">
                <a16:creationId xmlns:a16="http://schemas.microsoft.com/office/drawing/2014/main" id="{73E0C6AF-001A-9664-42CE-0A1E0C0485E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FA8AAF3-5236-480B-AD7D-A7653D1592D2}"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125</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25B93185-5670-1F1D-D3B5-85E0FB1C2C14}"/>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2.6 </a:t>
            </a:r>
            <a:r>
              <a:rPr kumimoji="0" lang="zh-CN" altLang="en-US" sz="2800" dirty="0">
                <a:solidFill>
                  <a:schemeClr val="bg1"/>
                </a:solidFill>
                <a:latin typeface="+mj-lt"/>
                <a:ea typeface="+mj-ea"/>
                <a:cs typeface="+mj-cs"/>
              </a:rPr>
              <a:t>深度探索 </a:t>
            </a:r>
            <a:r>
              <a:rPr kumimoji="0" lang="en-US" altLang="zh-CN" sz="2800" dirty="0">
                <a:solidFill>
                  <a:schemeClr val="bg1"/>
                </a:solidFill>
                <a:latin typeface="+mj-lt"/>
                <a:ea typeface="+mj-ea"/>
                <a:cs typeface="+mj-cs"/>
              </a:rPr>
              <a:t>—— 2.6.1 </a:t>
            </a:r>
            <a:r>
              <a:rPr kumimoji="0" lang="zh-CN" altLang="en-US" sz="2800" dirty="0">
                <a:solidFill>
                  <a:schemeClr val="bg1"/>
                </a:solidFill>
                <a:latin typeface="+mj-lt"/>
                <a:ea typeface="+mj-ea"/>
                <a:cs typeface="+mj-cs"/>
              </a:rPr>
              <a:t>变量的实现机制</a:t>
            </a: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
            <a:extLst>
              <a:ext uri="{FF2B5EF4-FFF2-40B4-BE49-F238E27FC236}">
                <a16:creationId xmlns:a16="http://schemas.microsoft.com/office/drawing/2014/main" id="{71F7CD3C-82D1-FC7A-8D2F-B513B23D9E82}"/>
              </a:ext>
            </a:extLst>
          </p:cNvPr>
          <p:cNvSpPr>
            <a:spLocks noGrp="1"/>
          </p:cNvSpPr>
          <p:nvPr>
            <p:ph type="title"/>
          </p:nvPr>
        </p:nvSpPr>
        <p:spPr/>
        <p:txBody>
          <a:bodyPr/>
          <a:lstStyle/>
          <a:p>
            <a:pPr eaLnBrk="1" hangingPunct="1"/>
            <a:r>
              <a:rPr lang="zh-CN" altLang="en-US"/>
              <a:t>目标代码体现数据类型的方式</a:t>
            </a:r>
            <a:endParaRPr lang="en-US" altLang="zh-CN"/>
          </a:p>
        </p:txBody>
      </p:sp>
      <p:sp>
        <p:nvSpPr>
          <p:cNvPr id="187395" name="内容占位符 2">
            <a:extLst>
              <a:ext uri="{FF2B5EF4-FFF2-40B4-BE49-F238E27FC236}">
                <a16:creationId xmlns:a16="http://schemas.microsoft.com/office/drawing/2014/main" id="{D61FC6F9-7D0E-355D-4C25-A6FB497F14F9}"/>
              </a:ext>
            </a:extLst>
          </p:cNvPr>
          <p:cNvSpPr>
            <a:spLocks noGrp="1"/>
          </p:cNvSpPr>
          <p:nvPr>
            <p:ph idx="1"/>
          </p:nvPr>
        </p:nvSpPr>
        <p:spPr>
          <a:xfrm>
            <a:off x="500063" y="1785938"/>
            <a:ext cx="8229600" cy="2000250"/>
          </a:xfrm>
        </p:spPr>
        <p:txBody>
          <a:bodyPr/>
          <a:lstStyle/>
          <a:p>
            <a:pPr eaLnBrk="1" hangingPunct="1">
              <a:lnSpc>
                <a:spcPct val="150000"/>
              </a:lnSpc>
            </a:pPr>
            <a:r>
              <a:rPr lang="zh-CN" altLang="en-US"/>
              <a:t>类型的特性蕴含于操作之中；</a:t>
            </a:r>
            <a:endParaRPr lang="en-US" altLang="zh-CN"/>
          </a:p>
          <a:p>
            <a:pPr marL="365125" lvl="1" indent="-255588" eaLnBrk="1" hangingPunct="1">
              <a:lnSpc>
                <a:spcPct val="150000"/>
              </a:lnSpc>
              <a:buClr>
                <a:srgbClr val="A04DA3"/>
              </a:buClr>
              <a:buFont typeface="Georgia" panose="02040502050405020303" pitchFamily="18" charset="0"/>
              <a:buChar char="•"/>
            </a:pPr>
            <a:r>
              <a:rPr lang="zh-CN" altLang="en-US" sz="2800">
                <a:solidFill>
                  <a:schemeClr val="tx1"/>
                </a:solidFill>
              </a:rPr>
              <a:t>对不同数据类型，源代码中形式上相同的操作，会被转化为目标代码中的不同操作。</a:t>
            </a:r>
            <a:endParaRPr lang="zh-CN" altLang="en-US"/>
          </a:p>
        </p:txBody>
      </p:sp>
      <p:sp>
        <p:nvSpPr>
          <p:cNvPr id="187396" name="灯片编号占位符 3">
            <a:extLst>
              <a:ext uri="{FF2B5EF4-FFF2-40B4-BE49-F238E27FC236}">
                <a16:creationId xmlns:a16="http://schemas.microsoft.com/office/drawing/2014/main" id="{EECFA8EB-79ED-BA1D-1070-02C7791CE3D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327E772-49D9-47FB-BA09-F492A04B4CC3}"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126</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6CFAA252-C6F3-8C8F-40B7-FC2770DE857C}"/>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2.6 </a:t>
            </a:r>
            <a:r>
              <a:rPr kumimoji="0" lang="zh-CN" altLang="en-US" sz="2800" dirty="0">
                <a:solidFill>
                  <a:schemeClr val="bg1"/>
                </a:solidFill>
                <a:latin typeface="+mj-lt"/>
                <a:ea typeface="+mj-ea"/>
                <a:cs typeface="+mj-cs"/>
              </a:rPr>
              <a:t>深度探索 </a:t>
            </a:r>
            <a:r>
              <a:rPr kumimoji="0" lang="en-US" altLang="zh-CN" sz="2800" dirty="0">
                <a:solidFill>
                  <a:schemeClr val="bg1"/>
                </a:solidFill>
                <a:latin typeface="+mj-lt"/>
                <a:ea typeface="+mj-ea"/>
                <a:cs typeface="+mj-cs"/>
              </a:rPr>
              <a:t>—— 2.6.1 </a:t>
            </a:r>
            <a:r>
              <a:rPr kumimoji="0" lang="zh-CN" altLang="en-US" sz="2800" dirty="0">
                <a:solidFill>
                  <a:schemeClr val="bg1"/>
                </a:solidFill>
                <a:latin typeface="+mj-lt"/>
                <a:ea typeface="+mj-ea"/>
                <a:cs typeface="+mj-cs"/>
              </a:rPr>
              <a:t>变量的实现机制</a:t>
            </a:r>
          </a:p>
        </p:txBody>
      </p:sp>
      <p:sp>
        <p:nvSpPr>
          <p:cNvPr id="7" name="TextBox 6">
            <a:extLst>
              <a:ext uri="{FF2B5EF4-FFF2-40B4-BE49-F238E27FC236}">
                <a16:creationId xmlns:a16="http://schemas.microsoft.com/office/drawing/2014/main" id="{1CF0C247-9257-D2F2-CBFE-31B62B1BEBE7}"/>
              </a:ext>
            </a:extLst>
          </p:cNvPr>
          <p:cNvSpPr txBox="1"/>
          <p:nvPr/>
        </p:nvSpPr>
        <p:spPr>
          <a:xfrm>
            <a:off x="1643063" y="3933825"/>
            <a:ext cx="2143125" cy="2924175"/>
          </a:xfrm>
          <a:prstGeom prst="rect">
            <a:avLst/>
          </a:prstGeom>
          <a:noFill/>
        </p:spPr>
        <p:txBody>
          <a:bodyPr>
            <a:spAutoFit/>
          </a:bodyPr>
          <a:lstStyle/>
          <a:p>
            <a:pPr eaLnBrk="1" hangingPunct="1">
              <a:defRPr/>
            </a:pPr>
            <a:r>
              <a:rPr lang="en-US" sz="2000" dirty="0" err="1">
                <a:solidFill>
                  <a:srgbClr val="C00000"/>
                </a:solidFill>
                <a:latin typeface="+mn-ea"/>
                <a:ea typeface="+mn-ea"/>
              </a:rPr>
              <a:t>int</a:t>
            </a:r>
            <a:r>
              <a:rPr lang="en-US" sz="2000" dirty="0">
                <a:solidFill>
                  <a:srgbClr val="C00000"/>
                </a:solidFill>
                <a:latin typeface="+mn-ea"/>
                <a:ea typeface="+mn-ea"/>
              </a:rPr>
              <a:t> a;</a:t>
            </a:r>
            <a:endParaRPr lang="zh-CN" altLang="en-US" sz="2000" dirty="0">
              <a:solidFill>
                <a:srgbClr val="C00000"/>
              </a:solidFill>
              <a:latin typeface="+mn-ea"/>
              <a:ea typeface="+mn-ea"/>
            </a:endParaRPr>
          </a:p>
          <a:p>
            <a:pPr eaLnBrk="1" hangingPunct="1">
              <a:defRPr/>
            </a:pPr>
            <a:r>
              <a:rPr lang="en-US" sz="2000" dirty="0">
                <a:solidFill>
                  <a:srgbClr val="C00000"/>
                </a:solidFill>
                <a:latin typeface="+mn-ea"/>
                <a:ea typeface="+mn-ea"/>
              </a:rPr>
              <a:t>short b;</a:t>
            </a:r>
            <a:endParaRPr lang="zh-CN" altLang="en-US" sz="2000" dirty="0">
              <a:solidFill>
                <a:srgbClr val="C00000"/>
              </a:solidFill>
              <a:latin typeface="+mn-ea"/>
              <a:ea typeface="+mn-ea"/>
            </a:endParaRPr>
          </a:p>
          <a:p>
            <a:pPr eaLnBrk="1" hangingPunct="1">
              <a:defRPr/>
            </a:pPr>
            <a:r>
              <a:rPr lang="en-US" sz="2000" dirty="0">
                <a:solidFill>
                  <a:srgbClr val="C00000"/>
                </a:solidFill>
                <a:latin typeface="+mn-ea"/>
                <a:ea typeface="+mn-ea"/>
              </a:rPr>
              <a:t>char c; </a:t>
            </a:r>
            <a:endParaRPr lang="zh-CN" altLang="en-US" sz="2000" dirty="0">
              <a:solidFill>
                <a:srgbClr val="C00000"/>
              </a:solidFill>
              <a:latin typeface="+mn-ea"/>
              <a:ea typeface="+mn-ea"/>
            </a:endParaRPr>
          </a:p>
          <a:p>
            <a:pPr eaLnBrk="1" hangingPunct="1">
              <a:defRPr/>
            </a:pPr>
            <a:r>
              <a:rPr lang="en-US" sz="2000" dirty="0" err="1">
                <a:latin typeface="+mn-ea"/>
                <a:ea typeface="+mn-ea"/>
              </a:rPr>
              <a:t>int</a:t>
            </a:r>
            <a:r>
              <a:rPr lang="en-US" sz="2000" dirty="0">
                <a:latin typeface="+mn-ea"/>
                <a:ea typeface="+mn-ea"/>
              </a:rPr>
              <a:t> main() {</a:t>
            </a:r>
            <a:endParaRPr lang="zh-CN" altLang="en-US" sz="2000" dirty="0">
              <a:latin typeface="+mn-ea"/>
              <a:ea typeface="+mn-ea"/>
            </a:endParaRPr>
          </a:p>
          <a:p>
            <a:pPr eaLnBrk="1" hangingPunct="1">
              <a:defRPr/>
            </a:pPr>
            <a:r>
              <a:rPr lang="en-US" sz="2000" dirty="0">
                <a:latin typeface="+mn-ea"/>
                <a:ea typeface="+mn-ea"/>
              </a:rPr>
              <a:t>  a++;</a:t>
            </a:r>
            <a:endParaRPr lang="zh-CN" altLang="en-US" sz="2000" dirty="0">
              <a:latin typeface="+mn-ea"/>
              <a:ea typeface="+mn-ea"/>
            </a:endParaRPr>
          </a:p>
          <a:p>
            <a:pPr eaLnBrk="1" hangingPunct="1">
              <a:defRPr/>
            </a:pPr>
            <a:r>
              <a:rPr lang="en-US" sz="2000" dirty="0">
                <a:latin typeface="+mn-ea"/>
                <a:ea typeface="+mn-ea"/>
              </a:rPr>
              <a:t>  b++;</a:t>
            </a:r>
            <a:endParaRPr lang="zh-CN" altLang="en-US" sz="2000" dirty="0">
              <a:latin typeface="+mn-ea"/>
              <a:ea typeface="+mn-ea"/>
            </a:endParaRPr>
          </a:p>
          <a:p>
            <a:pPr eaLnBrk="1" hangingPunct="1">
              <a:defRPr/>
            </a:pPr>
            <a:r>
              <a:rPr lang="en-US" sz="2000" dirty="0">
                <a:latin typeface="+mn-ea"/>
                <a:ea typeface="+mn-ea"/>
              </a:rPr>
              <a:t>  </a:t>
            </a:r>
            <a:r>
              <a:rPr lang="en-US" sz="2000" dirty="0" err="1">
                <a:latin typeface="+mn-ea"/>
                <a:ea typeface="+mn-ea"/>
              </a:rPr>
              <a:t>c++</a:t>
            </a:r>
            <a:r>
              <a:rPr lang="en-US" sz="2000" dirty="0">
                <a:latin typeface="+mn-ea"/>
                <a:ea typeface="+mn-ea"/>
              </a:rPr>
              <a:t>;</a:t>
            </a:r>
            <a:endParaRPr lang="zh-CN" altLang="en-US" sz="2000" dirty="0">
              <a:latin typeface="+mn-ea"/>
              <a:ea typeface="+mn-ea"/>
            </a:endParaRPr>
          </a:p>
          <a:p>
            <a:pPr eaLnBrk="1" hangingPunct="1">
              <a:defRPr/>
            </a:pPr>
            <a:r>
              <a:rPr lang="en-US" sz="2000" dirty="0">
                <a:latin typeface="+mn-ea"/>
                <a:ea typeface="+mn-ea"/>
              </a:rPr>
              <a:t>  return 0;</a:t>
            </a:r>
            <a:endParaRPr lang="zh-CN" altLang="en-US" sz="2000" dirty="0">
              <a:latin typeface="+mn-ea"/>
              <a:ea typeface="+mn-ea"/>
            </a:endParaRPr>
          </a:p>
          <a:p>
            <a:pPr eaLnBrk="1" hangingPunct="1">
              <a:defRPr/>
            </a:pPr>
            <a:r>
              <a:rPr lang="en-US" sz="2000" dirty="0">
                <a:latin typeface="+mn-ea"/>
                <a:ea typeface="+mn-ea"/>
              </a:rPr>
              <a:t>}</a:t>
            </a:r>
            <a:endParaRPr lang="zh-CN" altLang="en-US" sz="2000" dirty="0">
              <a:latin typeface="+mn-ea"/>
              <a:ea typeface="+mn-ea"/>
            </a:endParaRPr>
          </a:p>
        </p:txBody>
      </p:sp>
      <p:sp>
        <p:nvSpPr>
          <p:cNvPr id="8" name="TextBox 7">
            <a:extLst>
              <a:ext uri="{FF2B5EF4-FFF2-40B4-BE49-F238E27FC236}">
                <a16:creationId xmlns:a16="http://schemas.microsoft.com/office/drawing/2014/main" id="{CC2C6BA2-9AFF-3D22-17EB-ED8358016253}"/>
              </a:ext>
            </a:extLst>
          </p:cNvPr>
          <p:cNvSpPr txBox="1"/>
          <p:nvPr/>
        </p:nvSpPr>
        <p:spPr>
          <a:xfrm>
            <a:off x="4143375" y="4981575"/>
            <a:ext cx="2571750" cy="1200150"/>
          </a:xfrm>
          <a:prstGeom prst="rect">
            <a:avLst/>
          </a:prstGeom>
          <a:noFill/>
          <a:ln w="3175">
            <a:solidFill>
              <a:schemeClr val="tx1"/>
            </a:solidFill>
          </a:ln>
        </p:spPr>
        <p:txBody>
          <a:bodyPr>
            <a:spAutoFit/>
          </a:bodyPr>
          <a:lstStyle/>
          <a:p>
            <a:pPr eaLnBrk="1" hangingPunct="1">
              <a:defRPr/>
            </a:pPr>
            <a:r>
              <a:rPr lang="en-US" dirty="0" err="1">
                <a:latin typeface="+mn-ea"/>
                <a:ea typeface="+mn-ea"/>
              </a:rPr>
              <a:t>incl</a:t>
            </a:r>
            <a:r>
              <a:rPr lang="en-US" dirty="0">
                <a:latin typeface="+mn-ea"/>
                <a:ea typeface="+mn-ea"/>
              </a:rPr>
              <a:t> 0x80495f8</a:t>
            </a:r>
            <a:endParaRPr lang="zh-CN" altLang="en-US" dirty="0">
              <a:latin typeface="+mn-ea"/>
              <a:ea typeface="+mn-ea"/>
            </a:endParaRPr>
          </a:p>
          <a:p>
            <a:pPr eaLnBrk="1" hangingPunct="1">
              <a:defRPr/>
            </a:pPr>
            <a:r>
              <a:rPr lang="en-US" dirty="0" err="1">
                <a:latin typeface="+mn-ea"/>
                <a:ea typeface="+mn-ea"/>
              </a:rPr>
              <a:t>incw</a:t>
            </a:r>
            <a:r>
              <a:rPr lang="en-US" dirty="0">
                <a:latin typeface="+mn-ea"/>
                <a:ea typeface="+mn-ea"/>
              </a:rPr>
              <a:t> 0x80495fc</a:t>
            </a:r>
            <a:endParaRPr lang="zh-CN" altLang="en-US" dirty="0">
              <a:latin typeface="+mn-ea"/>
              <a:ea typeface="+mn-ea"/>
            </a:endParaRPr>
          </a:p>
          <a:p>
            <a:pPr eaLnBrk="1" hangingPunct="1">
              <a:defRPr/>
            </a:pPr>
            <a:r>
              <a:rPr lang="en-US" dirty="0" err="1">
                <a:latin typeface="+mn-ea"/>
                <a:ea typeface="+mn-ea"/>
              </a:rPr>
              <a:t>incb</a:t>
            </a:r>
            <a:r>
              <a:rPr lang="en-US" dirty="0">
                <a:latin typeface="+mn-ea"/>
                <a:ea typeface="+mn-ea"/>
              </a:rPr>
              <a:t> 0x80495fe</a:t>
            </a:r>
            <a:endParaRPr lang="zh-CN" altLang="en-US" dirty="0">
              <a:latin typeface="+mn-ea"/>
              <a:ea typeface="+mn-ea"/>
            </a:endParaRPr>
          </a:p>
        </p:txBody>
      </p:sp>
      <p:sp>
        <p:nvSpPr>
          <p:cNvPr id="187400" name="矩形 8">
            <a:extLst>
              <a:ext uri="{FF2B5EF4-FFF2-40B4-BE49-F238E27FC236}">
                <a16:creationId xmlns:a16="http://schemas.microsoft.com/office/drawing/2014/main" id="{B20B86EF-75EE-884D-4C1D-87FA50F097BE}"/>
              </a:ext>
            </a:extLst>
          </p:cNvPr>
          <p:cNvSpPr>
            <a:spLocks noChangeArrowheads="1"/>
          </p:cNvSpPr>
          <p:nvPr/>
        </p:nvSpPr>
        <p:spPr bwMode="auto">
          <a:xfrm>
            <a:off x="1643063" y="5286375"/>
            <a:ext cx="857250" cy="884238"/>
          </a:xfrm>
          <a:prstGeom prst="rect">
            <a:avLst/>
          </a:prstGeom>
          <a:noFill/>
          <a:ln w="12700" cap="sq" algn="ctr">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10" name="右箭头 9">
            <a:extLst>
              <a:ext uri="{FF2B5EF4-FFF2-40B4-BE49-F238E27FC236}">
                <a16:creationId xmlns:a16="http://schemas.microsoft.com/office/drawing/2014/main" id="{E082DAC8-B1BE-6EA5-7320-11A19D816811}"/>
              </a:ext>
            </a:extLst>
          </p:cNvPr>
          <p:cNvSpPr/>
          <p:nvPr/>
        </p:nvSpPr>
        <p:spPr bwMode="auto">
          <a:xfrm>
            <a:off x="3143250" y="5500688"/>
            <a:ext cx="857250" cy="266700"/>
          </a:xfrm>
          <a:prstGeom prst="rightArrow">
            <a:avLst/>
          </a:prstGeom>
          <a:solidFill>
            <a:schemeClr val="tx2">
              <a:lumMod val="75000"/>
            </a:schemeClr>
          </a:solidFill>
          <a:ln w="12700" cap="sq" cmpd="sng" algn="ctr">
            <a:noFill/>
            <a:prstDash val="solid"/>
            <a:round/>
            <a:headEnd type="none" w="sm" len="sm"/>
            <a:tailEnd type="none" w="sm" len="sm"/>
          </a:ln>
          <a:effectLst/>
        </p:spPr>
        <p:txBody>
          <a:bodyPr/>
          <a:lstStyle/>
          <a:p>
            <a:pPr eaLnBrk="1" hangingPunct="1">
              <a:defRPr/>
            </a:pPr>
            <a:endParaRPr lang="zh-CN" altLang="en-US"/>
          </a:p>
        </p:txBody>
      </p:sp>
      <p:grpSp>
        <p:nvGrpSpPr>
          <p:cNvPr id="187402" name="组合 17">
            <a:extLst>
              <a:ext uri="{FF2B5EF4-FFF2-40B4-BE49-F238E27FC236}">
                <a16:creationId xmlns:a16="http://schemas.microsoft.com/office/drawing/2014/main" id="{C1415701-00AA-6C0D-437B-9F61AEFB1C4A}"/>
              </a:ext>
            </a:extLst>
          </p:cNvPr>
          <p:cNvGrpSpPr>
            <a:grpSpLocks/>
          </p:cNvGrpSpPr>
          <p:nvPr/>
        </p:nvGrpSpPr>
        <p:grpSpPr bwMode="auto">
          <a:xfrm>
            <a:off x="4786313" y="3857625"/>
            <a:ext cx="2786062" cy="2063750"/>
            <a:chOff x="4786314" y="3857628"/>
            <a:chExt cx="2786082" cy="2063766"/>
          </a:xfrm>
        </p:grpSpPr>
        <p:sp>
          <p:nvSpPr>
            <p:cNvPr id="187403" name="Line 8">
              <a:extLst>
                <a:ext uri="{FF2B5EF4-FFF2-40B4-BE49-F238E27FC236}">
                  <a16:creationId xmlns:a16="http://schemas.microsoft.com/office/drawing/2014/main" id="{2109EF46-C769-0C0F-FCDC-9A2729B08E33}"/>
                </a:ext>
              </a:extLst>
            </p:cNvPr>
            <p:cNvSpPr>
              <a:spLocks noChangeShapeType="1"/>
            </p:cNvSpPr>
            <p:nvPr/>
          </p:nvSpPr>
          <p:spPr bwMode="auto">
            <a:xfrm flipV="1">
              <a:off x="4786314" y="4214818"/>
              <a:ext cx="1143008" cy="1285884"/>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7404" name="Oval 1035">
              <a:extLst>
                <a:ext uri="{FF2B5EF4-FFF2-40B4-BE49-F238E27FC236}">
                  <a16:creationId xmlns:a16="http://schemas.microsoft.com/office/drawing/2014/main" id="{8BB443F3-8ACB-2F13-FDD2-55522252D3BC}"/>
                </a:ext>
              </a:extLst>
            </p:cNvPr>
            <p:cNvSpPr>
              <a:spLocks noChangeArrowheads="1"/>
            </p:cNvSpPr>
            <p:nvPr/>
          </p:nvSpPr>
          <p:spPr bwMode="auto">
            <a:xfrm>
              <a:off x="5786446" y="3857628"/>
              <a:ext cx="1785950" cy="596905"/>
            </a:xfrm>
            <a:prstGeom prst="ellipse">
              <a:avLst/>
            </a:prstGeom>
            <a:solidFill>
              <a:srgbClr val="CCFFFF"/>
            </a:solidFill>
            <a:ln w="12700">
              <a:solidFill>
                <a:schemeClr val="tx1"/>
              </a:solidFill>
              <a:round/>
              <a:headEnd/>
              <a:tailEnd/>
            </a:ln>
            <a:effectLst>
              <a:outerShdw dist="53882" dir="2700000" algn="ctr" rotWithShape="0">
                <a:srgbClr val="993300"/>
              </a:outerShdw>
            </a:effectLst>
          </p:spPr>
          <p:txBody>
            <a:bodyPr wrap="none" lIns="92075" tIns="46038" rIns="92075" bIns="46038" anchor="ct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lang="zh-CN" altLang="en-US">
                  <a:solidFill>
                    <a:srgbClr val="C00000"/>
                  </a:solidFill>
                  <a:latin typeface="宋体" panose="02010600030101010101" pitchFamily="2" charset="-122"/>
                  <a:ea typeface="宋体" panose="02010600030101010101" pitchFamily="2" charset="-122"/>
                </a:rPr>
                <a:t>不同的操作</a:t>
              </a:r>
            </a:p>
          </p:txBody>
        </p:sp>
        <p:sp>
          <p:nvSpPr>
            <p:cNvPr id="187405" name="Line 8">
              <a:extLst>
                <a:ext uri="{FF2B5EF4-FFF2-40B4-BE49-F238E27FC236}">
                  <a16:creationId xmlns:a16="http://schemas.microsoft.com/office/drawing/2014/main" id="{1BD3BD3D-07C3-FCEC-595D-BD06E0EFA3B4}"/>
                </a:ext>
              </a:extLst>
            </p:cNvPr>
            <p:cNvSpPr>
              <a:spLocks noChangeShapeType="1"/>
            </p:cNvSpPr>
            <p:nvPr/>
          </p:nvSpPr>
          <p:spPr bwMode="auto">
            <a:xfrm flipV="1">
              <a:off x="4786314" y="4286256"/>
              <a:ext cx="1071570" cy="1635138"/>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7406" name="Line 8">
              <a:extLst>
                <a:ext uri="{FF2B5EF4-FFF2-40B4-BE49-F238E27FC236}">
                  <a16:creationId xmlns:a16="http://schemas.microsoft.com/office/drawing/2014/main" id="{F8FAC1CD-B968-007A-19C7-205EC15888E7}"/>
                </a:ext>
              </a:extLst>
            </p:cNvPr>
            <p:cNvSpPr>
              <a:spLocks noChangeShapeType="1"/>
            </p:cNvSpPr>
            <p:nvPr/>
          </p:nvSpPr>
          <p:spPr bwMode="auto">
            <a:xfrm flipV="1">
              <a:off x="4786314" y="4214818"/>
              <a:ext cx="1143008" cy="1000132"/>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标题 1">
            <a:extLst>
              <a:ext uri="{FF2B5EF4-FFF2-40B4-BE49-F238E27FC236}">
                <a16:creationId xmlns:a16="http://schemas.microsoft.com/office/drawing/2014/main" id="{B693DABD-AB27-E48F-2716-4BD800A954FF}"/>
              </a:ext>
            </a:extLst>
          </p:cNvPr>
          <p:cNvSpPr>
            <a:spLocks noGrp="1"/>
          </p:cNvSpPr>
          <p:nvPr>
            <p:ph type="title"/>
          </p:nvPr>
        </p:nvSpPr>
        <p:spPr/>
        <p:txBody>
          <a:bodyPr/>
          <a:lstStyle/>
          <a:p>
            <a:pPr eaLnBrk="1" hangingPunct="1"/>
            <a:r>
              <a:rPr lang="zh-CN" altLang="en-US"/>
              <a:t>变量的声明和定义</a:t>
            </a:r>
            <a:endParaRPr lang="en-US" altLang="zh-CN"/>
          </a:p>
        </p:txBody>
      </p:sp>
      <p:sp>
        <p:nvSpPr>
          <p:cNvPr id="3" name="内容占位符 2">
            <a:extLst>
              <a:ext uri="{FF2B5EF4-FFF2-40B4-BE49-F238E27FC236}">
                <a16:creationId xmlns:a16="http://schemas.microsoft.com/office/drawing/2014/main" id="{2FEB04B3-B4FA-9678-027E-AB66304388D1}"/>
              </a:ext>
            </a:extLst>
          </p:cNvPr>
          <p:cNvSpPr>
            <a:spLocks noGrp="1"/>
          </p:cNvSpPr>
          <p:nvPr>
            <p:ph idx="1"/>
          </p:nvPr>
        </p:nvSpPr>
        <p:spPr>
          <a:xfrm>
            <a:off x="500063" y="1785938"/>
            <a:ext cx="8229600" cy="4714875"/>
          </a:xfrm>
        </p:spPr>
        <p:txBody>
          <a:bodyPr/>
          <a:lstStyle/>
          <a:p>
            <a:pPr marL="365125" lvl="1" indent="-255588" eaLnBrk="1" hangingPunct="1">
              <a:lnSpc>
                <a:spcPct val="150000"/>
              </a:lnSpc>
              <a:buClr>
                <a:srgbClr val="A04DA3"/>
              </a:buClr>
              <a:buFont typeface="Georgia" panose="02040502050405020303" pitchFamily="18" charset="0"/>
              <a:buChar char="•"/>
              <a:defRPr/>
            </a:pPr>
            <a:r>
              <a:rPr lang="zh-CN" altLang="en-US" sz="2800" dirty="0">
                <a:solidFill>
                  <a:schemeClr val="tx1"/>
                </a:solidFill>
              </a:rPr>
              <a:t>变量的声明</a:t>
            </a:r>
            <a:endParaRPr lang="en-US" altLang="zh-CN" sz="2800" dirty="0">
              <a:solidFill>
                <a:schemeClr val="tx1"/>
              </a:solidFill>
            </a:endParaRPr>
          </a:p>
          <a:p>
            <a:pPr lvl="1" eaLnBrk="1" hangingPunct="1">
              <a:defRPr/>
            </a:pPr>
            <a:r>
              <a:rPr lang="zh-CN" altLang="en-US" dirty="0"/>
              <a:t>将一个标识符声明为变量，告诉编译器这个标识符表示变量，同时还指出了它的数据类型；</a:t>
            </a:r>
            <a:endParaRPr lang="en-US" altLang="zh-CN" dirty="0"/>
          </a:p>
          <a:p>
            <a:pPr lvl="1" eaLnBrk="1" hangingPunct="1">
              <a:defRPr/>
            </a:pPr>
            <a:r>
              <a:rPr lang="zh-CN" altLang="en-US" dirty="0"/>
              <a:t>只有确定了一个变量的数据类型，变量参与的操作才具有完整的意义，编译器才能将该变量参与的表达式翻译为合适的操作。</a:t>
            </a:r>
            <a:endParaRPr lang="en-US" altLang="zh-CN" dirty="0">
              <a:solidFill>
                <a:schemeClr val="tx1"/>
              </a:solidFill>
            </a:endParaRPr>
          </a:p>
          <a:p>
            <a:pPr marL="365125" lvl="1" indent="-255588" eaLnBrk="1" hangingPunct="1">
              <a:lnSpc>
                <a:spcPct val="150000"/>
              </a:lnSpc>
              <a:buClr>
                <a:srgbClr val="A04DA3"/>
              </a:buClr>
              <a:buFont typeface="Georgia" panose="02040502050405020303" pitchFamily="18" charset="0"/>
              <a:buChar char="•"/>
              <a:defRPr/>
            </a:pPr>
            <a:r>
              <a:rPr lang="zh-CN" altLang="en-US" sz="2800" dirty="0">
                <a:solidFill>
                  <a:schemeClr val="tx1"/>
                </a:solidFill>
              </a:rPr>
              <a:t>变量的定义</a:t>
            </a:r>
            <a:endParaRPr lang="en-US" altLang="zh-CN" sz="2800" dirty="0">
              <a:solidFill>
                <a:schemeClr val="tx1"/>
              </a:solidFill>
            </a:endParaRPr>
          </a:p>
          <a:p>
            <a:pPr lvl="1" eaLnBrk="1" hangingPunct="1">
              <a:lnSpc>
                <a:spcPct val="150000"/>
              </a:lnSpc>
              <a:defRPr/>
            </a:pPr>
            <a:r>
              <a:rPr lang="zh-CN" altLang="en-US" dirty="0"/>
              <a:t>不仅确定了一个标识符表示变量，以及该变量的类型，还确定了变量地址的分配位置。</a:t>
            </a:r>
            <a:endParaRPr lang="en-US" altLang="zh-CN" dirty="0"/>
          </a:p>
        </p:txBody>
      </p:sp>
      <p:sp>
        <p:nvSpPr>
          <p:cNvPr id="188420" name="灯片编号占位符 3">
            <a:extLst>
              <a:ext uri="{FF2B5EF4-FFF2-40B4-BE49-F238E27FC236}">
                <a16:creationId xmlns:a16="http://schemas.microsoft.com/office/drawing/2014/main" id="{BBD6A5E4-DAC8-A458-B40F-C644136F720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B4F835D-0C4D-462D-B99C-CDB377FB7837}"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127</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3BFC043-C932-A7EC-5D6D-6C3552A6608F}"/>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2.6 </a:t>
            </a:r>
            <a:r>
              <a:rPr kumimoji="0" lang="zh-CN" altLang="en-US" sz="2800" dirty="0">
                <a:solidFill>
                  <a:schemeClr val="bg1"/>
                </a:solidFill>
                <a:latin typeface="+mj-lt"/>
                <a:ea typeface="+mj-ea"/>
                <a:cs typeface="+mj-cs"/>
              </a:rPr>
              <a:t>深度探索 </a:t>
            </a:r>
            <a:r>
              <a:rPr kumimoji="0" lang="en-US" altLang="zh-CN" sz="2800" dirty="0">
                <a:solidFill>
                  <a:schemeClr val="bg1"/>
                </a:solidFill>
                <a:latin typeface="+mj-lt"/>
                <a:ea typeface="+mj-ea"/>
                <a:cs typeface="+mj-cs"/>
              </a:rPr>
              <a:t>—— 2.6.1 </a:t>
            </a:r>
            <a:r>
              <a:rPr kumimoji="0" lang="zh-CN" altLang="en-US" sz="2800" dirty="0">
                <a:solidFill>
                  <a:schemeClr val="bg1"/>
                </a:solidFill>
                <a:latin typeface="+mj-lt"/>
                <a:ea typeface="+mj-ea"/>
                <a:cs typeface="+mj-cs"/>
              </a:rPr>
              <a:t>变量的实现机制</a:t>
            </a: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标题 1">
            <a:extLst>
              <a:ext uri="{FF2B5EF4-FFF2-40B4-BE49-F238E27FC236}">
                <a16:creationId xmlns:a16="http://schemas.microsoft.com/office/drawing/2014/main" id="{998E8855-5EC0-9F89-EE53-A604FB473822}"/>
              </a:ext>
            </a:extLst>
          </p:cNvPr>
          <p:cNvSpPr>
            <a:spLocks noGrp="1"/>
          </p:cNvSpPr>
          <p:nvPr>
            <p:ph type="title"/>
          </p:nvPr>
        </p:nvSpPr>
        <p:spPr/>
        <p:txBody>
          <a:bodyPr/>
          <a:lstStyle/>
          <a:p>
            <a:pPr eaLnBrk="1" hangingPunct="1"/>
            <a:r>
              <a:rPr lang="en-US" altLang="zh-CN"/>
              <a:t>2.6.2 C++</a:t>
            </a:r>
            <a:r>
              <a:rPr lang="zh-CN" altLang="en-US"/>
              <a:t>表达式的执行原理</a:t>
            </a:r>
          </a:p>
        </p:txBody>
      </p:sp>
      <p:sp>
        <p:nvSpPr>
          <p:cNvPr id="189443" name="内容占位符 2">
            <a:extLst>
              <a:ext uri="{FF2B5EF4-FFF2-40B4-BE49-F238E27FC236}">
                <a16:creationId xmlns:a16="http://schemas.microsoft.com/office/drawing/2014/main" id="{645CA328-CD53-572B-D25F-329FB84C35D9}"/>
              </a:ext>
            </a:extLst>
          </p:cNvPr>
          <p:cNvSpPr>
            <a:spLocks noGrp="1"/>
          </p:cNvSpPr>
          <p:nvPr>
            <p:ph idx="1"/>
          </p:nvPr>
        </p:nvSpPr>
        <p:spPr>
          <a:xfrm>
            <a:off x="465138" y="1635125"/>
            <a:ext cx="8229600" cy="4787900"/>
          </a:xfrm>
        </p:spPr>
        <p:txBody>
          <a:bodyPr/>
          <a:lstStyle/>
          <a:p>
            <a:pPr eaLnBrk="1" hangingPunct="1">
              <a:lnSpc>
                <a:spcPct val="120000"/>
              </a:lnSpc>
            </a:pPr>
            <a:r>
              <a:rPr lang="zh-CN" altLang="en-US"/>
              <a:t>什么是寄存器？</a:t>
            </a:r>
            <a:endParaRPr lang="en-US" altLang="zh-CN"/>
          </a:p>
          <a:p>
            <a:pPr lvl="1" eaLnBrk="1" hangingPunct="1">
              <a:lnSpc>
                <a:spcPct val="120000"/>
              </a:lnSpc>
            </a:pPr>
            <a:r>
              <a:rPr lang="en-US" altLang="zh-CN"/>
              <a:t>CPU</a:t>
            </a:r>
            <a:r>
              <a:rPr lang="zh-CN" altLang="en-US"/>
              <a:t>内部的存储单元</a:t>
            </a:r>
            <a:endParaRPr lang="en-US" altLang="zh-CN"/>
          </a:p>
          <a:p>
            <a:pPr lvl="1" eaLnBrk="1" hangingPunct="1">
              <a:lnSpc>
                <a:spcPct val="120000"/>
              </a:lnSpc>
            </a:pPr>
            <a:r>
              <a:rPr lang="zh-CN" altLang="en-US"/>
              <a:t>读写速度非常快</a:t>
            </a:r>
            <a:endParaRPr lang="en-US" altLang="zh-CN"/>
          </a:p>
          <a:p>
            <a:pPr lvl="1" eaLnBrk="1" hangingPunct="1">
              <a:lnSpc>
                <a:spcPct val="120000"/>
              </a:lnSpc>
            </a:pPr>
            <a:r>
              <a:rPr lang="zh-CN" altLang="en-US"/>
              <a:t>数量很少</a:t>
            </a:r>
            <a:endParaRPr lang="en-US" altLang="zh-CN"/>
          </a:p>
          <a:p>
            <a:pPr lvl="2" eaLnBrk="1" hangingPunct="1">
              <a:lnSpc>
                <a:spcPct val="120000"/>
              </a:lnSpc>
            </a:pPr>
            <a:r>
              <a:rPr lang="en-US" altLang="zh-CN"/>
              <a:t>IA-32</a:t>
            </a:r>
            <a:r>
              <a:rPr lang="zh-CN" altLang="en-US"/>
              <a:t>有</a:t>
            </a:r>
            <a:r>
              <a:rPr lang="en-US" altLang="zh-CN"/>
              <a:t>eax</a:t>
            </a:r>
            <a:r>
              <a:rPr lang="zh-CN" altLang="en-US"/>
              <a:t>、</a:t>
            </a:r>
            <a:r>
              <a:rPr lang="en-US" altLang="zh-CN"/>
              <a:t>ebx</a:t>
            </a:r>
            <a:r>
              <a:rPr lang="zh-CN" altLang="en-US"/>
              <a:t>、</a:t>
            </a:r>
            <a:r>
              <a:rPr lang="en-US" altLang="zh-CN"/>
              <a:t>ecx</a:t>
            </a:r>
            <a:r>
              <a:rPr lang="zh-CN" altLang="en-US"/>
              <a:t>、</a:t>
            </a:r>
            <a:r>
              <a:rPr lang="en-US" altLang="zh-CN"/>
              <a:t>edx</a:t>
            </a:r>
            <a:r>
              <a:rPr lang="zh-CN" altLang="en-US"/>
              <a:t>、</a:t>
            </a:r>
            <a:r>
              <a:rPr lang="en-US" altLang="zh-CN"/>
              <a:t>esp</a:t>
            </a:r>
            <a:r>
              <a:rPr lang="zh-CN" altLang="en-US"/>
              <a:t>、</a:t>
            </a:r>
            <a:r>
              <a:rPr lang="en-US" altLang="zh-CN"/>
              <a:t>ebp</a:t>
            </a:r>
            <a:r>
              <a:rPr lang="zh-CN" altLang="en-US"/>
              <a:t>、</a:t>
            </a:r>
            <a:r>
              <a:rPr lang="en-US" altLang="zh-CN"/>
              <a:t>esi</a:t>
            </a:r>
            <a:r>
              <a:rPr lang="zh-CN" altLang="en-US"/>
              <a:t>、</a:t>
            </a:r>
            <a:r>
              <a:rPr lang="en-US" altLang="zh-CN"/>
              <a:t>edi</a:t>
            </a:r>
            <a:r>
              <a:rPr lang="zh-CN" altLang="en-US"/>
              <a:t>八个通用寄存器</a:t>
            </a:r>
            <a:endParaRPr lang="en-US" altLang="zh-CN"/>
          </a:p>
          <a:p>
            <a:pPr eaLnBrk="1" hangingPunct="1">
              <a:lnSpc>
                <a:spcPct val="120000"/>
              </a:lnSpc>
            </a:pPr>
            <a:r>
              <a:rPr lang="zh-CN" altLang="en-US"/>
              <a:t>大部分</a:t>
            </a:r>
            <a:r>
              <a:rPr lang="en-US" altLang="zh-CN"/>
              <a:t>CPU</a:t>
            </a:r>
            <a:r>
              <a:rPr lang="zh-CN" altLang="en-US"/>
              <a:t>指令都需要读写寄存器。</a:t>
            </a:r>
            <a:endParaRPr lang="en-US" altLang="zh-CN"/>
          </a:p>
          <a:p>
            <a:pPr eaLnBrk="1" hangingPunct="1">
              <a:lnSpc>
                <a:spcPct val="120000"/>
              </a:lnSpc>
            </a:pPr>
            <a:r>
              <a:rPr lang="zh-CN" altLang="en-US"/>
              <a:t>复杂的表达式，分步执行，每条指令只能做一次基本运算，中间结果暂存在寄存器中。</a:t>
            </a:r>
          </a:p>
        </p:txBody>
      </p:sp>
      <p:sp>
        <p:nvSpPr>
          <p:cNvPr id="189444" name="灯片编号占位符 3">
            <a:extLst>
              <a:ext uri="{FF2B5EF4-FFF2-40B4-BE49-F238E27FC236}">
                <a16:creationId xmlns:a16="http://schemas.microsoft.com/office/drawing/2014/main" id="{75204325-A985-2A8E-9C09-9B7FC413278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BCAFDB5-EBCA-4A56-A7BF-60C299CE0021}"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128</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A0F1F15A-29EB-A30A-516F-E2E4815F3264}"/>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2.6 </a:t>
            </a:r>
            <a:r>
              <a:rPr kumimoji="0" lang="zh-CN" altLang="en-US" sz="2800" dirty="0">
                <a:solidFill>
                  <a:schemeClr val="bg1"/>
                </a:solidFill>
                <a:latin typeface="+mj-lt"/>
                <a:ea typeface="+mj-ea"/>
                <a:cs typeface="+mj-cs"/>
              </a:rPr>
              <a:t>深度探索</a:t>
            </a: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标题 1">
            <a:extLst>
              <a:ext uri="{FF2B5EF4-FFF2-40B4-BE49-F238E27FC236}">
                <a16:creationId xmlns:a16="http://schemas.microsoft.com/office/drawing/2014/main" id="{A96DCBEA-EB20-7404-20A1-17F8CE16242B}"/>
              </a:ext>
            </a:extLst>
          </p:cNvPr>
          <p:cNvSpPr>
            <a:spLocks noGrp="1"/>
          </p:cNvSpPr>
          <p:nvPr>
            <p:ph type="title"/>
          </p:nvPr>
        </p:nvSpPr>
        <p:spPr/>
        <p:txBody>
          <a:bodyPr/>
          <a:lstStyle/>
          <a:p>
            <a:pPr eaLnBrk="1" hangingPunct="1"/>
            <a:r>
              <a:rPr lang="en-US" altLang="zh-CN"/>
              <a:t>2.6.2 C++</a:t>
            </a:r>
            <a:r>
              <a:rPr lang="zh-CN" altLang="en-US"/>
              <a:t>表达式的执行原理（续）</a:t>
            </a:r>
          </a:p>
        </p:txBody>
      </p:sp>
      <p:sp>
        <p:nvSpPr>
          <p:cNvPr id="190467" name="灯片编号占位符 3">
            <a:extLst>
              <a:ext uri="{FF2B5EF4-FFF2-40B4-BE49-F238E27FC236}">
                <a16:creationId xmlns:a16="http://schemas.microsoft.com/office/drawing/2014/main" id="{09FECFC7-121E-4C63-21F5-268319813C7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E085278-B51F-4350-A2E5-2DC8DAC2D2E6}"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129</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DD73771E-0F47-9860-29F6-F00499511DFF}"/>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2.6 </a:t>
            </a:r>
            <a:r>
              <a:rPr kumimoji="0" lang="zh-CN" altLang="en-US" sz="2800" dirty="0">
                <a:solidFill>
                  <a:schemeClr val="bg1"/>
                </a:solidFill>
                <a:latin typeface="+mj-lt"/>
                <a:ea typeface="+mj-ea"/>
                <a:cs typeface="+mj-cs"/>
              </a:rPr>
              <a:t>深度探索</a:t>
            </a:r>
          </a:p>
        </p:txBody>
      </p:sp>
      <p:sp>
        <p:nvSpPr>
          <p:cNvPr id="190469" name="内容占位符 5">
            <a:extLst>
              <a:ext uri="{FF2B5EF4-FFF2-40B4-BE49-F238E27FC236}">
                <a16:creationId xmlns:a16="http://schemas.microsoft.com/office/drawing/2014/main" id="{63217E7E-2155-32D9-41C7-3C55938DC37B}"/>
              </a:ext>
            </a:extLst>
          </p:cNvPr>
          <p:cNvSpPr>
            <a:spLocks noGrp="1"/>
          </p:cNvSpPr>
          <p:nvPr>
            <p:ph sz="half" idx="1"/>
          </p:nvPr>
        </p:nvSpPr>
        <p:spPr>
          <a:xfrm>
            <a:off x="714375" y="1928813"/>
            <a:ext cx="3543300" cy="4114800"/>
          </a:xfrm>
        </p:spPr>
        <p:txBody>
          <a:bodyPr/>
          <a:lstStyle/>
          <a:p>
            <a:pPr eaLnBrk="1" hangingPunct="1">
              <a:buFont typeface="Wingdings" panose="05000000000000000000" pitchFamily="2" charset="2"/>
              <a:buNone/>
            </a:pPr>
            <a:r>
              <a:rPr lang="en-US" altLang="zh-CN" sz="2000"/>
              <a:t>int a, b, c, d;</a:t>
            </a:r>
          </a:p>
          <a:p>
            <a:pPr eaLnBrk="1" hangingPunct="1">
              <a:buFont typeface="Wingdings" panose="05000000000000000000" pitchFamily="2" charset="2"/>
              <a:buNone/>
            </a:pPr>
            <a:r>
              <a:rPr lang="en-US" altLang="zh-CN" sz="2000"/>
              <a:t>int e;</a:t>
            </a:r>
          </a:p>
          <a:p>
            <a:pPr eaLnBrk="1" hangingPunct="1">
              <a:buFont typeface="Wingdings" panose="05000000000000000000" pitchFamily="2" charset="2"/>
              <a:buNone/>
            </a:pPr>
            <a:r>
              <a:rPr lang="en-US" altLang="zh-CN" sz="2000"/>
              <a:t>int main() {</a:t>
            </a:r>
          </a:p>
          <a:p>
            <a:pPr eaLnBrk="1" hangingPunct="1">
              <a:buFont typeface="Wingdings" panose="05000000000000000000" pitchFamily="2" charset="2"/>
              <a:buNone/>
            </a:pPr>
            <a:r>
              <a:rPr lang="en-US" altLang="zh-CN" sz="2000"/>
              <a:t>	a = 4;</a:t>
            </a:r>
          </a:p>
          <a:p>
            <a:pPr eaLnBrk="1" hangingPunct="1">
              <a:buFont typeface="Wingdings" panose="05000000000000000000" pitchFamily="2" charset="2"/>
              <a:buNone/>
            </a:pPr>
            <a:r>
              <a:rPr lang="en-US" altLang="zh-CN" sz="2000"/>
              <a:t>	b = 2;</a:t>
            </a:r>
          </a:p>
          <a:p>
            <a:pPr eaLnBrk="1" hangingPunct="1">
              <a:buFont typeface="Wingdings" panose="05000000000000000000" pitchFamily="2" charset="2"/>
              <a:buNone/>
            </a:pPr>
            <a:r>
              <a:rPr lang="en-US" altLang="zh-CN" sz="2000"/>
              <a:t>	c = 1;</a:t>
            </a:r>
          </a:p>
          <a:p>
            <a:pPr eaLnBrk="1" hangingPunct="1">
              <a:buFont typeface="Wingdings" panose="05000000000000000000" pitchFamily="2" charset="2"/>
              <a:buNone/>
            </a:pPr>
            <a:r>
              <a:rPr lang="en-US" altLang="zh-CN" sz="2000"/>
              <a:t>	d = 10;</a:t>
            </a:r>
          </a:p>
          <a:p>
            <a:pPr eaLnBrk="1" hangingPunct="1">
              <a:buFont typeface="Wingdings" panose="05000000000000000000" pitchFamily="2" charset="2"/>
              <a:buNone/>
            </a:pPr>
            <a:r>
              <a:rPr lang="en-US" altLang="zh-CN" sz="2000"/>
              <a:t>	e = (a + b) * (c - d);</a:t>
            </a:r>
          </a:p>
          <a:p>
            <a:pPr eaLnBrk="1" hangingPunct="1">
              <a:buFont typeface="Wingdings" panose="05000000000000000000" pitchFamily="2" charset="2"/>
              <a:buNone/>
            </a:pPr>
            <a:r>
              <a:rPr lang="en-US" altLang="zh-CN" sz="2000"/>
              <a:t>	return 0;</a:t>
            </a:r>
          </a:p>
          <a:p>
            <a:pPr eaLnBrk="1" hangingPunct="1">
              <a:buFont typeface="Wingdings" panose="05000000000000000000" pitchFamily="2" charset="2"/>
              <a:buNone/>
            </a:pPr>
            <a:r>
              <a:rPr lang="en-US" altLang="zh-CN" sz="2000"/>
              <a:t>}</a:t>
            </a:r>
          </a:p>
          <a:p>
            <a:pPr eaLnBrk="1" hangingPunct="1">
              <a:buFont typeface="Wingdings" panose="05000000000000000000" pitchFamily="2" charset="2"/>
              <a:buNone/>
            </a:pPr>
            <a:endParaRPr lang="zh-CN" altLang="en-US"/>
          </a:p>
        </p:txBody>
      </p:sp>
      <p:sp>
        <p:nvSpPr>
          <p:cNvPr id="8" name="内容占位符 6">
            <a:extLst>
              <a:ext uri="{FF2B5EF4-FFF2-40B4-BE49-F238E27FC236}">
                <a16:creationId xmlns:a16="http://schemas.microsoft.com/office/drawing/2014/main" id="{D713F6A7-1FF0-3684-D4E2-DC91C18EFD32}"/>
              </a:ext>
            </a:extLst>
          </p:cNvPr>
          <p:cNvSpPr txBox="1">
            <a:spLocks/>
          </p:cNvSpPr>
          <p:nvPr/>
        </p:nvSpPr>
        <p:spPr>
          <a:xfrm>
            <a:off x="4395788" y="2798763"/>
            <a:ext cx="3060700" cy="1643062"/>
          </a:xfrm>
          <a:prstGeom prst="rect">
            <a:avLst/>
          </a:prstGeom>
          <a:ln w="6350">
            <a:solidFill>
              <a:schemeClr val="tx1"/>
            </a:solidFill>
          </a:ln>
        </p:spPr>
        <p:txBody>
          <a:bodyPr/>
          <a:lstStyle/>
          <a:p>
            <a:pPr marL="365125" indent="-255588" eaLnBrk="1" hangingPunct="1">
              <a:spcBef>
                <a:spcPts val="300"/>
              </a:spcBef>
              <a:buClr>
                <a:srgbClr val="A04DA3"/>
              </a:buClr>
              <a:buFont typeface="Wingdings" pitchFamily="2" charset="2"/>
              <a:buNone/>
              <a:defRPr/>
            </a:pPr>
            <a:r>
              <a:rPr kumimoji="0" lang="en-US" altLang="zh-CN" sz="2000" dirty="0" err="1">
                <a:latin typeface="+mn-lt"/>
                <a:ea typeface="+mn-ea"/>
              </a:rPr>
              <a:t>movl</a:t>
            </a:r>
            <a:r>
              <a:rPr kumimoji="0" lang="en-US" altLang="zh-CN" sz="2000" dirty="0">
                <a:latin typeface="+mn-lt"/>
                <a:ea typeface="+mn-ea"/>
              </a:rPr>
              <a:t>   $0x4,0x80495d8</a:t>
            </a:r>
          </a:p>
          <a:p>
            <a:pPr marL="365125" indent="-255588" eaLnBrk="1" hangingPunct="1">
              <a:spcBef>
                <a:spcPts val="300"/>
              </a:spcBef>
              <a:buClr>
                <a:srgbClr val="A04DA3"/>
              </a:buClr>
              <a:buFont typeface="Wingdings" pitchFamily="2" charset="2"/>
              <a:buNone/>
              <a:defRPr/>
            </a:pPr>
            <a:r>
              <a:rPr kumimoji="0" lang="en-US" altLang="zh-CN" sz="2000" dirty="0" err="1">
                <a:latin typeface="+mn-lt"/>
                <a:ea typeface="+mn-ea"/>
              </a:rPr>
              <a:t>movl</a:t>
            </a:r>
            <a:r>
              <a:rPr kumimoji="0" lang="en-US" altLang="zh-CN" sz="2000" dirty="0">
                <a:latin typeface="+mn-lt"/>
                <a:ea typeface="+mn-ea"/>
              </a:rPr>
              <a:t>   $0x2,0x80495dc</a:t>
            </a:r>
          </a:p>
          <a:p>
            <a:pPr marL="365125" indent="-255588" eaLnBrk="1" hangingPunct="1">
              <a:spcBef>
                <a:spcPts val="300"/>
              </a:spcBef>
              <a:buClr>
                <a:srgbClr val="A04DA3"/>
              </a:buClr>
              <a:buFont typeface="Wingdings" pitchFamily="2" charset="2"/>
              <a:buNone/>
              <a:defRPr/>
            </a:pPr>
            <a:r>
              <a:rPr kumimoji="0" lang="en-US" altLang="zh-CN" sz="2000" dirty="0" err="1">
                <a:latin typeface="+mn-lt"/>
                <a:ea typeface="+mn-ea"/>
              </a:rPr>
              <a:t>movl</a:t>
            </a:r>
            <a:r>
              <a:rPr kumimoji="0" lang="en-US" altLang="zh-CN" sz="2000" dirty="0">
                <a:latin typeface="+mn-lt"/>
                <a:ea typeface="+mn-ea"/>
              </a:rPr>
              <a:t>   $0x1,0x80495e0</a:t>
            </a:r>
          </a:p>
          <a:p>
            <a:pPr marL="365125" indent="-255588" eaLnBrk="1" hangingPunct="1">
              <a:spcBef>
                <a:spcPts val="300"/>
              </a:spcBef>
              <a:buClr>
                <a:srgbClr val="A04DA3"/>
              </a:buClr>
              <a:buFont typeface="Wingdings" pitchFamily="2" charset="2"/>
              <a:buNone/>
              <a:defRPr/>
            </a:pPr>
            <a:r>
              <a:rPr kumimoji="0" lang="en-US" altLang="zh-CN" sz="2000" dirty="0" err="1">
                <a:latin typeface="+mn-lt"/>
                <a:ea typeface="+mn-ea"/>
              </a:rPr>
              <a:t>movl</a:t>
            </a:r>
            <a:r>
              <a:rPr kumimoji="0" lang="en-US" altLang="zh-CN" sz="2000" dirty="0">
                <a:latin typeface="+mn-lt"/>
                <a:ea typeface="+mn-ea"/>
              </a:rPr>
              <a:t>   $0xa,0x80495e4</a:t>
            </a:r>
          </a:p>
          <a:p>
            <a:pPr marL="365125" indent="-255588" eaLnBrk="1" hangingPunct="1">
              <a:spcBef>
                <a:spcPts val="300"/>
              </a:spcBef>
              <a:buClr>
                <a:srgbClr val="A04DA3"/>
              </a:buClr>
              <a:buFont typeface="Wingdings" pitchFamily="2" charset="2"/>
              <a:buNone/>
              <a:defRPr/>
            </a:pPr>
            <a:endParaRPr kumimoji="0" lang="zh-CN" altLang="en-US" sz="2800" dirty="0">
              <a:latin typeface="+mn-lt"/>
              <a:ea typeface="+mn-ea"/>
            </a:endParaRPr>
          </a:p>
        </p:txBody>
      </p:sp>
      <p:sp>
        <p:nvSpPr>
          <p:cNvPr id="190471" name="矩形 7">
            <a:extLst>
              <a:ext uri="{FF2B5EF4-FFF2-40B4-BE49-F238E27FC236}">
                <a16:creationId xmlns:a16="http://schemas.microsoft.com/office/drawing/2014/main" id="{FEF82471-654F-BDC0-680B-2E667ADB6E1E}"/>
              </a:ext>
            </a:extLst>
          </p:cNvPr>
          <p:cNvSpPr>
            <a:spLocks noChangeArrowheads="1"/>
          </p:cNvSpPr>
          <p:nvPr/>
        </p:nvSpPr>
        <p:spPr bwMode="auto">
          <a:xfrm>
            <a:off x="1027113" y="3111500"/>
            <a:ext cx="1044575" cy="1246188"/>
          </a:xfrm>
          <a:prstGeom prst="rect">
            <a:avLst/>
          </a:prstGeom>
          <a:noFill/>
          <a:ln w="12700" cap="sq" algn="ctr">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10" name="右箭头 9">
            <a:extLst>
              <a:ext uri="{FF2B5EF4-FFF2-40B4-BE49-F238E27FC236}">
                <a16:creationId xmlns:a16="http://schemas.microsoft.com/office/drawing/2014/main" id="{25B42066-5A61-69F3-D2B1-278BBADA759A}"/>
              </a:ext>
            </a:extLst>
          </p:cNvPr>
          <p:cNvSpPr/>
          <p:nvPr/>
        </p:nvSpPr>
        <p:spPr bwMode="auto">
          <a:xfrm>
            <a:off x="2312988" y="3584575"/>
            <a:ext cx="2000250" cy="266700"/>
          </a:xfrm>
          <a:prstGeom prst="rightArrow">
            <a:avLst/>
          </a:prstGeom>
          <a:solidFill>
            <a:schemeClr val="tx2">
              <a:lumMod val="75000"/>
            </a:schemeClr>
          </a:solidFill>
          <a:ln w="12700" cap="sq" cmpd="sng" algn="ctr">
            <a:noFill/>
            <a:prstDash val="solid"/>
            <a:round/>
            <a:headEnd type="none" w="sm" len="sm"/>
            <a:tailEnd type="none" w="sm" len="sm"/>
          </a:ln>
          <a:effectLst/>
        </p:spPr>
        <p:txBody>
          <a:bodyPr/>
          <a:lstStyle/>
          <a:p>
            <a:pPr eaLnBrk="1" hangingPunct="1">
              <a:defRPr/>
            </a:pPr>
            <a:endParaRPr lang="zh-CN" altLang="en-US"/>
          </a:p>
        </p:txBody>
      </p:sp>
      <p:grpSp>
        <p:nvGrpSpPr>
          <p:cNvPr id="190473" name="Group 9">
            <a:extLst>
              <a:ext uri="{FF2B5EF4-FFF2-40B4-BE49-F238E27FC236}">
                <a16:creationId xmlns:a16="http://schemas.microsoft.com/office/drawing/2014/main" id="{74A97497-478A-A219-2AC4-FE624C71E2DF}"/>
              </a:ext>
            </a:extLst>
          </p:cNvPr>
          <p:cNvGrpSpPr>
            <a:grpSpLocks/>
          </p:cNvGrpSpPr>
          <p:nvPr/>
        </p:nvGrpSpPr>
        <p:grpSpPr bwMode="auto">
          <a:xfrm>
            <a:off x="3170238" y="1727200"/>
            <a:ext cx="4054475" cy="1214438"/>
            <a:chOff x="1628" y="1113"/>
            <a:chExt cx="2554" cy="765"/>
          </a:xfrm>
        </p:grpSpPr>
        <p:sp>
          <p:nvSpPr>
            <p:cNvPr id="190475" name="Rectangle 10">
              <a:extLst>
                <a:ext uri="{FF2B5EF4-FFF2-40B4-BE49-F238E27FC236}">
                  <a16:creationId xmlns:a16="http://schemas.microsoft.com/office/drawing/2014/main" id="{70675AA2-0DD6-DC35-0DDA-E21D62665C54}"/>
                </a:ext>
              </a:extLst>
            </p:cNvPr>
            <p:cNvSpPr>
              <a:spLocks noChangeArrowheads="1"/>
            </p:cNvSpPr>
            <p:nvPr/>
          </p:nvSpPr>
          <p:spPr bwMode="auto">
            <a:xfrm>
              <a:off x="1628" y="1113"/>
              <a:ext cx="2554" cy="328"/>
            </a:xfrm>
            <a:prstGeom prst="rect">
              <a:avLst/>
            </a:prstGeom>
            <a:solidFill>
              <a:srgbClr val="CCFFFF"/>
            </a:solidFill>
            <a:ln w="12700">
              <a:solidFill>
                <a:schemeClr val="tx1"/>
              </a:solidFill>
              <a:miter lim="800000"/>
              <a:headEnd/>
              <a:tailEnd/>
            </a:ln>
            <a:effectLst>
              <a:outerShdw dist="53882" dir="2700000" algn="ctr" rotWithShape="0">
                <a:srgbClr val="993300"/>
              </a:outerShdw>
            </a:effectLst>
          </p:spPr>
          <p:txBody>
            <a:bodyPr wrap="none" lIns="92075" tIns="46038" rIns="92075" bIns="46038" anchor="ct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lang="zh-CN" altLang="en-US">
                  <a:solidFill>
                    <a:srgbClr val="C00000"/>
                  </a:solidFill>
                  <a:latin typeface="宋体" panose="02010600030101010101" pitchFamily="2" charset="-122"/>
                  <a:ea typeface="宋体" panose="02010600030101010101" pitchFamily="2" charset="-122"/>
                </a:rPr>
                <a:t>把</a:t>
              </a:r>
              <a:r>
                <a:rPr lang="en-US" altLang="zh-CN">
                  <a:solidFill>
                    <a:srgbClr val="C00000"/>
                  </a:solidFill>
                  <a:latin typeface="宋体" panose="02010600030101010101" pitchFamily="2" charset="-122"/>
                  <a:ea typeface="宋体" panose="02010600030101010101" pitchFamily="2" charset="-122"/>
                </a:rPr>
                <a:t>4</a:t>
              </a:r>
              <a:r>
                <a:rPr lang="zh-CN" altLang="en-US">
                  <a:solidFill>
                    <a:srgbClr val="C00000"/>
                  </a:solidFill>
                  <a:latin typeface="宋体" panose="02010600030101010101" pitchFamily="2" charset="-122"/>
                  <a:ea typeface="宋体" panose="02010600030101010101" pitchFamily="2" charset="-122"/>
                </a:rPr>
                <a:t>存入地址</a:t>
              </a:r>
              <a:r>
                <a:rPr lang="en-US" altLang="zh-CN">
                  <a:solidFill>
                    <a:srgbClr val="C00000"/>
                  </a:solidFill>
                  <a:latin typeface="宋体" panose="02010600030101010101" pitchFamily="2" charset="-122"/>
                  <a:ea typeface="宋体" panose="02010600030101010101" pitchFamily="2" charset="-122"/>
                </a:rPr>
                <a:t>0x80495d8</a:t>
              </a:r>
              <a:r>
                <a:rPr lang="zh-CN" altLang="en-US">
                  <a:solidFill>
                    <a:srgbClr val="C00000"/>
                  </a:solidFill>
                  <a:latin typeface="宋体" panose="02010600030101010101" pitchFamily="2" charset="-122"/>
                  <a:ea typeface="宋体" panose="02010600030101010101" pitchFamily="2" charset="-122"/>
                </a:rPr>
                <a:t>中</a:t>
              </a:r>
            </a:p>
          </p:txBody>
        </p:sp>
        <p:sp>
          <p:nvSpPr>
            <p:cNvPr id="190476" name="Line 11">
              <a:extLst>
                <a:ext uri="{FF2B5EF4-FFF2-40B4-BE49-F238E27FC236}">
                  <a16:creationId xmlns:a16="http://schemas.microsoft.com/office/drawing/2014/main" id="{E409FEF1-90C4-D889-4463-145EF7AC8CBE}"/>
                </a:ext>
              </a:extLst>
            </p:cNvPr>
            <p:cNvSpPr>
              <a:spLocks noChangeShapeType="1"/>
            </p:cNvSpPr>
            <p:nvPr/>
          </p:nvSpPr>
          <p:spPr bwMode="auto">
            <a:xfrm>
              <a:off x="2438" y="1428"/>
              <a:ext cx="585" cy="4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 name="Rectangle 10">
            <a:extLst>
              <a:ext uri="{FF2B5EF4-FFF2-40B4-BE49-F238E27FC236}">
                <a16:creationId xmlns:a16="http://schemas.microsoft.com/office/drawing/2014/main" id="{736DFE9C-742D-C9D1-5CBD-233992F74044}"/>
              </a:ext>
            </a:extLst>
          </p:cNvPr>
          <p:cNvSpPr>
            <a:spLocks noChangeArrowheads="1"/>
          </p:cNvSpPr>
          <p:nvPr/>
        </p:nvSpPr>
        <p:spPr bwMode="auto">
          <a:xfrm>
            <a:off x="4741863" y="4656138"/>
            <a:ext cx="2286000" cy="1357312"/>
          </a:xfrm>
          <a:prstGeom prst="rect">
            <a:avLst/>
          </a:prstGeom>
          <a:solidFill>
            <a:srgbClr val="CCFFFF"/>
          </a:solidFill>
          <a:ln w="12700">
            <a:solidFill>
              <a:schemeClr val="tx1"/>
            </a:solidFill>
            <a:miter lim="800000"/>
            <a:headEnd/>
            <a:tailEnd/>
          </a:ln>
          <a:effectLst>
            <a:outerShdw dist="53882" dir="2700000" algn="ctr" rotWithShape="0">
              <a:srgbClr val="993300"/>
            </a:outerShdw>
          </a:effectLst>
        </p:spPr>
        <p:txBody>
          <a:bodyPr wrap="none" lIns="92075" tIns="46038" rIns="92075" bIns="46038" anchor="ctr"/>
          <a:lstStyle/>
          <a:p>
            <a:pPr algn="ctr">
              <a:defRPr/>
            </a:pPr>
            <a:r>
              <a:rPr lang="en-US" altLang="zh-CN" sz="1800" dirty="0">
                <a:solidFill>
                  <a:srgbClr val="C00000"/>
                </a:solidFill>
                <a:latin typeface="+mn-lt"/>
                <a:ea typeface="宋体" pitchFamily="2" charset="-122"/>
              </a:rPr>
              <a:t>0x80495d8</a:t>
            </a:r>
            <a:r>
              <a:rPr lang="zh-CN" altLang="en-US" sz="1800" dirty="0">
                <a:solidFill>
                  <a:srgbClr val="C00000"/>
                </a:solidFill>
                <a:latin typeface="+mn-lt"/>
                <a:ea typeface="宋体" pitchFamily="2" charset="-122"/>
              </a:rPr>
              <a:t>：</a:t>
            </a:r>
            <a:r>
              <a:rPr lang="en-US" altLang="zh-CN" sz="1800" dirty="0">
                <a:solidFill>
                  <a:srgbClr val="C00000"/>
                </a:solidFill>
                <a:latin typeface="+mn-lt"/>
                <a:ea typeface="宋体" pitchFamily="2" charset="-122"/>
              </a:rPr>
              <a:t>a</a:t>
            </a:r>
            <a:r>
              <a:rPr lang="zh-CN" altLang="en-US" sz="1800" dirty="0">
                <a:solidFill>
                  <a:srgbClr val="C00000"/>
                </a:solidFill>
                <a:latin typeface="+mn-lt"/>
                <a:ea typeface="宋体" pitchFamily="2" charset="-122"/>
              </a:rPr>
              <a:t>变量</a:t>
            </a:r>
            <a:endParaRPr lang="en-US" altLang="zh-CN" sz="1800" dirty="0">
              <a:solidFill>
                <a:srgbClr val="C00000"/>
              </a:solidFill>
              <a:latin typeface="+mn-lt"/>
              <a:ea typeface="宋体" pitchFamily="2" charset="-122"/>
            </a:endParaRPr>
          </a:p>
          <a:p>
            <a:pPr algn="ctr">
              <a:defRPr/>
            </a:pPr>
            <a:r>
              <a:rPr lang="en-US" altLang="zh-CN" sz="1800" dirty="0">
                <a:solidFill>
                  <a:srgbClr val="C00000"/>
                </a:solidFill>
                <a:latin typeface="+mn-lt"/>
                <a:ea typeface="宋体" pitchFamily="2" charset="-122"/>
              </a:rPr>
              <a:t>0x80495dc</a:t>
            </a:r>
            <a:r>
              <a:rPr lang="zh-CN" altLang="en-US" sz="1800" dirty="0">
                <a:solidFill>
                  <a:srgbClr val="C00000"/>
                </a:solidFill>
                <a:latin typeface="+mn-lt"/>
                <a:ea typeface="宋体" pitchFamily="2" charset="-122"/>
              </a:rPr>
              <a:t>：</a:t>
            </a:r>
            <a:r>
              <a:rPr lang="en-US" altLang="zh-CN" sz="1800" dirty="0">
                <a:solidFill>
                  <a:srgbClr val="C00000"/>
                </a:solidFill>
                <a:latin typeface="+mn-lt"/>
                <a:ea typeface="宋体" pitchFamily="2" charset="-122"/>
              </a:rPr>
              <a:t>b</a:t>
            </a:r>
            <a:r>
              <a:rPr lang="zh-CN" altLang="en-US" sz="1800" dirty="0">
                <a:solidFill>
                  <a:srgbClr val="C00000"/>
                </a:solidFill>
                <a:latin typeface="+mn-lt"/>
                <a:ea typeface="宋体" pitchFamily="2" charset="-122"/>
              </a:rPr>
              <a:t>变量</a:t>
            </a:r>
            <a:endParaRPr lang="en-US" altLang="zh-CN" sz="1800" dirty="0">
              <a:solidFill>
                <a:srgbClr val="C00000"/>
              </a:solidFill>
              <a:latin typeface="+mn-lt"/>
              <a:ea typeface="宋体" pitchFamily="2" charset="-122"/>
            </a:endParaRPr>
          </a:p>
          <a:p>
            <a:pPr algn="ctr">
              <a:defRPr/>
            </a:pPr>
            <a:r>
              <a:rPr lang="en-US" altLang="zh-CN" sz="1800" dirty="0">
                <a:solidFill>
                  <a:srgbClr val="C00000"/>
                </a:solidFill>
                <a:latin typeface="+mn-lt"/>
                <a:ea typeface="宋体" pitchFamily="2" charset="-122"/>
              </a:rPr>
              <a:t>0x80495e0</a:t>
            </a:r>
            <a:r>
              <a:rPr lang="zh-CN" altLang="en-US" sz="1800" dirty="0">
                <a:solidFill>
                  <a:srgbClr val="C00000"/>
                </a:solidFill>
                <a:latin typeface="+mn-lt"/>
                <a:ea typeface="宋体" pitchFamily="2" charset="-122"/>
              </a:rPr>
              <a:t>：</a:t>
            </a:r>
            <a:r>
              <a:rPr lang="en-US" altLang="zh-CN" sz="1800" dirty="0">
                <a:solidFill>
                  <a:srgbClr val="C00000"/>
                </a:solidFill>
                <a:latin typeface="+mn-lt"/>
                <a:ea typeface="宋体" pitchFamily="2" charset="-122"/>
              </a:rPr>
              <a:t>c</a:t>
            </a:r>
            <a:r>
              <a:rPr lang="zh-CN" altLang="en-US" sz="1800" dirty="0">
                <a:solidFill>
                  <a:srgbClr val="C00000"/>
                </a:solidFill>
                <a:latin typeface="+mn-lt"/>
                <a:ea typeface="宋体" pitchFamily="2" charset="-122"/>
              </a:rPr>
              <a:t>变量</a:t>
            </a:r>
            <a:endParaRPr lang="en-US" altLang="zh-CN" sz="1800" dirty="0">
              <a:solidFill>
                <a:srgbClr val="C00000"/>
              </a:solidFill>
              <a:latin typeface="+mn-lt"/>
              <a:ea typeface="宋体" pitchFamily="2" charset="-122"/>
            </a:endParaRPr>
          </a:p>
          <a:p>
            <a:pPr algn="ctr">
              <a:defRPr/>
            </a:pPr>
            <a:r>
              <a:rPr lang="en-US" altLang="zh-CN" sz="1800" dirty="0">
                <a:solidFill>
                  <a:srgbClr val="C00000"/>
                </a:solidFill>
                <a:latin typeface="+mn-lt"/>
                <a:ea typeface="宋体" pitchFamily="2" charset="-122"/>
              </a:rPr>
              <a:t>0x80495e4</a:t>
            </a:r>
            <a:r>
              <a:rPr lang="zh-CN" altLang="en-US" sz="1800" dirty="0">
                <a:solidFill>
                  <a:srgbClr val="C00000"/>
                </a:solidFill>
                <a:latin typeface="+mn-lt"/>
                <a:ea typeface="宋体" pitchFamily="2" charset="-122"/>
              </a:rPr>
              <a:t>：</a:t>
            </a:r>
            <a:r>
              <a:rPr lang="en-US" altLang="zh-CN" sz="1800" dirty="0">
                <a:solidFill>
                  <a:srgbClr val="C00000"/>
                </a:solidFill>
                <a:latin typeface="+mn-lt"/>
                <a:ea typeface="宋体" pitchFamily="2" charset="-122"/>
              </a:rPr>
              <a:t>d</a:t>
            </a:r>
            <a:r>
              <a:rPr lang="zh-CN" altLang="en-US" sz="1800" dirty="0">
                <a:solidFill>
                  <a:srgbClr val="C00000"/>
                </a:solidFill>
                <a:latin typeface="+mn-lt"/>
                <a:ea typeface="宋体" pitchFamily="2" charset="-122"/>
              </a:rPr>
              <a:t>变量</a:t>
            </a:r>
            <a:endParaRPr lang="en-US" altLang="zh-CN" sz="1800" dirty="0">
              <a:solidFill>
                <a:srgbClr val="C00000"/>
              </a:solidFill>
              <a:latin typeface="+mn-lt"/>
              <a:ea typeface="宋体" pitchFamily="2" charset="-122"/>
            </a:endParaRPr>
          </a:p>
          <a:p>
            <a:pPr algn="ctr">
              <a:defRPr/>
            </a:pPr>
            <a:r>
              <a:rPr lang="en-US" altLang="zh-CN" sz="1800" dirty="0">
                <a:solidFill>
                  <a:srgbClr val="C00000"/>
                </a:solidFill>
                <a:latin typeface="+mn-lt"/>
                <a:ea typeface="宋体" pitchFamily="2" charset="-122"/>
              </a:rPr>
              <a:t>0x80495e8</a:t>
            </a:r>
            <a:r>
              <a:rPr lang="zh-CN" altLang="en-US" sz="1800" dirty="0">
                <a:solidFill>
                  <a:srgbClr val="C00000"/>
                </a:solidFill>
                <a:latin typeface="+mn-lt"/>
                <a:ea typeface="宋体" pitchFamily="2" charset="-122"/>
              </a:rPr>
              <a:t>：</a:t>
            </a:r>
            <a:r>
              <a:rPr lang="en-US" altLang="zh-CN" sz="1800" dirty="0">
                <a:solidFill>
                  <a:srgbClr val="C00000"/>
                </a:solidFill>
                <a:latin typeface="+mn-lt"/>
                <a:ea typeface="宋体" pitchFamily="2" charset="-122"/>
              </a:rPr>
              <a:t>e</a:t>
            </a:r>
            <a:r>
              <a:rPr lang="zh-CN" altLang="en-US" sz="1800" dirty="0">
                <a:solidFill>
                  <a:srgbClr val="C00000"/>
                </a:solidFill>
                <a:latin typeface="+mn-lt"/>
                <a:ea typeface="宋体" pitchFamily="2" charset="-122"/>
              </a:rPr>
              <a:t>变量</a:t>
            </a: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标题 1">
            <a:extLst>
              <a:ext uri="{FF2B5EF4-FFF2-40B4-BE49-F238E27FC236}">
                <a16:creationId xmlns:a16="http://schemas.microsoft.com/office/drawing/2014/main" id="{B29D1EC8-C2DE-AE36-1B93-4B079B3A8D00}"/>
              </a:ext>
            </a:extLst>
          </p:cNvPr>
          <p:cNvSpPr>
            <a:spLocks noGrp="1"/>
          </p:cNvSpPr>
          <p:nvPr>
            <p:ph type="title"/>
          </p:nvPr>
        </p:nvSpPr>
        <p:spPr/>
        <p:txBody>
          <a:bodyPr/>
          <a:lstStyle/>
          <a:p>
            <a:pPr eaLnBrk="1" hangingPunct="1"/>
            <a:r>
              <a:rPr lang="en-US" altLang="zh-CN"/>
              <a:t>2.6.2 C++</a:t>
            </a:r>
            <a:r>
              <a:rPr lang="zh-CN" altLang="en-US"/>
              <a:t>表达式的执行原理（续）</a:t>
            </a:r>
          </a:p>
        </p:txBody>
      </p:sp>
      <p:sp>
        <p:nvSpPr>
          <p:cNvPr id="191491" name="灯片编号占位符 3">
            <a:extLst>
              <a:ext uri="{FF2B5EF4-FFF2-40B4-BE49-F238E27FC236}">
                <a16:creationId xmlns:a16="http://schemas.microsoft.com/office/drawing/2014/main" id="{795783F1-F967-80AC-8E32-E029A2E6AE8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D0C39BF-0A67-4DF2-BE4C-A986B6FBF55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130</a:t>
            </a:fld>
            <a:endParaRPr lang="en-US" altLang="zh-CN" sz="1800">
              <a:solidFill>
                <a:srgbClr val="FFFFFF"/>
              </a:solidFill>
              <a:latin typeface="Times New Roman" panose="02020603050405020304" pitchFamily="18" charset="0"/>
              <a:ea typeface="隶书" panose="02010509060101010101" pitchFamily="49" charset="-122"/>
            </a:endParaRPr>
          </a:p>
        </p:txBody>
      </p:sp>
      <p:sp>
        <p:nvSpPr>
          <p:cNvPr id="5" name="标题 4">
            <a:extLst>
              <a:ext uri="{FF2B5EF4-FFF2-40B4-BE49-F238E27FC236}">
                <a16:creationId xmlns:a16="http://schemas.microsoft.com/office/drawing/2014/main" id="{B488B28E-B5C4-8030-81CB-BFC0CA946E79}"/>
              </a:ext>
            </a:extLst>
          </p:cNvPr>
          <p:cNvSpPr txBox="1">
            <a:spLocks/>
          </p:cNvSpPr>
          <p:nvPr/>
        </p:nvSpPr>
        <p:spPr>
          <a:xfrm>
            <a:off x="214313" y="0"/>
            <a:ext cx="8072437"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2.6 </a:t>
            </a:r>
            <a:r>
              <a:rPr kumimoji="0" lang="zh-CN" altLang="en-US" sz="2800" dirty="0">
                <a:solidFill>
                  <a:schemeClr val="bg1"/>
                </a:solidFill>
                <a:latin typeface="+mj-lt"/>
                <a:ea typeface="+mj-ea"/>
                <a:cs typeface="+mj-cs"/>
              </a:rPr>
              <a:t>深度探索</a:t>
            </a:r>
          </a:p>
        </p:txBody>
      </p:sp>
      <p:sp>
        <p:nvSpPr>
          <p:cNvPr id="191493" name="内容占位符 5">
            <a:extLst>
              <a:ext uri="{FF2B5EF4-FFF2-40B4-BE49-F238E27FC236}">
                <a16:creationId xmlns:a16="http://schemas.microsoft.com/office/drawing/2014/main" id="{E4152682-62EE-AC6F-A48D-A19FC8BFF0C9}"/>
              </a:ext>
            </a:extLst>
          </p:cNvPr>
          <p:cNvSpPr>
            <a:spLocks noGrp="1"/>
          </p:cNvSpPr>
          <p:nvPr>
            <p:ph sz="half" idx="1"/>
          </p:nvPr>
        </p:nvSpPr>
        <p:spPr>
          <a:xfrm>
            <a:off x="714375" y="1714500"/>
            <a:ext cx="3543300" cy="4114800"/>
          </a:xfrm>
        </p:spPr>
        <p:txBody>
          <a:bodyPr/>
          <a:lstStyle/>
          <a:p>
            <a:pPr eaLnBrk="1" hangingPunct="1">
              <a:buFont typeface="Wingdings" panose="05000000000000000000" pitchFamily="2" charset="2"/>
              <a:buNone/>
            </a:pPr>
            <a:r>
              <a:rPr lang="en-US" altLang="zh-CN" sz="2000"/>
              <a:t>int a, b, c, d;</a:t>
            </a:r>
          </a:p>
          <a:p>
            <a:pPr eaLnBrk="1" hangingPunct="1">
              <a:buFont typeface="Wingdings" panose="05000000000000000000" pitchFamily="2" charset="2"/>
              <a:buNone/>
            </a:pPr>
            <a:r>
              <a:rPr lang="en-US" altLang="zh-CN" sz="2000"/>
              <a:t>int e;</a:t>
            </a:r>
          </a:p>
          <a:p>
            <a:pPr eaLnBrk="1" hangingPunct="1">
              <a:buFont typeface="Wingdings" panose="05000000000000000000" pitchFamily="2" charset="2"/>
              <a:buNone/>
            </a:pPr>
            <a:r>
              <a:rPr lang="en-US" altLang="zh-CN" sz="2000"/>
              <a:t>int main() {</a:t>
            </a:r>
          </a:p>
          <a:p>
            <a:pPr eaLnBrk="1" hangingPunct="1">
              <a:buFont typeface="Wingdings" panose="05000000000000000000" pitchFamily="2" charset="2"/>
              <a:buNone/>
            </a:pPr>
            <a:r>
              <a:rPr lang="en-US" altLang="zh-CN" sz="2000"/>
              <a:t>	a = 4;</a:t>
            </a:r>
          </a:p>
          <a:p>
            <a:pPr eaLnBrk="1" hangingPunct="1">
              <a:buFont typeface="Wingdings" panose="05000000000000000000" pitchFamily="2" charset="2"/>
              <a:buNone/>
            </a:pPr>
            <a:r>
              <a:rPr lang="en-US" altLang="zh-CN" sz="2000"/>
              <a:t>	b = 2;</a:t>
            </a:r>
          </a:p>
          <a:p>
            <a:pPr eaLnBrk="1" hangingPunct="1">
              <a:buFont typeface="Wingdings" panose="05000000000000000000" pitchFamily="2" charset="2"/>
              <a:buNone/>
            </a:pPr>
            <a:r>
              <a:rPr lang="en-US" altLang="zh-CN" sz="2000"/>
              <a:t>	c = 1;</a:t>
            </a:r>
          </a:p>
          <a:p>
            <a:pPr eaLnBrk="1" hangingPunct="1">
              <a:buFont typeface="Wingdings" panose="05000000000000000000" pitchFamily="2" charset="2"/>
              <a:buNone/>
            </a:pPr>
            <a:r>
              <a:rPr lang="en-US" altLang="zh-CN" sz="2000"/>
              <a:t>	d = 10;</a:t>
            </a:r>
          </a:p>
          <a:p>
            <a:pPr eaLnBrk="1" hangingPunct="1">
              <a:buFont typeface="Wingdings" panose="05000000000000000000" pitchFamily="2" charset="2"/>
              <a:buNone/>
            </a:pPr>
            <a:r>
              <a:rPr lang="en-US" altLang="zh-CN" sz="2000"/>
              <a:t>	e = (a + b) * (c - d);</a:t>
            </a:r>
          </a:p>
          <a:p>
            <a:pPr eaLnBrk="1" hangingPunct="1">
              <a:buFont typeface="Wingdings" panose="05000000000000000000" pitchFamily="2" charset="2"/>
              <a:buNone/>
            </a:pPr>
            <a:r>
              <a:rPr lang="en-US" altLang="zh-CN" sz="2000"/>
              <a:t>	return 0;</a:t>
            </a:r>
          </a:p>
          <a:p>
            <a:pPr eaLnBrk="1" hangingPunct="1">
              <a:buFont typeface="Wingdings" panose="05000000000000000000" pitchFamily="2" charset="2"/>
              <a:buNone/>
            </a:pPr>
            <a:r>
              <a:rPr lang="en-US" altLang="zh-CN" sz="2000"/>
              <a:t>}</a:t>
            </a:r>
          </a:p>
          <a:p>
            <a:pPr eaLnBrk="1" hangingPunct="1">
              <a:buFont typeface="Wingdings" panose="05000000000000000000" pitchFamily="2" charset="2"/>
              <a:buNone/>
            </a:pPr>
            <a:endParaRPr lang="zh-CN" altLang="en-US"/>
          </a:p>
        </p:txBody>
      </p:sp>
      <p:sp>
        <p:nvSpPr>
          <p:cNvPr id="8" name="内容占位符 6">
            <a:extLst>
              <a:ext uri="{FF2B5EF4-FFF2-40B4-BE49-F238E27FC236}">
                <a16:creationId xmlns:a16="http://schemas.microsoft.com/office/drawing/2014/main" id="{D5F1B2FF-62FB-2C7F-19CF-24FDDDDC8BC8}"/>
              </a:ext>
            </a:extLst>
          </p:cNvPr>
          <p:cNvSpPr txBox="1">
            <a:spLocks/>
          </p:cNvSpPr>
          <p:nvPr/>
        </p:nvSpPr>
        <p:spPr>
          <a:xfrm>
            <a:off x="4681538" y="2441575"/>
            <a:ext cx="3462337" cy="3000375"/>
          </a:xfrm>
          <a:prstGeom prst="rect">
            <a:avLst/>
          </a:prstGeom>
          <a:ln w="6350">
            <a:solidFill>
              <a:schemeClr val="tx1"/>
            </a:solidFill>
          </a:ln>
        </p:spPr>
        <p:txBody>
          <a:bodyPr/>
          <a:lstStyle/>
          <a:p>
            <a:pPr marL="365125" indent="-255588" eaLnBrk="1" hangingPunct="1">
              <a:spcBef>
                <a:spcPts val="300"/>
              </a:spcBef>
              <a:buClr>
                <a:srgbClr val="A04DA3"/>
              </a:buClr>
              <a:buFont typeface="Wingdings" pitchFamily="2" charset="2"/>
              <a:buNone/>
              <a:defRPr/>
            </a:pPr>
            <a:r>
              <a:rPr kumimoji="0" lang="en-US" altLang="zh-CN" sz="2000" dirty="0">
                <a:latin typeface="+mn-lt"/>
                <a:ea typeface="+mn-ea"/>
              </a:rPr>
              <a:t> </a:t>
            </a:r>
            <a:r>
              <a:rPr kumimoji="0" lang="en-US" altLang="zh-CN" sz="2000" dirty="0" err="1">
                <a:latin typeface="+mn-lt"/>
                <a:ea typeface="+mn-ea"/>
              </a:rPr>
              <a:t>mov</a:t>
            </a:r>
            <a:r>
              <a:rPr kumimoji="0" lang="en-US" altLang="zh-CN" sz="2000" dirty="0">
                <a:latin typeface="+mn-lt"/>
                <a:ea typeface="+mn-ea"/>
              </a:rPr>
              <a:t>    0x80495dc,%eax</a:t>
            </a:r>
          </a:p>
          <a:p>
            <a:pPr marL="365125" indent="-255588" eaLnBrk="1" hangingPunct="1">
              <a:spcBef>
                <a:spcPts val="300"/>
              </a:spcBef>
              <a:buClr>
                <a:srgbClr val="A04DA3"/>
              </a:buClr>
              <a:buFont typeface="Wingdings" pitchFamily="2" charset="2"/>
              <a:buNone/>
              <a:defRPr/>
            </a:pPr>
            <a:r>
              <a:rPr kumimoji="0" lang="en-US" altLang="zh-CN" sz="2000" dirty="0">
                <a:latin typeface="+mn-lt"/>
                <a:ea typeface="+mn-ea"/>
              </a:rPr>
              <a:t> </a:t>
            </a:r>
            <a:r>
              <a:rPr kumimoji="0" lang="en-US" altLang="zh-CN" sz="2000" dirty="0" err="1">
                <a:latin typeface="+mn-lt"/>
                <a:ea typeface="+mn-ea"/>
              </a:rPr>
              <a:t>mov</a:t>
            </a:r>
            <a:r>
              <a:rPr kumimoji="0" lang="en-US" altLang="zh-CN" sz="2000" dirty="0">
                <a:latin typeface="+mn-lt"/>
                <a:ea typeface="+mn-ea"/>
              </a:rPr>
              <a:t>    0x80495d8,%ecx</a:t>
            </a:r>
          </a:p>
          <a:p>
            <a:pPr marL="365125" indent="-255588" eaLnBrk="1" hangingPunct="1">
              <a:spcBef>
                <a:spcPts val="300"/>
              </a:spcBef>
              <a:buClr>
                <a:srgbClr val="A04DA3"/>
              </a:buClr>
              <a:buFont typeface="Wingdings" pitchFamily="2" charset="2"/>
              <a:buNone/>
              <a:defRPr/>
            </a:pPr>
            <a:r>
              <a:rPr kumimoji="0" lang="en-US" altLang="zh-CN" sz="2000" dirty="0">
                <a:latin typeface="+mn-lt"/>
                <a:ea typeface="+mn-ea"/>
              </a:rPr>
              <a:t> add    %</a:t>
            </a:r>
            <a:r>
              <a:rPr kumimoji="0" lang="en-US" altLang="zh-CN" sz="2000" dirty="0" err="1">
                <a:latin typeface="+mn-lt"/>
                <a:ea typeface="+mn-ea"/>
              </a:rPr>
              <a:t>eax,%ecx</a:t>
            </a:r>
            <a:endParaRPr kumimoji="0" lang="en-US" altLang="zh-CN" sz="2000" dirty="0">
              <a:latin typeface="+mn-lt"/>
              <a:ea typeface="+mn-ea"/>
            </a:endParaRPr>
          </a:p>
          <a:p>
            <a:pPr marL="365125" indent="-255588" eaLnBrk="1" hangingPunct="1">
              <a:spcBef>
                <a:spcPts val="300"/>
              </a:spcBef>
              <a:buClr>
                <a:srgbClr val="A04DA3"/>
              </a:buClr>
              <a:buFont typeface="Wingdings" pitchFamily="2" charset="2"/>
              <a:buNone/>
              <a:defRPr/>
            </a:pPr>
            <a:r>
              <a:rPr kumimoji="0" lang="en-US" altLang="zh-CN" sz="2000" dirty="0">
                <a:latin typeface="+mn-lt"/>
                <a:ea typeface="+mn-ea"/>
              </a:rPr>
              <a:t> </a:t>
            </a:r>
            <a:r>
              <a:rPr kumimoji="0" lang="en-US" altLang="zh-CN" sz="2000" dirty="0" err="1">
                <a:latin typeface="+mn-lt"/>
                <a:ea typeface="+mn-ea"/>
              </a:rPr>
              <a:t>mov</a:t>
            </a:r>
            <a:r>
              <a:rPr kumimoji="0" lang="en-US" altLang="zh-CN" sz="2000" dirty="0">
                <a:latin typeface="+mn-lt"/>
                <a:ea typeface="+mn-ea"/>
              </a:rPr>
              <a:t>    0x80495e4,%edx</a:t>
            </a:r>
          </a:p>
          <a:p>
            <a:pPr marL="365125" indent="-255588" eaLnBrk="1" hangingPunct="1">
              <a:spcBef>
                <a:spcPts val="300"/>
              </a:spcBef>
              <a:buClr>
                <a:srgbClr val="A04DA3"/>
              </a:buClr>
              <a:buFont typeface="Wingdings" pitchFamily="2" charset="2"/>
              <a:buNone/>
              <a:defRPr/>
            </a:pPr>
            <a:r>
              <a:rPr kumimoji="0" lang="en-US" altLang="zh-CN" sz="2000" dirty="0">
                <a:latin typeface="+mn-lt"/>
                <a:ea typeface="+mn-ea"/>
              </a:rPr>
              <a:t> </a:t>
            </a:r>
            <a:r>
              <a:rPr kumimoji="0" lang="en-US" altLang="zh-CN" sz="2000" dirty="0" err="1">
                <a:latin typeface="+mn-lt"/>
                <a:ea typeface="+mn-ea"/>
              </a:rPr>
              <a:t>mov</a:t>
            </a:r>
            <a:r>
              <a:rPr kumimoji="0" lang="en-US" altLang="zh-CN" sz="2000" dirty="0">
                <a:latin typeface="+mn-lt"/>
                <a:ea typeface="+mn-ea"/>
              </a:rPr>
              <a:t>    0x80495e0,%eax</a:t>
            </a:r>
          </a:p>
          <a:p>
            <a:pPr marL="365125" indent="-255588" eaLnBrk="1" hangingPunct="1">
              <a:spcBef>
                <a:spcPts val="300"/>
              </a:spcBef>
              <a:buClr>
                <a:srgbClr val="A04DA3"/>
              </a:buClr>
              <a:buFont typeface="Wingdings" pitchFamily="2" charset="2"/>
              <a:buNone/>
              <a:defRPr/>
            </a:pPr>
            <a:r>
              <a:rPr kumimoji="0" lang="en-US" altLang="zh-CN" sz="2000" dirty="0">
                <a:latin typeface="+mn-lt"/>
                <a:ea typeface="+mn-ea"/>
              </a:rPr>
              <a:t> sub    %</a:t>
            </a:r>
            <a:r>
              <a:rPr kumimoji="0" lang="en-US" altLang="zh-CN" sz="2000" dirty="0" err="1">
                <a:latin typeface="+mn-lt"/>
                <a:ea typeface="+mn-ea"/>
              </a:rPr>
              <a:t>edx,%eax</a:t>
            </a:r>
            <a:endParaRPr kumimoji="0" lang="en-US" altLang="zh-CN" sz="2000" dirty="0">
              <a:latin typeface="+mn-lt"/>
              <a:ea typeface="+mn-ea"/>
            </a:endParaRPr>
          </a:p>
          <a:p>
            <a:pPr marL="365125" indent="-255588" eaLnBrk="1" hangingPunct="1">
              <a:spcBef>
                <a:spcPts val="300"/>
              </a:spcBef>
              <a:buClr>
                <a:srgbClr val="A04DA3"/>
              </a:buClr>
              <a:buFont typeface="Wingdings" pitchFamily="2" charset="2"/>
              <a:buNone/>
              <a:defRPr/>
            </a:pPr>
            <a:r>
              <a:rPr kumimoji="0" lang="en-US" altLang="zh-CN" sz="2000" dirty="0">
                <a:latin typeface="+mn-lt"/>
                <a:ea typeface="+mn-ea"/>
              </a:rPr>
              <a:t> </a:t>
            </a:r>
            <a:r>
              <a:rPr kumimoji="0" lang="en-US" altLang="zh-CN" sz="2000" dirty="0" err="1">
                <a:latin typeface="+mn-lt"/>
                <a:ea typeface="+mn-ea"/>
              </a:rPr>
              <a:t>imul</a:t>
            </a:r>
            <a:r>
              <a:rPr kumimoji="0" lang="en-US" altLang="zh-CN" sz="2000" dirty="0">
                <a:latin typeface="+mn-lt"/>
                <a:ea typeface="+mn-ea"/>
              </a:rPr>
              <a:t>   %</a:t>
            </a:r>
            <a:r>
              <a:rPr kumimoji="0" lang="en-US" altLang="zh-CN" sz="2000" dirty="0" err="1">
                <a:latin typeface="+mn-lt"/>
                <a:ea typeface="+mn-ea"/>
              </a:rPr>
              <a:t>ecx,%eax</a:t>
            </a:r>
            <a:endParaRPr kumimoji="0" lang="en-US" altLang="zh-CN" sz="2000" dirty="0">
              <a:latin typeface="+mn-lt"/>
              <a:ea typeface="+mn-ea"/>
            </a:endParaRPr>
          </a:p>
          <a:p>
            <a:pPr marL="365125" indent="-255588" eaLnBrk="1" hangingPunct="1">
              <a:spcBef>
                <a:spcPts val="300"/>
              </a:spcBef>
              <a:buClr>
                <a:srgbClr val="A04DA3"/>
              </a:buClr>
              <a:buFont typeface="Wingdings" pitchFamily="2" charset="2"/>
              <a:buNone/>
              <a:defRPr/>
            </a:pPr>
            <a:r>
              <a:rPr kumimoji="0" lang="en-US" altLang="zh-CN" sz="2000" dirty="0">
                <a:latin typeface="+mn-lt"/>
                <a:ea typeface="+mn-ea"/>
              </a:rPr>
              <a:t> </a:t>
            </a:r>
            <a:r>
              <a:rPr kumimoji="0" lang="en-US" altLang="zh-CN" sz="2000" dirty="0" err="1">
                <a:latin typeface="+mn-lt"/>
                <a:ea typeface="+mn-ea"/>
              </a:rPr>
              <a:t>mov</a:t>
            </a:r>
            <a:r>
              <a:rPr kumimoji="0" lang="en-US" altLang="zh-CN" sz="2000" dirty="0">
                <a:latin typeface="+mn-lt"/>
                <a:ea typeface="+mn-ea"/>
              </a:rPr>
              <a:t>    %eax,0x80495e8</a:t>
            </a:r>
          </a:p>
          <a:p>
            <a:pPr marL="365125" indent="-255588" eaLnBrk="1" hangingPunct="1">
              <a:spcBef>
                <a:spcPts val="300"/>
              </a:spcBef>
              <a:buClr>
                <a:srgbClr val="A04DA3"/>
              </a:buClr>
              <a:buFont typeface="Wingdings" pitchFamily="2" charset="2"/>
              <a:buNone/>
              <a:defRPr/>
            </a:pPr>
            <a:endParaRPr kumimoji="0" lang="zh-CN" altLang="en-US" sz="2800" dirty="0">
              <a:latin typeface="+mn-lt"/>
              <a:ea typeface="+mn-ea"/>
            </a:endParaRPr>
          </a:p>
        </p:txBody>
      </p:sp>
      <p:sp>
        <p:nvSpPr>
          <p:cNvPr id="191495" name="矩形 7">
            <a:extLst>
              <a:ext uri="{FF2B5EF4-FFF2-40B4-BE49-F238E27FC236}">
                <a16:creationId xmlns:a16="http://schemas.microsoft.com/office/drawing/2014/main" id="{F462A74A-584E-6902-4F9A-08C62BC31747}"/>
              </a:ext>
            </a:extLst>
          </p:cNvPr>
          <p:cNvSpPr>
            <a:spLocks noChangeArrowheads="1"/>
          </p:cNvSpPr>
          <p:nvPr/>
        </p:nvSpPr>
        <p:spPr bwMode="auto">
          <a:xfrm>
            <a:off x="1000125" y="4214813"/>
            <a:ext cx="3000375" cy="357187"/>
          </a:xfrm>
          <a:prstGeom prst="rect">
            <a:avLst/>
          </a:prstGeom>
          <a:noFill/>
          <a:ln w="12700" cap="sq" algn="ctr">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10" name="右箭头 9">
            <a:extLst>
              <a:ext uri="{FF2B5EF4-FFF2-40B4-BE49-F238E27FC236}">
                <a16:creationId xmlns:a16="http://schemas.microsoft.com/office/drawing/2014/main" id="{FAC571D0-830C-524D-630C-F48DE30BB507}"/>
              </a:ext>
            </a:extLst>
          </p:cNvPr>
          <p:cNvSpPr/>
          <p:nvPr/>
        </p:nvSpPr>
        <p:spPr bwMode="auto">
          <a:xfrm>
            <a:off x="4079875" y="4346575"/>
            <a:ext cx="571500" cy="266700"/>
          </a:xfrm>
          <a:prstGeom prst="rightArrow">
            <a:avLst/>
          </a:prstGeom>
          <a:solidFill>
            <a:schemeClr val="tx2">
              <a:lumMod val="75000"/>
            </a:schemeClr>
          </a:solidFill>
          <a:ln w="12700" cap="sq" cmpd="sng" algn="ctr">
            <a:noFill/>
            <a:prstDash val="solid"/>
            <a:round/>
            <a:headEnd type="none" w="sm" len="sm"/>
            <a:tailEnd type="none" w="sm" len="sm"/>
          </a:ln>
          <a:effectLst/>
        </p:spPr>
        <p:txBody>
          <a:bodyPr/>
          <a:lstStyle/>
          <a:p>
            <a:pPr eaLnBrk="1" hangingPunct="1">
              <a:defRPr/>
            </a:pPr>
            <a:endParaRPr lang="zh-CN" altLang="en-US"/>
          </a:p>
        </p:txBody>
      </p:sp>
      <p:grpSp>
        <p:nvGrpSpPr>
          <p:cNvPr id="191497" name="Group 9">
            <a:extLst>
              <a:ext uri="{FF2B5EF4-FFF2-40B4-BE49-F238E27FC236}">
                <a16:creationId xmlns:a16="http://schemas.microsoft.com/office/drawing/2014/main" id="{42814825-35EF-AC39-A39A-8DF3189BFAEA}"/>
              </a:ext>
            </a:extLst>
          </p:cNvPr>
          <p:cNvGrpSpPr>
            <a:grpSpLocks/>
          </p:cNvGrpSpPr>
          <p:nvPr/>
        </p:nvGrpSpPr>
        <p:grpSpPr bwMode="auto">
          <a:xfrm>
            <a:off x="3241675" y="1655763"/>
            <a:ext cx="4973638" cy="857250"/>
            <a:chOff x="1628" y="1203"/>
            <a:chExt cx="2735" cy="540"/>
          </a:xfrm>
        </p:grpSpPr>
        <p:sp>
          <p:nvSpPr>
            <p:cNvPr id="191506" name="Rectangle 10">
              <a:extLst>
                <a:ext uri="{FF2B5EF4-FFF2-40B4-BE49-F238E27FC236}">
                  <a16:creationId xmlns:a16="http://schemas.microsoft.com/office/drawing/2014/main" id="{DC53D321-7A03-36F2-129D-8B14657A84BA}"/>
                </a:ext>
              </a:extLst>
            </p:cNvPr>
            <p:cNvSpPr>
              <a:spLocks noChangeArrowheads="1"/>
            </p:cNvSpPr>
            <p:nvPr/>
          </p:nvSpPr>
          <p:spPr bwMode="auto">
            <a:xfrm>
              <a:off x="1628" y="1203"/>
              <a:ext cx="2735" cy="225"/>
            </a:xfrm>
            <a:prstGeom prst="rect">
              <a:avLst/>
            </a:prstGeom>
            <a:solidFill>
              <a:srgbClr val="CCFFFF"/>
            </a:solidFill>
            <a:ln w="12700">
              <a:solidFill>
                <a:schemeClr val="tx1"/>
              </a:solidFill>
              <a:miter lim="800000"/>
              <a:headEnd/>
              <a:tailEnd/>
            </a:ln>
            <a:effectLst>
              <a:outerShdw dist="53882" dir="2700000" algn="ctr" rotWithShape="0">
                <a:srgbClr val="993300"/>
              </a:outerShdw>
            </a:effectLst>
          </p:spPr>
          <p:txBody>
            <a:bodyPr wrap="none" lIns="92075" tIns="46038" rIns="92075" bIns="46038" anchor="ct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lang="zh-CN" altLang="en-US">
                  <a:solidFill>
                    <a:srgbClr val="C00000"/>
                  </a:solidFill>
                  <a:latin typeface="宋体" panose="02010600030101010101" pitchFamily="2" charset="-122"/>
                  <a:ea typeface="宋体" panose="02010600030101010101" pitchFamily="2" charset="-122"/>
                </a:rPr>
                <a:t>把</a:t>
              </a:r>
              <a:r>
                <a:rPr lang="en-US" altLang="zh-CN">
                  <a:solidFill>
                    <a:srgbClr val="C00000"/>
                  </a:solidFill>
                  <a:latin typeface="宋体" panose="02010600030101010101" pitchFamily="2" charset="-122"/>
                  <a:ea typeface="宋体" panose="02010600030101010101" pitchFamily="2" charset="-122"/>
                </a:rPr>
                <a:t>0x80495dc</a:t>
              </a:r>
              <a:r>
                <a:rPr lang="zh-CN" altLang="en-US">
                  <a:solidFill>
                    <a:srgbClr val="C00000"/>
                  </a:solidFill>
                  <a:latin typeface="宋体" panose="02010600030101010101" pitchFamily="2" charset="-122"/>
                  <a:ea typeface="宋体" panose="02010600030101010101" pitchFamily="2" charset="-122"/>
                </a:rPr>
                <a:t>地址的值到</a:t>
              </a:r>
              <a:r>
                <a:rPr lang="en-US" altLang="zh-CN">
                  <a:solidFill>
                    <a:srgbClr val="C00000"/>
                  </a:solidFill>
                  <a:latin typeface="宋体" panose="02010600030101010101" pitchFamily="2" charset="-122"/>
                  <a:ea typeface="宋体" panose="02010600030101010101" pitchFamily="2" charset="-122"/>
                </a:rPr>
                <a:t>eax</a:t>
              </a:r>
              <a:r>
                <a:rPr lang="zh-CN" altLang="en-US">
                  <a:solidFill>
                    <a:srgbClr val="C00000"/>
                  </a:solidFill>
                  <a:latin typeface="宋体" panose="02010600030101010101" pitchFamily="2" charset="-122"/>
                  <a:ea typeface="宋体" panose="02010600030101010101" pitchFamily="2" charset="-122"/>
                </a:rPr>
                <a:t>寄存器中</a:t>
              </a:r>
            </a:p>
          </p:txBody>
        </p:sp>
        <p:sp>
          <p:nvSpPr>
            <p:cNvPr id="191507" name="Line 11">
              <a:extLst>
                <a:ext uri="{FF2B5EF4-FFF2-40B4-BE49-F238E27FC236}">
                  <a16:creationId xmlns:a16="http://schemas.microsoft.com/office/drawing/2014/main" id="{C461F0BB-78CF-DFDE-3050-3C28F54AD991}"/>
                </a:ext>
              </a:extLst>
            </p:cNvPr>
            <p:cNvSpPr>
              <a:spLocks noChangeShapeType="1"/>
            </p:cNvSpPr>
            <p:nvPr/>
          </p:nvSpPr>
          <p:spPr bwMode="auto">
            <a:xfrm>
              <a:off x="2438" y="1428"/>
              <a:ext cx="686" cy="31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 name="Rectangle 10">
            <a:extLst>
              <a:ext uri="{FF2B5EF4-FFF2-40B4-BE49-F238E27FC236}">
                <a16:creationId xmlns:a16="http://schemas.microsoft.com/office/drawing/2014/main" id="{7B4D210A-BD98-1CE6-B191-A1C2C291C3E3}"/>
              </a:ext>
            </a:extLst>
          </p:cNvPr>
          <p:cNvSpPr>
            <a:spLocks noChangeArrowheads="1"/>
          </p:cNvSpPr>
          <p:nvPr/>
        </p:nvSpPr>
        <p:spPr bwMode="auto">
          <a:xfrm>
            <a:off x="1227138" y="5113338"/>
            <a:ext cx="2286000" cy="1357312"/>
          </a:xfrm>
          <a:prstGeom prst="rect">
            <a:avLst/>
          </a:prstGeom>
          <a:solidFill>
            <a:srgbClr val="CCFFFF"/>
          </a:solidFill>
          <a:ln w="12700">
            <a:solidFill>
              <a:schemeClr val="tx1"/>
            </a:solidFill>
            <a:miter lim="800000"/>
            <a:headEnd/>
            <a:tailEnd/>
          </a:ln>
          <a:effectLst>
            <a:outerShdw dist="53882" dir="2700000" algn="ctr" rotWithShape="0">
              <a:srgbClr val="993300"/>
            </a:outerShdw>
          </a:effectLst>
        </p:spPr>
        <p:txBody>
          <a:bodyPr wrap="none" lIns="92075" tIns="46038" rIns="92075" bIns="46038" anchor="ctr"/>
          <a:lstStyle/>
          <a:p>
            <a:pPr algn="ctr">
              <a:defRPr/>
            </a:pPr>
            <a:r>
              <a:rPr lang="en-US" altLang="zh-CN" sz="1800" dirty="0">
                <a:solidFill>
                  <a:srgbClr val="C00000"/>
                </a:solidFill>
                <a:latin typeface="+mn-lt"/>
                <a:ea typeface="宋体" pitchFamily="2" charset="-122"/>
              </a:rPr>
              <a:t>0x80495d8</a:t>
            </a:r>
            <a:r>
              <a:rPr lang="zh-CN" altLang="en-US" sz="1800" dirty="0">
                <a:solidFill>
                  <a:srgbClr val="C00000"/>
                </a:solidFill>
                <a:latin typeface="+mn-lt"/>
                <a:ea typeface="宋体" pitchFamily="2" charset="-122"/>
              </a:rPr>
              <a:t>：</a:t>
            </a:r>
            <a:r>
              <a:rPr lang="en-US" altLang="zh-CN" sz="1800" dirty="0">
                <a:solidFill>
                  <a:srgbClr val="C00000"/>
                </a:solidFill>
                <a:latin typeface="+mn-lt"/>
                <a:ea typeface="宋体" pitchFamily="2" charset="-122"/>
              </a:rPr>
              <a:t>a</a:t>
            </a:r>
            <a:r>
              <a:rPr lang="zh-CN" altLang="en-US" sz="1800" dirty="0">
                <a:solidFill>
                  <a:srgbClr val="C00000"/>
                </a:solidFill>
                <a:latin typeface="+mn-lt"/>
                <a:ea typeface="宋体" pitchFamily="2" charset="-122"/>
              </a:rPr>
              <a:t>变量</a:t>
            </a:r>
            <a:endParaRPr lang="en-US" altLang="zh-CN" sz="1800" dirty="0">
              <a:solidFill>
                <a:srgbClr val="C00000"/>
              </a:solidFill>
              <a:latin typeface="+mn-lt"/>
              <a:ea typeface="宋体" pitchFamily="2" charset="-122"/>
            </a:endParaRPr>
          </a:p>
          <a:p>
            <a:pPr algn="ctr">
              <a:defRPr/>
            </a:pPr>
            <a:r>
              <a:rPr lang="en-US" altLang="zh-CN" sz="1800" dirty="0">
                <a:solidFill>
                  <a:srgbClr val="C00000"/>
                </a:solidFill>
                <a:latin typeface="+mn-lt"/>
                <a:ea typeface="宋体" pitchFamily="2" charset="-122"/>
              </a:rPr>
              <a:t>0x80495dc</a:t>
            </a:r>
            <a:r>
              <a:rPr lang="zh-CN" altLang="en-US" sz="1800" dirty="0">
                <a:solidFill>
                  <a:srgbClr val="C00000"/>
                </a:solidFill>
                <a:latin typeface="+mn-lt"/>
                <a:ea typeface="宋体" pitchFamily="2" charset="-122"/>
              </a:rPr>
              <a:t>：</a:t>
            </a:r>
            <a:r>
              <a:rPr lang="en-US" altLang="zh-CN" sz="1800" dirty="0">
                <a:solidFill>
                  <a:srgbClr val="C00000"/>
                </a:solidFill>
                <a:latin typeface="+mn-lt"/>
                <a:ea typeface="宋体" pitchFamily="2" charset="-122"/>
              </a:rPr>
              <a:t>b</a:t>
            </a:r>
            <a:r>
              <a:rPr lang="zh-CN" altLang="en-US" sz="1800" dirty="0">
                <a:solidFill>
                  <a:srgbClr val="C00000"/>
                </a:solidFill>
                <a:latin typeface="+mn-lt"/>
                <a:ea typeface="宋体" pitchFamily="2" charset="-122"/>
              </a:rPr>
              <a:t>变量</a:t>
            </a:r>
            <a:endParaRPr lang="en-US" altLang="zh-CN" sz="1800" dirty="0">
              <a:solidFill>
                <a:srgbClr val="C00000"/>
              </a:solidFill>
              <a:latin typeface="+mn-lt"/>
              <a:ea typeface="宋体" pitchFamily="2" charset="-122"/>
            </a:endParaRPr>
          </a:p>
          <a:p>
            <a:pPr algn="ctr">
              <a:defRPr/>
            </a:pPr>
            <a:r>
              <a:rPr lang="en-US" altLang="zh-CN" sz="1800" dirty="0">
                <a:solidFill>
                  <a:srgbClr val="C00000"/>
                </a:solidFill>
                <a:latin typeface="+mn-lt"/>
                <a:ea typeface="宋体" pitchFamily="2" charset="-122"/>
              </a:rPr>
              <a:t>0x80495e0</a:t>
            </a:r>
            <a:r>
              <a:rPr lang="zh-CN" altLang="en-US" sz="1800" dirty="0">
                <a:solidFill>
                  <a:srgbClr val="C00000"/>
                </a:solidFill>
                <a:latin typeface="+mn-lt"/>
                <a:ea typeface="宋体" pitchFamily="2" charset="-122"/>
              </a:rPr>
              <a:t>：</a:t>
            </a:r>
            <a:r>
              <a:rPr lang="en-US" altLang="zh-CN" sz="1800" dirty="0">
                <a:solidFill>
                  <a:srgbClr val="C00000"/>
                </a:solidFill>
                <a:latin typeface="+mn-lt"/>
                <a:ea typeface="宋体" pitchFamily="2" charset="-122"/>
              </a:rPr>
              <a:t>c</a:t>
            </a:r>
            <a:r>
              <a:rPr lang="zh-CN" altLang="en-US" sz="1800" dirty="0">
                <a:solidFill>
                  <a:srgbClr val="C00000"/>
                </a:solidFill>
                <a:latin typeface="+mn-lt"/>
                <a:ea typeface="宋体" pitchFamily="2" charset="-122"/>
              </a:rPr>
              <a:t>变量</a:t>
            </a:r>
            <a:endParaRPr lang="en-US" altLang="zh-CN" sz="1800" dirty="0">
              <a:solidFill>
                <a:srgbClr val="C00000"/>
              </a:solidFill>
              <a:latin typeface="+mn-lt"/>
              <a:ea typeface="宋体" pitchFamily="2" charset="-122"/>
            </a:endParaRPr>
          </a:p>
          <a:p>
            <a:pPr algn="ctr">
              <a:defRPr/>
            </a:pPr>
            <a:r>
              <a:rPr lang="en-US" altLang="zh-CN" sz="1800" dirty="0">
                <a:solidFill>
                  <a:srgbClr val="C00000"/>
                </a:solidFill>
                <a:latin typeface="+mn-lt"/>
                <a:ea typeface="宋体" pitchFamily="2" charset="-122"/>
              </a:rPr>
              <a:t>0x80495e4</a:t>
            </a:r>
            <a:r>
              <a:rPr lang="zh-CN" altLang="en-US" sz="1800" dirty="0">
                <a:solidFill>
                  <a:srgbClr val="C00000"/>
                </a:solidFill>
                <a:latin typeface="+mn-lt"/>
                <a:ea typeface="宋体" pitchFamily="2" charset="-122"/>
              </a:rPr>
              <a:t>：</a:t>
            </a:r>
            <a:r>
              <a:rPr lang="en-US" altLang="zh-CN" sz="1800" dirty="0">
                <a:solidFill>
                  <a:srgbClr val="C00000"/>
                </a:solidFill>
                <a:latin typeface="+mn-lt"/>
                <a:ea typeface="宋体" pitchFamily="2" charset="-122"/>
              </a:rPr>
              <a:t>d</a:t>
            </a:r>
            <a:r>
              <a:rPr lang="zh-CN" altLang="en-US" sz="1800" dirty="0">
                <a:solidFill>
                  <a:srgbClr val="C00000"/>
                </a:solidFill>
                <a:latin typeface="+mn-lt"/>
                <a:ea typeface="宋体" pitchFamily="2" charset="-122"/>
              </a:rPr>
              <a:t>变量</a:t>
            </a:r>
            <a:endParaRPr lang="en-US" altLang="zh-CN" sz="1800" dirty="0">
              <a:solidFill>
                <a:srgbClr val="C00000"/>
              </a:solidFill>
              <a:latin typeface="+mn-lt"/>
              <a:ea typeface="宋体" pitchFamily="2" charset="-122"/>
            </a:endParaRPr>
          </a:p>
          <a:p>
            <a:pPr algn="ctr">
              <a:defRPr/>
            </a:pPr>
            <a:r>
              <a:rPr lang="en-US" altLang="zh-CN" sz="1800" dirty="0">
                <a:solidFill>
                  <a:srgbClr val="C00000"/>
                </a:solidFill>
                <a:latin typeface="+mn-lt"/>
                <a:ea typeface="宋体" pitchFamily="2" charset="-122"/>
              </a:rPr>
              <a:t>0x80495e8</a:t>
            </a:r>
            <a:r>
              <a:rPr lang="zh-CN" altLang="en-US" sz="1800" dirty="0">
                <a:solidFill>
                  <a:srgbClr val="C00000"/>
                </a:solidFill>
                <a:latin typeface="+mn-lt"/>
                <a:ea typeface="宋体" pitchFamily="2" charset="-122"/>
              </a:rPr>
              <a:t>：</a:t>
            </a:r>
            <a:r>
              <a:rPr lang="en-US" altLang="zh-CN" sz="1800" dirty="0">
                <a:solidFill>
                  <a:srgbClr val="C00000"/>
                </a:solidFill>
                <a:latin typeface="+mn-lt"/>
                <a:ea typeface="宋体" pitchFamily="2" charset="-122"/>
              </a:rPr>
              <a:t>e</a:t>
            </a:r>
            <a:r>
              <a:rPr lang="zh-CN" altLang="en-US" sz="1800" dirty="0">
                <a:solidFill>
                  <a:srgbClr val="C00000"/>
                </a:solidFill>
                <a:latin typeface="+mn-lt"/>
                <a:ea typeface="宋体" pitchFamily="2" charset="-122"/>
              </a:rPr>
              <a:t>变量</a:t>
            </a:r>
          </a:p>
        </p:txBody>
      </p:sp>
      <p:grpSp>
        <p:nvGrpSpPr>
          <p:cNvPr id="191499" name="Group 9">
            <a:extLst>
              <a:ext uri="{FF2B5EF4-FFF2-40B4-BE49-F238E27FC236}">
                <a16:creationId xmlns:a16="http://schemas.microsoft.com/office/drawing/2014/main" id="{ECFB84D7-CC1F-7C22-CF77-5768BE93E842}"/>
              </a:ext>
            </a:extLst>
          </p:cNvPr>
          <p:cNvGrpSpPr>
            <a:grpSpLocks/>
          </p:cNvGrpSpPr>
          <p:nvPr/>
        </p:nvGrpSpPr>
        <p:grpSpPr bwMode="auto">
          <a:xfrm>
            <a:off x="2241550" y="2584450"/>
            <a:ext cx="5330825" cy="3643313"/>
            <a:chOff x="1628" y="1293"/>
            <a:chExt cx="3189" cy="2295"/>
          </a:xfrm>
        </p:grpSpPr>
        <p:sp>
          <p:nvSpPr>
            <p:cNvPr id="191500" name="Rectangle 10">
              <a:extLst>
                <a:ext uri="{FF2B5EF4-FFF2-40B4-BE49-F238E27FC236}">
                  <a16:creationId xmlns:a16="http://schemas.microsoft.com/office/drawing/2014/main" id="{3BA97400-7DC9-110C-899A-B2A87A595D28}"/>
                </a:ext>
              </a:extLst>
            </p:cNvPr>
            <p:cNvSpPr>
              <a:spLocks noChangeArrowheads="1"/>
            </p:cNvSpPr>
            <p:nvPr/>
          </p:nvSpPr>
          <p:spPr bwMode="auto">
            <a:xfrm>
              <a:off x="1628" y="1293"/>
              <a:ext cx="1325" cy="225"/>
            </a:xfrm>
            <a:prstGeom prst="rect">
              <a:avLst/>
            </a:prstGeom>
            <a:solidFill>
              <a:srgbClr val="CCFFFF"/>
            </a:solidFill>
            <a:ln w="12700">
              <a:solidFill>
                <a:schemeClr val="tx1"/>
              </a:solidFill>
              <a:miter lim="800000"/>
              <a:headEnd/>
              <a:tailEnd/>
            </a:ln>
            <a:effectLst>
              <a:outerShdw dist="53882" dir="2700000" algn="ctr" rotWithShape="0">
                <a:srgbClr val="993300"/>
              </a:outerShdw>
            </a:effectLst>
          </p:spPr>
          <p:txBody>
            <a:bodyPr wrap="none" lIns="92075" tIns="46038" rIns="92075" bIns="46038" anchor="ct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lang="en-US" altLang="zh-CN">
                  <a:solidFill>
                    <a:srgbClr val="C00000"/>
                  </a:solidFill>
                  <a:latin typeface="宋体" panose="02010600030101010101" pitchFamily="2" charset="-122"/>
                  <a:ea typeface="宋体" panose="02010600030101010101" pitchFamily="2" charset="-122"/>
                </a:rPr>
                <a:t>ecx</a:t>
              </a:r>
              <a:r>
                <a:rPr lang="en-US" altLang="zh-CN">
                  <a:solidFill>
                    <a:srgbClr val="C00000"/>
                  </a:solidFill>
                  <a:latin typeface="宋体" panose="02010600030101010101" pitchFamily="2" charset="-122"/>
                  <a:ea typeface="宋体" panose="02010600030101010101" pitchFamily="2" charset="-122"/>
                  <a:sym typeface="Wingdings" panose="05000000000000000000" pitchFamily="2" charset="2"/>
                </a:rPr>
                <a:t>ecx + eax</a:t>
              </a:r>
              <a:endParaRPr lang="zh-CN" altLang="en-US">
                <a:solidFill>
                  <a:srgbClr val="C00000"/>
                </a:solidFill>
                <a:latin typeface="宋体" panose="02010600030101010101" pitchFamily="2" charset="-122"/>
                <a:ea typeface="宋体" panose="02010600030101010101" pitchFamily="2" charset="-122"/>
              </a:endParaRPr>
            </a:p>
          </p:txBody>
        </p:sp>
        <p:sp>
          <p:nvSpPr>
            <p:cNvPr id="191501" name="Line 11">
              <a:extLst>
                <a:ext uri="{FF2B5EF4-FFF2-40B4-BE49-F238E27FC236}">
                  <a16:creationId xmlns:a16="http://schemas.microsoft.com/office/drawing/2014/main" id="{2AA187CE-9D5D-A396-321C-241D16E2126C}"/>
                </a:ext>
              </a:extLst>
            </p:cNvPr>
            <p:cNvSpPr>
              <a:spLocks noChangeShapeType="1"/>
            </p:cNvSpPr>
            <p:nvPr/>
          </p:nvSpPr>
          <p:spPr bwMode="auto">
            <a:xfrm>
              <a:off x="2483" y="1518"/>
              <a:ext cx="684" cy="27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1502" name="Rectangle 10">
              <a:extLst>
                <a:ext uri="{FF2B5EF4-FFF2-40B4-BE49-F238E27FC236}">
                  <a16:creationId xmlns:a16="http://schemas.microsoft.com/office/drawing/2014/main" id="{3D946D90-B8CF-7DC8-4B91-8E901D986C2E}"/>
                </a:ext>
              </a:extLst>
            </p:cNvPr>
            <p:cNvSpPr>
              <a:spLocks noChangeArrowheads="1"/>
            </p:cNvSpPr>
            <p:nvPr/>
          </p:nvSpPr>
          <p:spPr bwMode="auto">
            <a:xfrm>
              <a:off x="1628" y="1968"/>
              <a:ext cx="1325" cy="225"/>
            </a:xfrm>
            <a:prstGeom prst="rect">
              <a:avLst/>
            </a:prstGeom>
            <a:solidFill>
              <a:srgbClr val="CCFFFF"/>
            </a:solidFill>
            <a:ln w="12700">
              <a:solidFill>
                <a:schemeClr val="tx1"/>
              </a:solidFill>
              <a:miter lim="800000"/>
              <a:headEnd/>
              <a:tailEnd/>
            </a:ln>
            <a:effectLst>
              <a:outerShdw dist="53882" dir="2700000" algn="ctr" rotWithShape="0">
                <a:srgbClr val="993300"/>
              </a:outerShdw>
            </a:effectLst>
          </p:spPr>
          <p:txBody>
            <a:bodyPr wrap="none" lIns="92075" tIns="46038" rIns="92075" bIns="46038" anchor="ct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lang="en-US" altLang="zh-CN">
                  <a:solidFill>
                    <a:srgbClr val="C00000"/>
                  </a:solidFill>
                  <a:latin typeface="宋体" panose="02010600030101010101" pitchFamily="2" charset="-122"/>
                  <a:ea typeface="宋体" panose="02010600030101010101" pitchFamily="2" charset="-122"/>
                </a:rPr>
                <a:t>eax</a:t>
              </a:r>
              <a:r>
                <a:rPr lang="en-US" altLang="zh-CN">
                  <a:solidFill>
                    <a:srgbClr val="C00000"/>
                  </a:solidFill>
                  <a:latin typeface="宋体" panose="02010600030101010101" pitchFamily="2" charset="-122"/>
                  <a:ea typeface="宋体" panose="02010600030101010101" pitchFamily="2" charset="-122"/>
                  <a:sym typeface="Wingdings" panose="05000000000000000000" pitchFamily="2" charset="2"/>
                </a:rPr>
                <a:t>eax - eax</a:t>
              </a:r>
              <a:endParaRPr lang="zh-CN" altLang="en-US">
                <a:solidFill>
                  <a:srgbClr val="C00000"/>
                </a:solidFill>
                <a:latin typeface="宋体" panose="02010600030101010101" pitchFamily="2" charset="-122"/>
                <a:ea typeface="宋体" panose="02010600030101010101" pitchFamily="2" charset="-122"/>
              </a:endParaRPr>
            </a:p>
          </p:txBody>
        </p:sp>
        <p:sp>
          <p:nvSpPr>
            <p:cNvPr id="191503" name="Line 11">
              <a:extLst>
                <a:ext uri="{FF2B5EF4-FFF2-40B4-BE49-F238E27FC236}">
                  <a16:creationId xmlns:a16="http://schemas.microsoft.com/office/drawing/2014/main" id="{CFF352A0-2211-C890-1AA5-DA29E9307AE6}"/>
                </a:ext>
              </a:extLst>
            </p:cNvPr>
            <p:cNvSpPr>
              <a:spLocks noChangeShapeType="1"/>
            </p:cNvSpPr>
            <p:nvPr/>
          </p:nvSpPr>
          <p:spPr bwMode="auto">
            <a:xfrm>
              <a:off x="2766" y="2230"/>
              <a:ext cx="513" cy="18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1504" name="Rectangle 10">
              <a:extLst>
                <a:ext uri="{FF2B5EF4-FFF2-40B4-BE49-F238E27FC236}">
                  <a16:creationId xmlns:a16="http://schemas.microsoft.com/office/drawing/2014/main" id="{BAAFC143-53FA-37F2-5687-9246F8AAAD40}"/>
                </a:ext>
              </a:extLst>
            </p:cNvPr>
            <p:cNvSpPr>
              <a:spLocks noChangeArrowheads="1"/>
            </p:cNvSpPr>
            <p:nvPr/>
          </p:nvSpPr>
          <p:spPr bwMode="auto">
            <a:xfrm>
              <a:off x="2611" y="3363"/>
              <a:ext cx="2206" cy="225"/>
            </a:xfrm>
            <a:prstGeom prst="rect">
              <a:avLst/>
            </a:prstGeom>
            <a:solidFill>
              <a:srgbClr val="CCFFFF"/>
            </a:solidFill>
            <a:ln w="12700">
              <a:solidFill>
                <a:schemeClr val="tx1"/>
              </a:solidFill>
              <a:miter lim="800000"/>
              <a:headEnd/>
              <a:tailEnd/>
            </a:ln>
            <a:effectLst>
              <a:outerShdw dist="53882" dir="2700000" algn="ctr" rotWithShape="0">
                <a:srgbClr val="993300"/>
              </a:outerShdw>
            </a:effectLst>
          </p:spPr>
          <p:txBody>
            <a:bodyPr wrap="none" lIns="92075" tIns="46038" rIns="92075" bIns="46038" anchor="ctr"/>
            <a:lstStyle>
              <a:lvl1pPr>
                <a:defRPr kumimoji="1" sz="2400">
                  <a:solidFill>
                    <a:schemeClr val="tx1"/>
                  </a:solidFill>
                  <a:latin typeface="Times New Roman" panose="02020603050405020304" pitchFamily="18" charset="0"/>
                  <a:ea typeface="隶书" panose="02010509060101010101" pitchFamily="49" charset="-122"/>
                </a:defRPr>
              </a:lvl1pPr>
              <a:lvl2pPr marL="742950" indent="-285750">
                <a:defRPr kumimoji="1" sz="2400">
                  <a:solidFill>
                    <a:schemeClr val="tx1"/>
                  </a:solidFill>
                  <a:latin typeface="Times New Roman" panose="02020603050405020304" pitchFamily="18" charset="0"/>
                  <a:ea typeface="隶书" panose="02010509060101010101" pitchFamily="49" charset="-122"/>
                </a:defRPr>
              </a:lvl2pPr>
              <a:lvl3pPr marL="1143000" indent="-228600">
                <a:defRPr kumimoji="1" sz="2400">
                  <a:solidFill>
                    <a:schemeClr val="tx1"/>
                  </a:solidFill>
                  <a:latin typeface="Times New Roman" panose="02020603050405020304" pitchFamily="18" charset="0"/>
                  <a:ea typeface="隶书" panose="02010509060101010101" pitchFamily="49" charset="-122"/>
                </a:defRPr>
              </a:lvl3pPr>
              <a:lvl4pPr marL="1600200" indent="-228600">
                <a:defRPr kumimoji="1" sz="2400">
                  <a:solidFill>
                    <a:schemeClr val="tx1"/>
                  </a:solidFill>
                  <a:latin typeface="Times New Roman" panose="02020603050405020304" pitchFamily="18" charset="0"/>
                  <a:ea typeface="隶书" panose="02010509060101010101" pitchFamily="49" charset="-122"/>
                </a:defRPr>
              </a:lvl4pPr>
              <a:lvl5pPr marL="2057400" indent="-22860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r>
                <a:rPr lang="en-US" altLang="zh-CN">
                  <a:solidFill>
                    <a:srgbClr val="C00000"/>
                  </a:solidFill>
                  <a:latin typeface="宋体" panose="02010600030101010101" pitchFamily="2" charset="-122"/>
                  <a:ea typeface="宋体" panose="02010600030101010101" pitchFamily="2" charset="-122"/>
                </a:rPr>
                <a:t>eax</a:t>
              </a:r>
              <a:r>
                <a:rPr lang="en-US" altLang="zh-CN">
                  <a:solidFill>
                    <a:srgbClr val="C00000"/>
                  </a:solidFill>
                  <a:latin typeface="宋体" panose="02010600030101010101" pitchFamily="2" charset="-122"/>
                  <a:ea typeface="宋体" panose="02010600030101010101" pitchFamily="2" charset="-122"/>
                  <a:sym typeface="Wingdings" panose="05000000000000000000" pitchFamily="2" charset="2"/>
                </a:rPr>
                <a:t>(eax * eax)</a:t>
              </a:r>
              <a:r>
                <a:rPr lang="zh-CN" altLang="en-US">
                  <a:solidFill>
                    <a:srgbClr val="C00000"/>
                  </a:solidFill>
                  <a:latin typeface="宋体" panose="02010600030101010101" pitchFamily="2" charset="-122"/>
                  <a:ea typeface="宋体" panose="02010600030101010101" pitchFamily="2" charset="-122"/>
                  <a:sym typeface="Wingdings" panose="05000000000000000000" pitchFamily="2" charset="2"/>
                </a:rPr>
                <a:t>的低</a:t>
              </a:r>
              <a:r>
                <a:rPr lang="en-US" altLang="zh-CN">
                  <a:solidFill>
                    <a:srgbClr val="C00000"/>
                  </a:solidFill>
                  <a:latin typeface="宋体" panose="02010600030101010101" pitchFamily="2" charset="-122"/>
                  <a:ea typeface="宋体" panose="02010600030101010101" pitchFamily="2" charset="-122"/>
                  <a:sym typeface="Wingdings" panose="05000000000000000000" pitchFamily="2" charset="2"/>
                </a:rPr>
                <a:t>32</a:t>
              </a:r>
              <a:r>
                <a:rPr lang="zh-CN" altLang="en-US">
                  <a:solidFill>
                    <a:srgbClr val="C00000"/>
                  </a:solidFill>
                  <a:latin typeface="宋体" panose="02010600030101010101" pitchFamily="2" charset="-122"/>
                  <a:ea typeface="宋体" panose="02010600030101010101" pitchFamily="2" charset="-122"/>
                  <a:sym typeface="Wingdings" panose="05000000000000000000" pitchFamily="2" charset="2"/>
                </a:rPr>
                <a:t>位</a:t>
              </a:r>
              <a:endParaRPr lang="zh-CN" altLang="en-US">
                <a:solidFill>
                  <a:srgbClr val="C00000"/>
                </a:solidFill>
                <a:latin typeface="宋体" panose="02010600030101010101" pitchFamily="2" charset="-122"/>
                <a:ea typeface="宋体" panose="02010600030101010101" pitchFamily="2" charset="-122"/>
              </a:endParaRPr>
            </a:p>
          </p:txBody>
        </p:sp>
        <p:sp>
          <p:nvSpPr>
            <p:cNvPr id="191505" name="Line 11">
              <a:extLst>
                <a:ext uri="{FF2B5EF4-FFF2-40B4-BE49-F238E27FC236}">
                  <a16:creationId xmlns:a16="http://schemas.microsoft.com/office/drawing/2014/main" id="{00FAADB8-52B0-107F-E6FC-EEA8D64854D3}"/>
                </a:ext>
              </a:extLst>
            </p:cNvPr>
            <p:cNvSpPr>
              <a:spLocks noChangeShapeType="1"/>
            </p:cNvSpPr>
            <p:nvPr/>
          </p:nvSpPr>
          <p:spPr bwMode="auto">
            <a:xfrm flipV="1">
              <a:off x="3364" y="2725"/>
              <a:ext cx="385" cy="54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标题 1">
            <a:extLst>
              <a:ext uri="{FF2B5EF4-FFF2-40B4-BE49-F238E27FC236}">
                <a16:creationId xmlns:a16="http://schemas.microsoft.com/office/drawing/2014/main" id="{EF03BBF4-0F90-6DDA-7AE6-F5A26909D1D2}"/>
              </a:ext>
            </a:extLst>
          </p:cNvPr>
          <p:cNvSpPr>
            <a:spLocks noGrp="1"/>
          </p:cNvSpPr>
          <p:nvPr>
            <p:ph type="title"/>
          </p:nvPr>
        </p:nvSpPr>
        <p:spPr/>
        <p:txBody>
          <a:bodyPr/>
          <a:lstStyle/>
          <a:p>
            <a:pPr eaLnBrk="1" hangingPunct="1"/>
            <a:r>
              <a:rPr lang="en-US" altLang="zh-CN"/>
              <a:t>2.7 </a:t>
            </a:r>
            <a:r>
              <a:rPr lang="zh-CN" altLang="en-US"/>
              <a:t>小结</a:t>
            </a:r>
          </a:p>
        </p:txBody>
      </p:sp>
      <p:sp>
        <p:nvSpPr>
          <p:cNvPr id="192515" name="内容占位符 2">
            <a:extLst>
              <a:ext uri="{FF2B5EF4-FFF2-40B4-BE49-F238E27FC236}">
                <a16:creationId xmlns:a16="http://schemas.microsoft.com/office/drawing/2014/main" id="{27DE512B-F890-0A9F-5973-57D6B11E8C83}"/>
              </a:ext>
            </a:extLst>
          </p:cNvPr>
          <p:cNvSpPr>
            <a:spLocks noGrp="1"/>
          </p:cNvSpPr>
          <p:nvPr>
            <p:ph idx="1"/>
          </p:nvPr>
        </p:nvSpPr>
        <p:spPr/>
        <p:txBody>
          <a:bodyPr/>
          <a:lstStyle/>
          <a:p>
            <a:pPr eaLnBrk="1" hangingPunct="1">
              <a:lnSpc>
                <a:spcPct val="150000"/>
              </a:lnSpc>
            </a:pPr>
            <a:r>
              <a:rPr lang="zh-CN" altLang="en-US" dirty="0"/>
              <a:t>主要内容</a:t>
            </a:r>
          </a:p>
          <a:p>
            <a:pPr lvl="1" eaLnBrk="1" hangingPunct="1">
              <a:lnSpc>
                <a:spcPct val="150000"/>
              </a:lnSpc>
            </a:pPr>
            <a:r>
              <a:rPr lang="en-US" altLang="zh-CN" dirty="0"/>
              <a:t>C++</a:t>
            </a:r>
            <a:r>
              <a:rPr lang="zh-CN" altLang="en-US" dirty="0"/>
              <a:t>语言概述、基本数据类型和表达式、数据的输入与输出、算法的基本控制结构、自定义数据类型</a:t>
            </a:r>
          </a:p>
          <a:p>
            <a:pPr eaLnBrk="1" hangingPunct="1">
              <a:lnSpc>
                <a:spcPct val="150000"/>
              </a:lnSpc>
            </a:pPr>
            <a:r>
              <a:rPr lang="zh-CN" altLang="en-US" dirty="0"/>
              <a:t>达到的目标</a:t>
            </a:r>
          </a:p>
          <a:p>
            <a:pPr lvl="1" eaLnBrk="1" hangingPunct="1">
              <a:lnSpc>
                <a:spcPct val="150000"/>
              </a:lnSpc>
            </a:pPr>
            <a:r>
              <a:rPr lang="zh-CN" altLang="en-US" dirty="0"/>
              <a:t>掌握</a:t>
            </a:r>
            <a:r>
              <a:rPr lang="en-US" altLang="zh-CN" dirty="0"/>
              <a:t>C++</a:t>
            </a:r>
            <a:r>
              <a:rPr lang="zh-CN" altLang="en-US" dirty="0"/>
              <a:t>语言的基本概念和基本语句，能够编写简单的程序段。</a:t>
            </a:r>
            <a:endParaRPr lang="en-US" altLang="zh-CN" dirty="0"/>
          </a:p>
          <a:p>
            <a:pPr eaLnBrk="1" hangingPunct="1">
              <a:lnSpc>
                <a:spcPct val="150000"/>
              </a:lnSpc>
            </a:pPr>
            <a:r>
              <a:rPr lang="zh-CN" altLang="en-US" dirty="0"/>
              <a:t>作业 </a:t>
            </a:r>
            <a:r>
              <a:rPr lang="en-US" altLang="zh-CN"/>
              <a:t>2.5-2.12</a:t>
            </a:r>
            <a:endParaRPr lang="en-US" altLang="zh-CN" dirty="0"/>
          </a:p>
          <a:p>
            <a:pPr lvl="1" eaLnBrk="1" hangingPunct="1">
              <a:lnSpc>
                <a:spcPct val="150000"/>
              </a:lnSpc>
            </a:pPr>
            <a:endParaRPr lang="zh-CN" altLang="en-US" dirty="0"/>
          </a:p>
        </p:txBody>
      </p:sp>
      <p:sp>
        <p:nvSpPr>
          <p:cNvPr id="192516" name="灯片编号占位符 3">
            <a:extLst>
              <a:ext uri="{FF2B5EF4-FFF2-40B4-BE49-F238E27FC236}">
                <a16:creationId xmlns:a16="http://schemas.microsoft.com/office/drawing/2014/main" id="{BD4ED88D-6714-7B56-3071-52640FF95EF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947D2F5-7701-4B9D-B8B7-875FFBDF2158}" type="slidenum">
              <a:rPr lang="en-US" altLang="zh-CN" sz="1800" smtClean="0">
                <a:solidFill>
                  <a:srgbClr val="FFFFFF"/>
                </a:solidFill>
                <a:latin typeface="Times New Roman" panose="02020603050405020304" pitchFamily="18" charset="0"/>
                <a:ea typeface="隶书" panose="02010509060101010101" pitchFamily="49" charset="-122"/>
              </a:rPr>
              <a:pPr>
                <a:spcBef>
                  <a:spcPct val="0"/>
                </a:spcBef>
                <a:buClrTx/>
                <a:buFontTx/>
                <a:buNone/>
              </a:pPr>
              <a:t>131</a:t>
            </a:fld>
            <a:endParaRPr lang="en-US" altLang="zh-CN" sz="1800">
              <a:solidFill>
                <a:srgbClr val="FFFFFF"/>
              </a:solidFill>
              <a:latin typeface="Times New Roman" panose="02020603050405020304" pitchFamily="18" charset="0"/>
              <a:ea typeface="隶书" panose="02010509060101010101" pitchFamily="49" charset="-122"/>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C++语言程序设计V4</Template>
  <TotalTime>8255</TotalTime>
  <Words>11663</Words>
  <Application>Microsoft Office PowerPoint</Application>
  <PresentationFormat>全屏显示(4:3)</PresentationFormat>
  <Paragraphs>1697</Paragraphs>
  <Slides>131</Slides>
  <Notes>53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131</vt:i4>
      </vt:variant>
    </vt:vector>
  </HeadingPairs>
  <TitlesOfParts>
    <vt:vector size="144" baseType="lpstr">
      <vt:lpstr>方正姚体</vt:lpstr>
      <vt:lpstr>黑体</vt:lpstr>
      <vt:lpstr>华文楷体</vt:lpstr>
      <vt:lpstr>隶书</vt:lpstr>
      <vt:lpstr>宋体</vt:lpstr>
      <vt:lpstr>微软雅黑</vt:lpstr>
      <vt:lpstr>Consolas</vt:lpstr>
      <vt:lpstr>Georgia</vt:lpstr>
      <vt:lpstr>Times New Roman</vt:lpstr>
      <vt:lpstr>Trebuchet MS</vt:lpstr>
      <vt:lpstr>Wingdings</vt:lpstr>
      <vt:lpstr>Wingdings 2</vt:lpstr>
      <vt:lpstr>C++语言程序设计V4</vt:lpstr>
      <vt:lpstr>第二章 C++简单程序设计</vt:lpstr>
      <vt:lpstr>目录</vt:lpstr>
      <vt:lpstr>2.1.1 C++的产生</vt:lpstr>
      <vt:lpstr>2.1.2 C++的特点</vt:lpstr>
      <vt:lpstr>2.1.3 C++程序实例—例2-1</vt:lpstr>
      <vt:lpstr>I/O流</vt:lpstr>
      <vt:lpstr>预定义的插入符和提取符</vt:lpstr>
      <vt:lpstr>2.1.4 C++字符集</vt:lpstr>
      <vt:lpstr>2.1.5词法记号</vt:lpstr>
      <vt:lpstr>关键字</vt:lpstr>
      <vt:lpstr>标识符的构成规则</vt:lpstr>
      <vt:lpstr>2.2.1 基本数据类型</vt:lpstr>
      <vt:lpstr>2.2.1 基本数据类型</vt:lpstr>
      <vt:lpstr>2.2.1 基本数据类型</vt:lpstr>
      <vt:lpstr>2.2.1 基本数据类型</vt:lpstr>
      <vt:lpstr>2.2.1 基本数据类型 </vt:lpstr>
      <vt:lpstr>2.2.1 基本数据类型 </vt:lpstr>
      <vt:lpstr>2.2.1 基本数据类型 </vt:lpstr>
      <vt:lpstr>2.2.1 基本数据类型 </vt:lpstr>
      <vt:lpstr>2.2.2 常量</vt:lpstr>
      <vt:lpstr>整数常量</vt:lpstr>
      <vt:lpstr>浮点数常量</vt:lpstr>
      <vt:lpstr>字符常量</vt:lpstr>
      <vt:lpstr>2.2.3 变量</vt:lpstr>
      <vt:lpstr>补充2-1：读入并显示整数</vt:lpstr>
      <vt:lpstr>补充2-1：读入并显示整数（续）</vt:lpstr>
      <vt:lpstr>2.2.4 符号常量（由const修饰的对象）</vt:lpstr>
      <vt:lpstr>2.2.5 常量表达式</vt:lpstr>
      <vt:lpstr>补充2-2：为常量命名</vt:lpstr>
      <vt:lpstr>补充2-2（续）</vt:lpstr>
      <vt:lpstr>补充2-3：变量的初始化</vt:lpstr>
      <vt:lpstr>补充2-3：变量的初始化（续）</vt:lpstr>
      <vt:lpstr>补充2-4：整数变量的定义与输出</vt:lpstr>
      <vt:lpstr>补充2-4：整数变量的定义与输出（续）</vt:lpstr>
      <vt:lpstr>补充2-5：不同类型整数的最值</vt:lpstr>
      <vt:lpstr>补充2-5：不同类型整数的最值（续）</vt:lpstr>
      <vt:lpstr>补充2-6：整型文字常量的应用</vt:lpstr>
      <vt:lpstr>补充2-6：整型文字常量的应用（续）</vt:lpstr>
      <vt:lpstr>补充2-6（续）</vt:lpstr>
      <vt:lpstr>补充2-7：不同类型浮点数的应用</vt:lpstr>
      <vt:lpstr>补充2-7：不同类型浮点数的应用（续）</vt:lpstr>
      <vt:lpstr>补充2-7（续）</vt:lpstr>
      <vt:lpstr>补充2-8：字符数据的应用</vt:lpstr>
      <vt:lpstr>补充2-8：字符数据的应用（续）</vt:lpstr>
      <vt:lpstr>补充2-9：定义bool类型的变量并进行算术运算</vt:lpstr>
      <vt:lpstr>补充2-9：定义bool类型的变量并进行算术运算（续）</vt:lpstr>
      <vt:lpstr>算术运算符与算术表达式</vt:lpstr>
      <vt:lpstr>补充2-10：算术运算 </vt:lpstr>
      <vt:lpstr>补充2-10：算术运算（续） </vt:lpstr>
      <vt:lpstr>补充2-10（续） </vt:lpstr>
      <vt:lpstr>补充2-10（续）</vt:lpstr>
      <vt:lpstr>赋值运算符和赋值表达式         ——简单的赋值运算符"="</vt:lpstr>
      <vt:lpstr>赋值运算符和赋值表达式          ——复合的赋值运算符</vt:lpstr>
      <vt:lpstr>补充2-11：赋值运算的应用</vt:lpstr>
      <vt:lpstr>补充2-11：赋值运算的应用（续）</vt:lpstr>
      <vt:lpstr>补充2-11（续）</vt:lpstr>
      <vt:lpstr>补充2-11（续）</vt:lpstr>
      <vt:lpstr>补充2-11（续）</vt:lpstr>
      <vt:lpstr>逗号运算和逗号表达式</vt:lpstr>
      <vt:lpstr>关系运算与关系表达式</vt:lpstr>
      <vt:lpstr>逻辑运算与逻辑表达式</vt:lpstr>
      <vt:lpstr>逻辑运算与逻辑表达式(续)</vt:lpstr>
      <vt:lpstr>条件运算符与条件表达式</vt:lpstr>
      <vt:lpstr>条件运算符与条件表达式（续）</vt:lpstr>
      <vt:lpstr>补充2-12：比较数据并输出结果</vt:lpstr>
      <vt:lpstr>补充2-12：比较数据并输出结果（续）</vt:lpstr>
      <vt:lpstr>sizeof 运算符</vt:lpstr>
      <vt:lpstr>补充2-13：sizeof运算符的应用</vt:lpstr>
      <vt:lpstr>补充2-13：sizeof运算符的应用（续）</vt:lpstr>
      <vt:lpstr>补充2-13（续）</vt:lpstr>
      <vt:lpstr>补充2-13（续）</vt:lpstr>
      <vt:lpstr>位运算——按位与（&amp;）</vt:lpstr>
      <vt:lpstr>位运算——按位或（|）</vt:lpstr>
      <vt:lpstr>位运算——按位异或（^）</vt:lpstr>
      <vt:lpstr>位运算——按位异或（^）（续）</vt:lpstr>
      <vt:lpstr>位运算——取反（~）</vt:lpstr>
      <vt:lpstr>位运算——移位</vt:lpstr>
      <vt:lpstr>补充2-14：位运算符的应用</vt:lpstr>
      <vt:lpstr>补充2-14（续）</vt:lpstr>
      <vt:lpstr>补充2-14（续）</vt:lpstr>
      <vt:lpstr>补充2-14（续）</vt:lpstr>
      <vt:lpstr>运算符优先级</vt:lpstr>
      <vt:lpstr>混合运算时数据类型的转换——隐含转换</vt:lpstr>
      <vt:lpstr>混合运算时数据类型的转换——隐含转换(续)</vt:lpstr>
      <vt:lpstr>混合运算时数据类型的转换——显式转换</vt:lpstr>
      <vt:lpstr>2.2.6 语句</vt:lpstr>
      <vt:lpstr>2.3.1  I/O流</vt:lpstr>
      <vt:lpstr>2.3.2 预定义的插入符和提取符</vt:lpstr>
      <vt:lpstr>2.3.3 简单的I/O格式控制</vt:lpstr>
      <vt:lpstr>例2-2输入一个年份，判断是否闰年</vt:lpstr>
      <vt:lpstr>If语句的语法形式</vt:lpstr>
      <vt:lpstr>2.4.2 多重选择结构——嵌套的if结构</vt:lpstr>
      <vt:lpstr>例2-3（续）</vt:lpstr>
      <vt:lpstr>嵌套的if结构（续）</vt:lpstr>
      <vt:lpstr>switch语句</vt:lpstr>
      <vt:lpstr>例2-4（续）</vt:lpstr>
      <vt:lpstr>switch语句（续）</vt:lpstr>
      <vt:lpstr>switch语句（续）</vt:lpstr>
      <vt:lpstr>2.4.3 循环结构          ——while语句</vt:lpstr>
      <vt:lpstr>例2-5（续）</vt:lpstr>
      <vt:lpstr>while语句（续）</vt:lpstr>
      <vt:lpstr>do-while 语句</vt:lpstr>
      <vt:lpstr>例2-6（续）</vt:lpstr>
      <vt:lpstr>do-while 语句（续）</vt:lpstr>
      <vt:lpstr>例2-7用do-while语句编程，求自然数1~10之和</vt:lpstr>
      <vt:lpstr>对比下面的程序</vt:lpstr>
      <vt:lpstr>for语句</vt:lpstr>
      <vt:lpstr>例2-8 （续）</vt:lpstr>
      <vt:lpstr>例2-8 （续）</vt:lpstr>
      <vt:lpstr>for语句（续）</vt:lpstr>
      <vt:lpstr>2.4.4 循环结构与选择结构的嵌套</vt:lpstr>
      <vt:lpstr>2.4.4 循环结构与选择结构的嵌套</vt:lpstr>
      <vt:lpstr>例2-10 （续）</vt:lpstr>
      <vt:lpstr>2.4.5 其他控制语句</vt:lpstr>
      <vt:lpstr>2.5.1 类型别名</vt:lpstr>
      <vt:lpstr>2.5.2 auto类型与decltype类型</vt:lpstr>
      <vt:lpstr>2.5.2 auto类型与decltype类型</vt:lpstr>
      <vt:lpstr>2.5.3 枚举类型</vt:lpstr>
      <vt:lpstr>枚举类型应用说明</vt:lpstr>
      <vt:lpstr>例2-11</vt:lpstr>
      <vt:lpstr>例2-11 （续）</vt:lpstr>
      <vt:lpstr>例2-11（续）</vt:lpstr>
      <vt:lpstr>2.6.1变量的实现机制</vt:lpstr>
      <vt:lpstr>变量名</vt:lpstr>
      <vt:lpstr>数据类型</vt:lpstr>
      <vt:lpstr>目标代码体现数据类型的方式</vt:lpstr>
      <vt:lpstr>变量的声明和定义</vt:lpstr>
      <vt:lpstr>2.6.2 C++表达式的执行原理</vt:lpstr>
      <vt:lpstr>2.6.2 C++表达式的执行原理（续）</vt:lpstr>
      <vt:lpstr>2.6.2 C++表达式的执行原理（续）</vt:lpstr>
      <vt:lpstr>2.7 小结</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Li Yushan</dc:creator>
  <cp:lastModifiedBy>Dejun Teng</cp:lastModifiedBy>
  <cp:revision>309</cp:revision>
  <dcterms:created xsi:type="dcterms:W3CDTF">2010-07-19T06:54:21Z</dcterms:created>
  <dcterms:modified xsi:type="dcterms:W3CDTF">2024-03-06T03:19:35Z</dcterms:modified>
</cp:coreProperties>
</file>