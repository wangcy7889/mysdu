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0"/>
  </p:notesMasterIdLst>
  <p:sldIdLst>
    <p:sldId id="256" r:id="rId6"/>
    <p:sldId id="522" r:id="rId7"/>
    <p:sldId id="523" r:id="rId8"/>
    <p:sldId id="525" r:id="rId9"/>
    <p:sldId id="524" r:id="rId10"/>
    <p:sldId id="526" r:id="rId11"/>
    <p:sldId id="527" r:id="rId12"/>
    <p:sldId id="528" r:id="rId13"/>
    <p:sldId id="529" r:id="rId14"/>
    <p:sldId id="534" r:id="rId15"/>
    <p:sldId id="533" r:id="rId16"/>
    <p:sldId id="532" r:id="rId17"/>
    <p:sldId id="531" r:id="rId18"/>
    <p:sldId id="519" r:id="rId1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DCD"/>
    <a:srgbClr val="080808"/>
    <a:srgbClr val="006600"/>
    <a:srgbClr val="000000"/>
    <a:srgbClr val="0000CC"/>
    <a:srgbClr val="003300"/>
    <a:srgbClr val="99CC00"/>
    <a:srgbClr val="7FE41A"/>
    <a:srgbClr val="6AD565"/>
    <a:srgbClr val="9DE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6379" autoAdjust="0"/>
  </p:normalViewPr>
  <p:slideViewPr>
    <p:cSldViewPr snapToGrid="0" snapToObjects="1">
      <p:cViewPr varScale="1">
        <p:scale>
          <a:sx n="107" d="100"/>
          <a:sy n="107" d="100"/>
        </p:scale>
        <p:origin x="1572" y="96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/>
              <a:t>2023/1/9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/>
              <a:t>14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523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2023/1/9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2023/1/9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2023/1/9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2023/1/9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2023/1/9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2023/1/9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baike.baidu.com/item/mciSendString/2905255?fr=aladdin" TargetMode="Externa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5725" cy="466725"/>
          </a:xfrm>
        </p:spPr>
        <p:txBody>
          <a:bodyPr/>
          <a:lstStyle/>
          <a:p>
            <a:r>
              <a:rPr lang="zh-CN" altLang="en-US" sz="2400" dirty="0" smtClean="0">
                <a:solidFill>
                  <a:schemeClr val="tx1"/>
                </a:solidFill>
              </a:rPr>
              <a:t>多媒体编程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播放</a:t>
            </a:r>
            <a:r>
              <a:rPr lang="en-US" altLang="zh-CN" dirty="0" smtClean="0"/>
              <a:t>wave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32849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头文件：</a:t>
            </a:r>
            <a:r>
              <a:rPr lang="en-US" altLang="zh-CN" sz="1800" dirty="0" smtClean="0"/>
              <a:t>&lt;</a:t>
            </a:r>
            <a:r>
              <a:rPr lang="en-US" altLang="zh-CN" sz="1800" dirty="0" err="1" smtClean="0"/>
              <a:t>mmsystem.h</a:t>
            </a:r>
            <a:r>
              <a:rPr lang="en-US" altLang="zh-CN" sz="1800" dirty="0"/>
              <a:t>&gt;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函数原型：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/>
              <a:t>BOOL </a:t>
            </a:r>
            <a:r>
              <a:rPr lang="en-US" altLang="zh-CN" sz="1600" dirty="0" err="1"/>
              <a:t>PlaySound</a:t>
            </a:r>
            <a:r>
              <a:rPr lang="en-US" altLang="zh-CN" sz="1600" dirty="0"/>
              <a:t>(LPCSTR </a:t>
            </a:r>
            <a:r>
              <a:rPr lang="en-US" altLang="zh-CN" sz="1600" dirty="0" err="1"/>
              <a:t>pszSound</a:t>
            </a:r>
            <a:r>
              <a:rPr lang="en-US" altLang="zh-CN" sz="1600" dirty="0"/>
              <a:t>, HMODULE </a:t>
            </a:r>
            <a:r>
              <a:rPr lang="en-US" altLang="zh-CN" sz="1600" dirty="0" err="1"/>
              <a:t>hmod</a:t>
            </a:r>
            <a:r>
              <a:rPr lang="en-US" altLang="zh-CN" sz="1600" dirty="0" smtClean="0"/>
              <a:t>, DWORD </a:t>
            </a:r>
            <a:r>
              <a:rPr lang="en-US" altLang="zh-CN" sz="1600" dirty="0" err="1"/>
              <a:t>fdwSound</a:t>
            </a:r>
            <a:r>
              <a:rPr lang="en-US" altLang="zh-CN" sz="1600" dirty="0" smtClean="0"/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/>
              <a:t>BOOL </a:t>
            </a:r>
            <a:r>
              <a:rPr lang="en-US" altLang="zh-CN" sz="1600" dirty="0" err="1"/>
              <a:t>PlaySound</a:t>
            </a:r>
            <a:r>
              <a:rPr lang="en-US" altLang="zh-CN" sz="1600" dirty="0"/>
              <a:t>(LPCSTR </a:t>
            </a:r>
            <a:r>
              <a:rPr lang="en-US" altLang="zh-CN" sz="1600" dirty="0" err="1"/>
              <a:t>pszSound</a:t>
            </a:r>
            <a:r>
              <a:rPr lang="en-US" altLang="zh-CN" sz="1600" dirty="0"/>
              <a:t>, HMODULE </a:t>
            </a:r>
            <a:r>
              <a:rPr lang="en-US" altLang="zh-CN" sz="1600" dirty="0" err="1"/>
              <a:t>hmod</a:t>
            </a:r>
            <a:r>
              <a:rPr lang="en-US" altLang="zh-CN" sz="1600" dirty="0"/>
              <a:t>, DWORD </a:t>
            </a:r>
            <a:r>
              <a:rPr lang="en-US" altLang="zh-CN" sz="1600" dirty="0" err="1"/>
              <a:t>fdwSound</a:t>
            </a:r>
            <a:r>
              <a:rPr lang="en-US" altLang="zh-CN" sz="1600" dirty="0" smtClean="0"/>
              <a:t>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函数参数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pszSound</a:t>
            </a:r>
            <a:r>
              <a:rPr lang="zh-CN" altLang="en-US" sz="1600" dirty="0" smtClean="0"/>
              <a:t>：指定要</a:t>
            </a:r>
            <a:r>
              <a:rPr lang="zh-CN" altLang="en-US" sz="1600" dirty="0"/>
              <a:t>播放声音的</a:t>
            </a:r>
            <a:r>
              <a:rPr lang="zh-CN" altLang="en-US" sz="1600" dirty="0" smtClean="0"/>
              <a:t>字符串。该</a:t>
            </a:r>
            <a:r>
              <a:rPr lang="zh-CN" altLang="en-US" sz="1600" dirty="0"/>
              <a:t>参数可以是</a:t>
            </a:r>
            <a:r>
              <a:rPr lang="en-US" altLang="zh-CN" sz="1600" dirty="0"/>
              <a:t>WAVE</a:t>
            </a:r>
            <a:r>
              <a:rPr lang="zh-CN" altLang="en-US" sz="1600" dirty="0"/>
              <a:t>文件的</a:t>
            </a:r>
            <a:r>
              <a:rPr lang="zh-CN" altLang="en-US" sz="1600" dirty="0" smtClean="0"/>
              <a:t>名，</a:t>
            </a:r>
            <a:r>
              <a:rPr lang="zh-CN" altLang="en-US" sz="1600" dirty="0"/>
              <a:t>或是</a:t>
            </a:r>
            <a:r>
              <a:rPr lang="en-US" altLang="zh-CN" sz="1600" dirty="0"/>
              <a:t>WAV</a:t>
            </a:r>
            <a:r>
              <a:rPr lang="zh-CN" altLang="en-US" sz="1600" dirty="0"/>
              <a:t>资源的名字，或是内存中声音数据的指针，或是在系统注册表</a:t>
            </a:r>
            <a:r>
              <a:rPr lang="en-US" altLang="zh-CN" sz="1600" dirty="0"/>
              <a:t>WIN.INI</a:t>
            </a:r>
            <a:r>
              <a:rPr lang="zh-CN" altLang="en-US" sz="1600" dirty="0"/>
              <a:t>中定义的系统事件声音。如果该参数为</a:t>
            </a:r>
            <a:r>
              <a:rPr lang="en-US" altLang="zh-CN" sz="1600" dirty="0"/>
              <a:t>NULL</a:t>
            </a:r>
            <a:r>
              <a:rPr lang="zh-CN" altLang="en-US" sz="1600" dirty="0"/>
              <a:t>则停止正在播放的声音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Hmod</a:t>
            </a:r>
            <a:r>
              <a:rPr lang="zh-CN" altLang="en-US" sz="1600" dirty="0" smtClean="0"/>
              <a:t>：应用程序</a:t>
            </a:r>
            <a:r>
              <a:rPr lang="zh-CN" altLang="en-US" sz="1600" dirty="0"/>
              <a:t>的实例</a:t>
            </a:r>
            <a:r>
              <a:rPr lang="zh-CN" altLang="en-US" sz="1600" dirty="0" smtClean="0"/>
              <a:t>句柄，一般设置为</a:t>
            </a:r>
            <a:r>
              <a:rPr lang="en-US" altLang="zh-CN" sz="1600" dirty="0" smtClean="0"/>
              <a:t>NULL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fdwSound</a:t>
            </a:r>
            <a:r>
              <a:rPr lang="zh-CN" altLang="en-US" sz="1600" dirty="0" smtClean="0"/>
              <a:t>：一组标志</a:t>
            </a:r>
            <a:r>
              <a:rPr lang="zh-CN" altLang="en-US" sz="1600" dirty="0"/>
              <a:t>的</a:t>
            </a:r>
            <a:r>
              <a:rPr lang="zh-CN" altLang="en-US" sz="1600" dirty="0" smtClean="0"/>
              <a:t>组合，用来指定播放一次</a:t>
            </a:r>
            <a:r>
              <a:rPr lang="en-US" altLang="zh-CN" sz="1600" dirty="0" smtClean="0"/>
              <a:t>/</a:t>
            </a:r>
            <a:r>
              <a:rPr lang="zh-CN" altLang="en-US" sz="1600" dirty="0" smtClean="0"/>
              <a:t>重复播放，同步</a:t>
            </a:r>
            <a:r>
              <a:rPr lang="en-US" altLang="zh-CN" sz="1600" dirty="0" smtClean="0"/>
              <a:t>/</a:t>
            </a:r>
            <a:r>
              <a:rPr lang="zh-CN" altLang="en-US" sz="1600" dirty="0" smtClean="0"/>
              <a:t>异步播放等。详情请参阅</a:t>
            </a:r>
            <a:r>
              <a:rPr lang="en-US" altLang="zh-CN" sz="1600" dirty="0"/>
              <a:t>https://baike.baidu.com/item/PlaySound/5280948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返回值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若成功则函数返回</a:t>
            </a:r>
            <a:r>
              <a:rPr lang="en-US" altLang="zh-CN" sz="1600" dirty="0"/>
              <a:t>TRUE</a:t>
            </a:r>
            <a:r>
              <a:rPr lang="zh-CN" altLang="en-US" sz="1600" dirty="0"/>
              <a:t>，否则返回</a:t>
            </a:r>
            <a:r>
              <a:rPr lang="en-US" altLang="zh-CN" sz="1600" dirty="0"/>
              <a:t>FALSE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注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PlaySound</a:t>
            </a:r>
            <a:r>
              <a:rPr lang="en-US" altLang="zh-CN" sz="1600" dirty="0" smtClean="0"/>
              <a:t>()</a:t>
            </a:r>
            <a:r>
              <a:rPr lang="zh-CN" altLang="en-US" sz="1600" dirty="0" smtClean="0"/>
              <a:t>只能播放</a:t>
            </a:r>
            <a:r>
              <a:rPr lang="en-US" altLang="zh-CN" sz="1600" dirty="0" smtClean="0"/>
              <a:t>wav</a:t>
            </a:r>
            <a:r>
              <a:rPr lang="zh-CN" altLang="en-US" sz="1600" dirty="0" smtClean="0"/>
              <a:t>音频，根据</a:t>
            </a:r>
            <a:r>
              <a:rPr lang="zh-CN" altLang="en-US" sz="1600" dirty="0"/>
              <a:t>经验，</a:t>
            </a:r>
            <a:r>
              <a:rPr lang="en-US" altLang="zh-CN" sz="1600" dirty="0" err="1" smtClean="0"/>
              <a:t>PlaySound</a:t>
            </a:r>
            <a:r>
              <a:rPr lang="en-US" altLang="zh-CN" sz="1600" dirty="0" smtClean="0"/>
              <a:t>()</a:t>
            </a:r>
            <a:r>
              <a:rPr lang="zh-CN" altLang="en-US" sz="1600" dirty="0" smtClean="0"/>
              <a:t>适用于</a:t>
            </a:r>
            <a:r>
              <a:rPr lang="en-US" altLang="zh-CN" sz="1600" dirty="0"/>
              <a:t>100K</a:t>
            </a:r>
            <a:r>
              <a:rPr lang="zh-CN" altLang="en-US" sz="1600" dirty="0"/>
              <a:t>以下的</a:t>
            </a:r>
            <a:r>
              <a:rPr lang="zh-CN" altLang="en-US" sz="1600" dirty="0" smtClean="0"/>
              <a:t>文件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/>
              <a:t>头文件顺序：</a:t>
            </a:r>
            <a:r>
              <a:rPr lang="en-US" altLang="zh-CN" sz="1600" dirty="0" smtClean="0"/>
              <a:t>#include &lt;</a:t>
            </a:r>
            <a:r>
              <a:rPr lang="en-US" altLang="zh-CN" sz="1600" dirty="0" err="1" smtClean="0"/>
              <a:t>windows.h</a:t>
            </a:r>
            <a:r>
              <a:rPr lang="en-US" altLang="zh-CN" sz="1600" dirty="0" smtClean="0"/>
              <a:t>&gt;</a:t>
            </a:r>
            <a:r>
              <a:rPr lang="zh-CN" altLang="en-US" sz="1600" dirty="0" smtClean="0"/>
              <a:t>，</a:t>
            </a:r>
            <a:r>
              <a:rPr lang="en-US" altLang="zh-CN" sz="1600" dirty="0" smtClean="0"/>
              <a:t>#include &lt;</a:t>
            </a:r>
            <a:r>
              <a:rPr lang="en-US" altLang="zh-CN" sz="1600" dirty="0"/>
              <a:t> </a:t>
            </a:r>
            <a:r>
              <a:rPr lang="en-US" altLang="zh-CN" sz="1600" dirty="0" err="1"/>
              <a:t>mmsystem.h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&gt;</a:t>
            </a:r>
            <a:r>
              <a:rPr lang="zh-CN" altLang="en-US" sz="1600" dirty="0" smtClean="0"/>
              <a:t>，有的编译器还需要在其后添加预编译语句</a:t>
            </a:r>
            <a:r>
              <a:rPr lang="en-US" altLang="zh-CN" sz="1600" dirty="0" smtClean="0"/>
              <a:t>#</a:t>
            </a:r>
            <a:r>
              <a:rPr lang="en-US" altLang="zh-CN" sz="1600" dirty="0"/>
              <a:t>pragma comment(</a:t>
            </a:r>
            <a:r>
              <a:rPr lang="en-US" altLang="zh-CN" sz="1600" dirty="0" err="1"/>
              <a:t>lib,"winmm.lib</a:t>
            </a:r>
            <a:r>
              <a:rPr lang="en-US" altLang="zh-CN" sz="1600" dirty="0"/>
              <a:t>")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51933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播放</a:t>
            </a:r>
            <a:r>
              <a:rPr lang="en-US" altLang="zh-CN" dirty="0" smtClean="0"/>
              <a:t>wave--</a:t>
            </a:r>
            <a:r>
              <a:rPr lang="zh-CN" altLang="en-US" dirty="0" smtClean="0">
                <a:solidFill>
                  <a:srgbClr val="7030A0"/>
                </a:solidFill>
              </a:rPr>
              <a:t>例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2026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2" y="947850"/>
            <a:ext cx="7653058" cy="54946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214" y="947850"/>
            <a:ext cx="4629150" cy="5133975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 bwMode="auto">
          <a:xfrm>
            <a:off x="526397" y="1999130"/>
            <a:ext cx="3173506" cy="1255059"/>
          </a:xfrm>
          <a:prstGeom prst="wedgeRoundRectCallout">
            <a:avLst>
              <a:gd name="adj1" fmla="val -21213"/>
              <a:gd name="adj2" fmla="val 5035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注：需要加编译参数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-</a:t>
            </a:r>
            <a:r>
              <a:rPr lang="en-US" altLang="zh-CN" sz="1600" dirty="0" err="1" smtClean="0">
                <a:solidFill>
                  <a:srgbClr val="080808"/>
                </a:solidFill>
                <a:ea typeface="宋体" panose="02010600030101010101" pitchFamily="2" charset="-122"/>
              </a:rPr>
              <a:t>lwinmm</a:t>
            </a:r>
            <a:endParaRPr lang="en-US" altLang="zh-CN" sz="16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例如，对于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dev-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Cpp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，添加方法图示。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4831976" y="4105836"/>
            <a:ext cx="546848" cy="224118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67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播放</a:t>
            </a:r>
            <a:r>
              <a:rPr lang="en-US" altLang="zh-CN" dirty="0" smtClean="0"/>
              <a:t>wave</a:t>
            </a:r>
            <a:r>
              <a:rPr lang="zh-CN" altLang="en-US" dirty="0" smtClean="0">
                <a:solidFill>
                  <a:srgbClr val="7030A0"/>
                </a:solidFill>
              </a:rPr>
              <a:t>例</a:t>
            </a:r>
            <a:r>
              <a:rPr lang="en-US" altLang="zh-CN" dirty="0" smtClean="0">
                <a:solidFill>
                  <a:srgbClr val="7030A0"/>
                </a:solidFill>
              </a:rPr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自定义函数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2026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961212"/>
            <a:ext cx="7179049" cy="546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9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播放</a:t>
            </a:r>
            <a:r>
              <a:rPr lang="en-US" altLang="zh-CN" dirty="0" smtClean="0"/>
              <a:t>MPEG,AVI</a:t>
            </a:r>
            <a:r>
              <a:rPr lang="en-US" altLang="zh-CN" dirty="0"/>
              <a:t>, </a:t>
            </a:r>
            <a:r>
              <a:rPr lang="en-US" altLang="zh-CN" dirty="0" smtClean="0"/>
              <a:t>Midi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Gif</a:t>
            </a:r>
            <a:r>
              <a:rPr lang="zh-CN" altLang="en-US" dirty="0" smtClean="0"/>
              <a:t>、</a:t>
            </a:r>
            <a:r>
              <a:rPr lang="en-US" altLang="zh-CN" dirty="0" smtClean="0"/>
              <a:t>WAV</a:t>
            </a:r>
            <a:r>
              <a:rPr lang="en-US" altLang="zh-CN" dirty="0"/>
              <a:t>, </a:t>
            </a:r>
            <a:r>
              <a:rPr lang="en-US" altLang="zh-CN" dirty="0" smtClean="0"/>
              <a:t>MP3</a:t>
            </a:r>
            <a:r>
              <a:rPr lang="zh-CN" altLang="en-US" dirty="0" smtClean="0"/>
              <a:t>等声音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2026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头文件：</a:t>
            </a:r>
            <a:r>
              <a:rPr lang="en-US" altLang="zh-CN" sz="1800" dirty="0" smtClean="0"/>
              <a:t>&lt;</a:t>
            </a:r>
            <a:r>
              <a:rPr lang="en-US" altLang="zh-CN" sz="1800" dirty="0" err="1" smtClean="0"/>
              <a:t>mmsystem.h</a:t>
            </a:r>
            <a:r>
              <a:rPr lang="en-US" altLang="zh-CN" sz="1800" dirty="0"/>
              <a:t>&gt;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函数原型：</a:t>
            </a:r>
            <a:endParaRPr lang="en-US" altLang="zh-CN" sz="1800" dirty="0" smtClean="0"/>
          </a:p>
          <a:p>
            <a:pPr lvl="1"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MCIERROR </a:t>
            </a:r>
            <a:r>
              <a:rPr lang="en-US" altLang="zh-CN" sz="1600" dirty="0" err="1"/>
              <a:t>mciSendString</a:t>
            </a:r>
            <a:r>
              <a:rPr lang="en-US" altLang="zh-CN" sz="1600" dirty="0"/>
              <a:t>(</a:t>
            </a:r>
          </a:p>
          <a:p>
            <a:pPr lvl="1">
              <a:buNone/>
            </a:pPr>
            <a:r>
              <a:rPr lang="en-US" altLang="zh-CN" sz="1600" dirty="0"/>
              <a:t>      LPCTSTR </a:t>
            </a:r>
            <a:r>
              <a:rPr lang="en-US" altLang="zh-CN" sz="1600" dirty="0" err="1"/>
              <a:t>lpszCommand</a:t>
            </a:r>
            <a:r>
              <a:rPr lang="en-US" altLang="zh-CN" sz="1600" dirty="0"/>
              <a:t>, // </a:t>
            </a:r>
            <a:r>
              <a:rPr lang="zh-CN" altLang="en-US" sz="1600" dirty="0"/>
              <a:t>指向以</a:t>
            </a:r>
            <a:r>
              <a:rPr lang="en-US" altLang="zh-CN" sz="1600" dirty="0"/>
              <a:t>null</a:t>
            </a:r>
            <a:r>
              <a:rPr lang="zh-CN" altLang="en-US" sz="1600" dirty="0"/>
              <a:t>结尾的命令字符串：</a:t>
            </a:r>
            <a:r>
              <a:rPr lang="en-US" altLang="zh-CN" sz="1600" dirty="0"/>
              <a:t>“</a:t>
            </a:r>
            <a:r>
              <a:rPr lang="zh-CN" altLang="en-US" sz="1600" dirty="0"/>
              <a:t>命令 设备</a:t>
            </a:r>
            <a:r>
              <a:rPr lang="en-US" altLang="zh-CN" sz="1600" dirty="0"/>
              <a:t>[ </a:t>
            </a:r>
            <a:r>
              <a:rPr lang="zh-CN" altLang="en-US" sz="1600" dirty="0"/>
              <a:t>参数</a:t>
            </a:r>
            <a:r>
              <a:rPr lang="en-US" altLang="zh-CN" sz="1600" dirty="0"/>
              <a:t>]”</a:t>
            </a:r>
          </a:p>
          <a:p>
            <a:pPr lvl="1">
              <a:buNone/>
            </a:pPr>
            <a:r>
              <a:rPr lang="en-US" altLang="zh-CN" sz="1600" dirty="0"/>
              <a:t>      LPTSTR </a:t>
            </a:r>
            <a:r>
              <a:rPr lang="en-US" altLang="zh-CN" sz="1600" dirty="0" err="1"/>
              <a:t>lpszReturnString</a:t>
            </a:r>
            <a:r>
              <a:rPr lang="en-US" altLang="zh-CN" sz="1600" dirty="0"/>
              <a:t>,// </a:t>
            </a:r>
            <a:r>
              <a:rPr lang="zh-CN" altLang="en-US" sz="1600" dirty="0"/>
              <a:t>指向接收返回信息的缓冲区，为</a:t>
            </a:r>
            <a:r>
              <a:rPr lang="en-US" altLang="zh-CN" sz="1600" dirty="0"/>
              <a:t>NULL</a:t>
            </a:r>
            <a:r>
              <a:rPr lang="zh-CN" altLang="en-US" sz="1600" dirty="0"/>
              <a:t>时不返回信息</a:t>
            </a:r>
          </a:p>
          <a:p>
            <a:pPr lvl="1">
              <a:buNone/>
            </a:pPr>
            <a:r>
              <a:rPr lang="en-US" altLang="zh-CN" sz="1600" dirty="0"/>
              <a:t>      UINT </a:t>
            </a:r>
            <a:r>
              <a:rPr lang="en-US" altLang="zh-CN" sz="1600" dirty="0" err="1"/>
              <a:t>cchReturn</a:t>
            </a:r>
            <a:r>
              <a:rPr lang="en-US" altLang="zh-CN" sz="1600" dirty="0"/>
              <a:t>, // </a:t>
            </a:r>
            <a:r>
              <a:rPr lang="zh-CN" altLang="en-US" sz="1600" dirty="0"/>
              <a:t>上述缓冲区的大小，</a:t>
            </a:r>
            <a:r>
              <a:rPr lang="en-US" altLang="zh-CN" sz="1600" dirty="0"/>
              <a:t> </a:t>
            </a:r>
            <a:r>
              <a:rPr lang="en-US" altLang="zh-CN" sz="1600" dirty="0" err="1"/>
              <a:t>lpszReturnString</a:t>
            </a:r>
            <a:r>
              <a:rPr lang="zh-CN" altLang="en-US" sz="1600" dirty="0"/>
              <a:t>为</a:t>
            </a:r>
            <a:r>
              <a:rPr lang="en-US" altLang="zh-CN" sz="1600" dirty="0"/>
              <a:t>NULL</a:t>
            </a:r>
            <a:r>
              <a:rPr lang="zh-CN" altLang="en-US" sz="1600" dirty="0"/>
              <a:t>时，设为</a:t>
            </a:r>
            <a:r>
              <a:rPr lang="en-US" altLang="zh-CN" sz="1600" dirty="0"/>
              <a:t>0</a:t>
            </a:r>
            <a:endParaRPr lang="zh-CN" altLang="en-US" sz="1600" dirty="0"/>
          </a:p>
          <a:p>
            <a:pPr lvl="1">
              <a:buNone/>
            </a:pPr>
            <a:r>
              <a:rPr lang="en-US" altLang="zh-CN" sz="1600" dirty="0"/>
              <a:t>      HANDLE </a:t>
            </a:r>
            <a:r>
              <a:rPr lang="en-US" altLang="zh-CN" sz="1600" dirty="0" err="1"/>
              <a:t>hwndCallback</a:t>
            </a:r>
            <a:r>
              <a:rPr lang="en-US" altLang="zh-CN" sz="1600" dirty="0"/>
              <a:t> // </a:t>
            </a:r>
            <a:r>
              <a:rPr lang="zh-CN" altLang="en-US" sz="1600" dirty="0"/>
              <a:t>在命令串中含</a:t>
            </a:r>
            <a:r>
              <a:rPr lang="en-US" altLang="zh-CN" sz="1600" dirty="0"/>
              <a:t>notify</a:t>
            </a:r>
            <a:r>
              <a:rPr lang="zh-CN" altLang="en-US" sz="1600" dirty="0"/>
              <a:t>时，它指定一个回调窗口的句柄</a:t>
            </a:r>
          </a:p>
          <a:p>
            <a:pPr lvl="1">
              <a:buNone/>
            </a:pPr>
            <a:r>
              <a:rPr lang="en-US" altLang="zh-CN" sz="1600" dirty="0"/>
              <a:t>                                               // </a:t>
            </a:r>
            <a:r>
              <a:rPr lang="zh-CN" altLang="en-US" sz="1600" dirty="0"/>
              <a:t>一般设置为</a:t>
            </a:r>
            <a:r>
              <a:rPr lang="en-US" altLang="zh-CN" sz="1600" dirty="0"/>
              <a:t>NULL</a:t>
            </a:r>
          </a:p>
          <a:p>
            <a:pPr lvl="1">
              <a:buNone/>
            </a:pPr>
            <a:r>
              <a:rPr lang="en-US" altLang="zh-CN" sz="1600" dirty="0"/>
              <a:t>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返回值：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出错返回非零值，可用</a:t>
            </a:r>
            <a:r>
              <a:rPr lang="en-US" altLang="zh-CN" sz="1600" dirty="0" err="1"/>
              <a:t>mciGetErrorString</a:t>
            </a:r>
            <a:r>
              <a:rPr lang="zh-CN" altLang="en-US" sz="1600" dirty="0"/>
              <a:t>获得错误的文本</a:t>
            </a:r>
            <a:r>
              <a:rPr lang="zh-CN" altLang="en-US" sz="1600" dirty="0" smtClean="0"/>
              <a:t>描述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/>
              <a:t>错误码参见：</a:t>
            </a:r>
            <a:r>
              <a:rPr lang="en-US" altLang="zh-CN" sz="1600" dirty="0" smtClean="0"/>
              <a:t>https</a:t>
            </a:r>
            <a:r>
              <a:rPr lang="en-US" altLang="zh-CN" sz="1600" dirty="0"/>
              <a:t>://max.book118.com/html/2017/0629/118984316.shtm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注：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smtClean="0"/>
              <a:t>MCI--Media </a:t>
            </a:r>
            <a:r>
              <a:rPr lang="en-US" altLang="zh-CN" sz="1600" dirty="0"/>
              <a:t>Control Interface</a:t>
            </a:r>
            <a:r>
              <a:rPr lang="zh-CN" altLang="en-US" sz="1600" dirty="0"/>
              <a:t>，媒体控制</a:t>
            </a:r>
            <a:r>
              <a:rPr lang="zh-CN" altLang="en-US" sz="1600" dirty="0" smtClean="0"/>
              <a:t>接口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头文件顺序：</a:t>
            </a:r>
            <a:r>
              <a:rPr lang="en-US" altLang="zh-CN" sz="1600" dirty="0"/>
              <a:t>#include &lt;</a:t>
            </a:r>
            <a:r>
              <a:rPr lang="en-US" altLang="zh-CN" sz="1600" dirty="0" err="1"/>
              <a:t>windows.h</a:t>
            </a:r>
            <a:r>
              <a:rPr lang="en-US" altLang="zh-CN" sz="1600" dirty="0"/>
              <a:t>&gt;</a:t>
            </a:r>
            <a:r>
              <a:rPr lang="zh-CN" altLang="en-US" sz="1600" dirty="0"/>
              <a:t>，</a:t>
            </a:r>
            <a:r>
              <a:rPr lang="en-US" altLang="zh-CN" sz="1600" dirty="0"/>
              <a:t>#include &lt; </a:t>
            </a:r>
            <a:r>
              <a:rPr lang="en-US" altLang="zh-CN" sz="1600" dirty="0" err="1"/>
              <a:t>mmsystem.h</a:t>
            </a:r>
            <a:r>
              <a:rPr lang="en-US" altLang="zh-CN" sz="1600" dirty="0"/>
              <a:t> &gt;</a:t>
            </a:r>
            <a:r>
              <a:rPr lang="zh-CN" altLang="en-US" sz="1600" dirty="0" smtClean="0"/>
              <a:t>，</a:t>
            </a:r>
            <a:r>
              <a:rPr lang="en-US" altLang="zh-CN" sz="1600" dirty="0"/>
              <a:t>#pragma comment(</a:t>
            </a:r>
            <a:r>
              <a:rPr lang="en-US" altLang="zh-CN" sz="1600" dirty="0" err="1"/>
              <a:t>lib</a:t>
            </a:r>
            <a:r>
              <a:rPr lang="en-US" altLang="zh-CN" sz="1600" dirty="0" err="1" smtClean="0"/>
              <a:t>,“winmm.lib</a:t>
            </a:r>
            <a:r>
              <a:rPr lang="en-US" altLang="zh-CN" sz="1600" dirty="0" smtClean="0"/>
              <a:t>”) </a:t>
            </a:r>
            <a:r>
              <a:rPr lang="zh-CN" altLang="en-US" sz="1600" dirty="0" smtClean="0"/>
              <a:t>有</a:t>
            </a:r>
            <a:r>
              <a:rPr lang="zh-CN" altLang="en-US" sz="1600" dirty="0"/>
              <a:t>的</a:t>
            </a:r>
            <a:r>
              <a:rPr lang="zh-CN" altLang="en-US" sz="1600" dirty="0" smtClean="0"/>
              <a:t>编译器要求该预编译命令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1800" dirty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208918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r>
              <a:rPr lang="en-US" altLang="zh-CN" dirty="0" err="1" smtClean="0"/>
              <a:t>mciSendString</a:t>
            </a:r>
            <a:r>
              <a:rPr lang="zh-CN" altLang="en-US" dirty="0" smtClean="0"/>
              <a:t>常用命令：</a:t>
            </a:r>
            <a:r>
              <a:rPr lang="en-US" altLang="zh-CN" dirty="0" smtClean="0"/>
              <a:t>open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2026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我们以播放</a:t>
            </a:r>
            <a:r>
              <a:rPr lang="en-US" altLang="zh-CN" sz="2000" dirty="0"/>
              <a:t>“</a:t>
            </a:r>
            <a:r>
              <a:rPr lang="en-US" altLang="zh-CN" sz="2000" dirty="0">
                <a:solidFill>
                  <a:srgbClr val="7030A0"/>
                </a:solidFill>
              </a:rPr>
              <a:t>E</a:t>
            </a:r>
            <a:r>
              <a:rPr lang="en-US" altLang="zh-CN" sz="2000" dirty="0" smtClean="0">
                <a:solidFill>
                  <a:srgbClr val="7030A0"/>
                </a:solidFill>
              </a:rPr>
              <a:t>:/</a:t>
            </a:r>
            <a:r>
              <a:rPr lang="en-US" altLang="zh-CN" sz="2000" dirty="0" err="1" smtClean="0">
                <a:solidFill>
                  <a:srgbClr val="7030A0"/>
                </a:solidFill>
              </a:rPr>
              <a:t>DevCpp</a:t>
            </a:r>
            <a:r>
              <a:rPr lang="en-US" altLang="zh-CN" sz="2000" dirty="0" smtClean="0">
                <a:solidFill>
                  <a:srgbClr val="7030A0"/>
                </a:solidFill>
              </a:rPr>
              <a:t>/</a:t>
            </a:r>
            <a:r>
              <a:rPr lang="zh-CN" altLang="en-US" sz="2000" dirty="0" smtClean="0">
                <a:solidFill>
                  <a:srgbClr val="7030A0"/>
                </a:solidFill>
              </a:rPr>
              <a:t>我的祖国</a:t>
            </a:r>
            <a:r>
              <a:rPr lang="en-US" altLang="zh-CN" sz="2000" dirty="0" smtClean="0">
                <a:solidFill>
                  <a:srgbClr val="7030A0"/>
                </a:solidFill>
              </a:rPr>
              <a:t>.mp3</a:t>
            </a:r>
            <a:r>
              <a:rPr lang="en-US" altLang="zh-CN" sz="2000" dirty="0" smtClean="0"/>
              <a:t>”</a:t>
            </a:r>
            <a:r>
              <a:rPr lang="zh-CN" altLang="en-US" sz="2000" dirty="0" smtClean="0"/>
              <a:t>歌曲为例说明有关命令的使用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open</a:t>
            </a:r>
            <a:r>
              <a:rPr lang="zh-CN" altLang="en-US" sz="2000" dirty="0" smtClean="0"/>
              <a:t>：打开播放设备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b="1" dirty="0" err="1" smtClean="0"/>
              <a:t>int</a:t>
            </a:r>
            <a:r>
              <a:rPr lang="en-US" altLang="zh-CN" sz="1800" b="1" dirty="0" smtClean="0"/>
              <a:t> </a:t>
            </a:r>
            <a:r>
              <a:rPr lang="en-US" altLang="zh-CN" sz="1800" b="1" dirty="0" err="1" smtClean="0"/>
              <a:t>MciErr</a:t>
            </a:r>
            <a:r>
              <a:rPr lang="en-US" altLang="zh-CN" sz="1800" b="1" dirty="0" smtClean="0"/>
              <a:t> </a:t>
            </a:r>
            <a:r>
              <a:rPr lang="en-US" altLang="zh-CN" sz="1800" b="1" dirty="0"/>
              <a:t>= </a:t>
            </a:r>
            <a:r>
              <a:rPr lang="en-US" altLang="zh-CN" sz="1800" b="1" dirty="0" err="1" smtClean="0"/>
              <a:t>mciSendString</a:t>
            </a:r>
            <a:r>
              <a:rPr lang="en-US" altLang="zh-CN" sz="1800" b="1" dirty="0" smtClean="0"/>
              <a:t>(“open </a:t>
            </a:r>
            <a:r>
              <a:rPr lang="en-US" altLang="zh-CN" sz="1800" b="1" dirty="0"/>
              <a:t>E:/DevCpp/</a:t>
            </a:r>
            <a:r>
              <a:rPr lang="zh-CN" altLang="en-US" sz="1800" b="1" dirty="0"/>
              <a:t>我的祖国</a:t>
            </a:r>
            <a:r>
              <a:rPr lang="en-US" altLang="zh-CN" sz="1800" b="1" dirty="0"/>
              <a:t>.mp3</a:t>
            </a:r>
            <a:r>
              <a:rPr lang="en-US" altLang="zh-CN" sz="1800" b="1" dirty="0" smtClean="0"/>
              <a:t>”, </a:t>
            </a:r>
            <a:r>
              <a:rPr lang="en-US" altLang="zh-CN" sz="1800" b="1" dirty="0"/>
              <a:t>NULL</a:t>
            </a:r>
            <a:r>
              <a:rPr lang="en-US" altLang="zh-CN" sz="1800" b="1" dirty="0" smtClean="0"/>
              <a:t>, 0, NULL);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b="1" dirty="0" err="1"/>
              <a:t>int</a:t>
            </a:r>
            <a:r>
              <a:rPr lang="en-US" altLang="zh-CN" sz="1800" b="1" dirty="0"/>
              <a:t> </a:t>
            </a:r>
            <a:r>
              <a:rPr lang="en-US" altLang="zh-CN" sz="1800" b="1" dirty="0" err="1"/>
              <a:t>MciErr</a:t>
            </a:r>
            <a:r>
              <a:rPr lang="en-US" altLang="zh-CN" sz="1800" b="1" dirty="0" smtClean="0"/>
              <a:t> </a:t>
            </a:r>
            <a:r>
              <a:rPr lang="en-US" altLang="zh-CN" sz="1800" b="1" dirty="0"/>
              <a:t>= </a:t>
            </a:r>
            <a:r>
              <a:rPr lang="en-US" altLang="zh-CN" sz="1800" b="1" dirty="0" err="1"/>
              <a:t>mciSendString</a:t>
            </a:r>
            <a:r>
              <a:rPr lang="en-US" altLang="zh-CN" sz="1800" b="1" dirty="0"/>
              <a:t>(“open E:/DevCpp/</a:t>
            </a:r>
            <a:r>
              <a:rPr lang="zh-CN" altLang="en-US" sz="1800" b="1" dirty="0"/>
              <a:t>我的祖国</a:t>
            </a:r>
            <a:r>
              <a:rPr lang="en-US" altLang="zh-CN" sz="1800" b="1" dirty="0"/>
              <a:t>.mp3 alias </a:t>
            </a:r>
            <a:r>
              <a:rPr lang="en-US" altLang="zh-CN" sz="1800" b="1" dirty="0" err="1"/>
              <a:t>myMusic</a:t>
            </a:r>
            <a:r>
              <a:rPr lang="en-US" altLang="zh-CN" sz="1800" b="1" dirty="0"/>
              <a:t>”, NULL, 0, NULL);</a:t>
            </a: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/>
              <a:t>为后续方便使用，将</a:t>
            </a:r>
            <a:r>
              <a:rPr lang="en-US" altLang="zh-CN" sz="1600" dirty="0"/>
              <a:t>“E:/DevCpp/</a:t>
            </a:r>
            <a:r>
              <a:rPr lang="zh-CN" altLang="en-US" sz="1600" dirty="0"/>
              <a:t>我的祖国</a:t>
            </a:r>
            <a:r>
              <a:rPr lang="en-US" altLang="zh-CN" sz="1600" dirty="0"/>
              <a:t>.mp3”</a:t>
            </a:r>
            <a:r>
              <a:rPr lang="zh-CN" altLang="en-US" sz="1600" dirty="0"/>
              <a:t>指定别名</a:t>
            </a:r>
            <a:r>
              <a:rPr lang="en-US" altLang="zh-CN" sz="1600" dirty="0"/>
              <a:t>“</a:t>
            </a:r>
            <a:r>
              <a:rPr lang="en-US" altLang="zh-CN" sz="1600" dirty="0" err="1"/>
              <a:t>myMusic</a:t>
            </a:r>
            <a:r>
              <a:rPr lang="en-US" altLang="zh-CN" sz="1600" dirty="0"/>
              <a:t>”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如果成功打开，函数返回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，即</a:t>
            </a:r>
            <a:r>
              <a:rPr lang="en-US" altLang="zh-CN" sz="1800" dirty="0" err="1" smtClean="0"/>
              <a:t>MciErr</a:t>
            </a:r>
            <a:r>
              <a:rPr lang="en-US" altLang="zh-CN" sz="1800" dirty="0" smtClean="0"/>
              <a:t>=0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如果成功打开，函数</a:t>
            </a:r>
            <a:r>
              <a:rPr lang="zh-CN" altLang="en-US" sz="1800" dirty="0" smtClean="0"/>
              <a:t>返回非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，即错误码。可用改码检查具体的错误原因。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if 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MciErr</a:t>
            </a:r>
            <a:r>
              <a:rPr lang="en-US" altLang="zh-CN" sz="1800" dirty="0" smtClean="0"/>
              <a:t> != 0)  {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		</a:t>
            </a:r>
            <a:r>
              <a:rPr lang="en-US" altLang="zh-CN" sz="1800" dirty="0" smtClean="0"/>
              <a:t>char </a:t>
            </a:r>
            <a:r>
              <a:rPr lang="en-US" altLang="zh-CN" sz="1800" dirty="0" err="1" smtClean="0"/>
              <a:t>errBuf</a:t>
            </a:r>
            <a:r>
              <a:rPr lang="en-US" altLang="zh-CN" sz="1800" dirty="0" smtClean="0"/>
              <a:t>[100];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      </a:t>
            </a:r>
            <a:r>
              <a:rPr lang="en-US" altLang="zh-CN" sz="1800" dirty="0" err="1" smtClean="0"/>
              <a:t>mciGetErrorString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MciErr</a:t>
            </a:r>
            <a:r>
              <a:rPr lang="en-US" altLang="zh-CN" sz="1800" dirty="0" smtClean="0"/>
              <a:t>, </a:t>
            </a:r>
            <a:r>
              <a:rPr lang="en-US" altLang="zh-CN" sz="1800" dirty="0" err="1" smtClean="0"/>
              <a:t>errBuf</a:t>
            </a:r>
            <a:r>
              <a:rPr lang="en-US" altLang="zh-CN" sz="1800" dirty="0" smtClean="0"/>
              <a:t>, </a:t>
            </a:r>
            <a:r>
              <a:rPr lang="en-US" altLang="zh-CN" sz="1800" dirty="0" err="1" smtClean="0"/>
              <a:t>sizeof</a:t>
            </a:r>
            <a:r>
              <a:rPr lang="en-US" altLang="zh-CN" sz="1800" dirty="0" smtClean="0"/>
              <a:t>(</a:t>
            </a:r>
            <a:r>
              <a:rPr lang="en-US" altLang="zh-CN" sz="1800" dirty="0" err="1"/>
              <a:t>errBuf</a:t>
            </a:r>
            <a:r>
              <a:rPr lang="en-US" altLang="zh-CN" sz="1800" dirty="0" smtClean="0"/>
              <a:t>));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printf</a:t>
            </a:r>
            <a:r>
              <a:rPr lang="en-US" altLang="zh-CN" sz="1800" dirty="0" smtClean="0"/>
              <a:t>(“Open </a:t>
            </a:r>
            <a:r>
              <a:rPr lang="en-US" altLang="zh-CN" sz="1800" dirty="0" err="1" smtClean="0"/>
              <a:t>Devide</a:t>
            </a:r>
            <a:r>
              <a:rPr lang="en-US" altLang="zh-CN" sz="1800" dirty="0" smtClean="0"/>
              <a:t> Error: </a:t>
            </a:r>
            <a:r>
              <a:rPr lang="en-US" altLang="zh-CN" sz="1800" dirty="0"/>
              <a:t>%s\n</a:t>
            </a:r>
            <a:r>
              <a:rPr lang="en-US" altLang="zh-CN" sz="1800" dirty="0" smtClean="0"/>
              <a:t>",</a:t>
            </a:r>
            <a:r>
              <a:rPr lang="en-US" altLang="zh-CN" sz="1800" dirty="0"/>
              <a:t> </a:t>
            </a:r>
            <a:r>
              <a:rPr lang="en-US" altLang="zh-CN" sz="1800" dirty="0" err="1" smtClean="0"/>
              <a:t>errBuf</a:t>
            </a:r>
            <a:r>
              <a:rPr lang="en-US" altLang="zh-CN" sz="1800" dirty="0" smtClean="0"/>
              <a:t>); 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}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1256272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r>
              <a:rPr lang="en-US" altLang="zh-CN" dirty="0" err="1" smtClean="0"/>
              <a:t>mciSendString</a:t>
            </a:r>
            <a:r>
              <a:rPr lang="zh-CN" altLang="en-US" dirty="0"/>
              <a:t>常用命令</a:t>
            </a:r>
            <a:r>
              <a:rPr lang="zh-CN" altLang="en-US" dirty="0" smtClean="0"/>
              <a:t>：</a:t>
            </a:r>
            <a:r>
              <a:rPr lang="en-US" altLang="zh-CN" dirty="0" smtClean="0"/>
              <a:t>open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2026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我们以播放</a:t>
            </a:r>
            <a:r>
              <a:rPr lang="en-US" altLang="zh-CN" sz="2000" dirty="0"/>
              <a:t>“</a:t>
            </a:r>
            <a:r>
              <a:rPr lang="en-US" altLang="zh-CN" sz="2000" dirty="0">
                <a:solidFill>
                  <a:srgbClr val="7030A0"/>
                </a:solidFill>
              </a:rPr>
              <a:t>E</a:t>
            </a:r>
            <a:r>
              <a:rPr lang="en-US" altLang="zh-CN" sz="2000" dirty="0" smtClean="0">
                <a:solidFill>
                  <a:srgbClr val="7030A0"/>
                </a:solidFill>
              </a:rPr>
              <a:t>:/</a:t>
            </a:r>
            <a:r>
              <a:rPr lang="en-US" altLang="zh-CN" sz="2000" dirty="0" err="1" smtClean="0">
                <a:solidFill>
                  <a:srgbClr val="7030A0"/>
                </a:solidFill>
              </a:rPr>
              <a:t>DevCpp</a:t>
            </a:r>
            <a:r>
              <a:rPr lang="en-US" altLang="zh-CN" sz="2000" dirty="0" smtClean="0">
                <a:solidFill>
                  <a:srgbClr val="7030A0"/>
                </a:solidFill>
              </a:rPr>
              <a:t>/</a:t>
            </a:r>
            <a:r>
              <a:rPr lang="zh-CN" altLang="en-US" sz="2000" dirty="0" smtClean="0">
                <a:solidFill>
                  <a:srgbClr val="7030A0"/>
                </a:solidFill>
              </a:rPr>
              <a:t>我的祖国</a:t>
            </a:r>
            <a:r>
              <a:rPr lang="en-US" altLang="zh-CN" sz="2000" dirty="0" smtClean="0">
                <a:solidFill>
                  <a:srgbClr val="7030A0"/>
                </a:solidFill>
              </a:rPr>
              <a:t>.mp3</a:t>
            </a:r>
            <a:r>
              <a:rPr lang="en-US" altLang="zh-CN" sz="2000" dirty="0" smtClean="0"/>
              <a:t>”</a:t>
            </a:r>
            <a:r>
              <a:rPr lang="zh-CN" altLang="en-US" sz="2000" dirty="0" smtClean="0"/>
              <a:t>歌曲为例说明有关命令的使用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open</a:t>
            </a:r>
            <a:r>
              <a:rPr lang="zh-CN" altLang="en-US" sz="2000" dirty="0" smtClean="0"/>
              <a:t>：打开播放设备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char </a:t>
            </a:r>
            <a:r>
              <a:rPr lang="en-US" altLang="zh-CN" sz="1800" dirty="0" err="1" smtClean="0"/>
              <a:t>musicFile</a:t>
            </a:r>
            <a:r>
              <a:rPr lang="en-US" altLang="zh-CN" sz="1800" dirty="0" smtClean="0"/>
              <a:t>=“</a:t>
            </a:r>
            <a:r>
              <a:rPr lang="en-US" altLang="zh-CN" sz="1800" dirty="0">
                <a:solidFill>
                  <a:srgbClr val="7030A0"/>
                </a:solidFill>
              </a:rPr>
              <a:t>E:/</a:t>
            </a:r>
            <a:r>
              <a:rPr lang="en-US" altLang="zh-CN" sz="1800" dirty="0" err="1">
                <a:solidFill>
                  <a:srgbClr val="7030A0"/>
                </a:solidFill>
              </a:rPr>
              <a:t>DevCpp</a:t>
            </a:r>
            <a:r>
              <a:rPr lang="en-US" altLang="zh-CN" sz="1800" dirty="0">
                <a:solidFill>
                  <a:srgbClr val="7030A0"/>
                </a:solidFill>
              </a:rPr>
              <a:t>/</a:t>
            </a:r>
            <a:r>
              <a:rPr lang="zh-CN" altLang="en-US" sz="1800" dirty="0">
                <a:solidFill>
                  <a:srgbClr val="7030A0"/>
                </a:solidFill>
              </a:rPr>
              <a:t>我的祖国</a:t>
            </a:r>
            <a:r>
              <a:rPr lang="en-US" altLang="zh-CN" sz="1800" dirty="0">
                <a:solidFill>
                  <a:srgbClr val="7030A0"/>
                </a:solidFill>
              </a:rPr>
              <a:t>.mp3</a:t>
            </a:r>
            <a:r>
              <a:rPr lang="en-US" altLang="zh-CN" sz="1800" dirty="0" smtClean="0"/>
              <a:t>”;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char  music[256];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/>
              <a:t>strcpy</a:t>
            </a:r>
            <a:r>
              <a:rPr lang="en-US" altLang="zh-CN" sz="1800" dirty="0" smtClean="0"/>
              <a:t>(music, “</a:t>
            </a:r>
            <a:r>
              <a:rPr lang="en-US" altLang="zh-CN" sz="1800" dirty="0" smtClean="0">
                <a:solidFill>
                  <a:srgbClr val="C00000"/>
                </a:solidFill>
              </a:rPr>
              <a:t>open</a:t>
            </a:r>
            <a:r>
              <a:rPr lang="en-US" altLang="zh-CN" sz="1800" dirty="0" smtClean="0"/>
              <a:t> ”);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/>
              <a:t>strcat</a:t>
            </a:r>
            <a:r>
              <a:rPr lang="en-US" altLang="zh-CN" sz="1800" dirty="0" smtClean="0"/>
              <a:t>(music, </a:t>
            </a:r>
            <a:r>
              <a:rPr lang="en-US" altLang="zh-CN" sz="1800" dirty="0" err="1" smtClean="0"/>
              <a:t>musicFile</a:t>
            </a:r>
            <a:r>
              <a:rPr lang="en-US" altLang="zh-CN" sz="1800" dirty="0" smtClean="0"/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/>
              <a:t>strcat</a:t>
            </a:r>
            <a:r>
              <a:rPr lang="en-US" altLang="zh-CN" sz="1800" dirty="0" smtClean="0"/>
              <a:t>(music, “ </a:t>
            </a:r>
            <a:r>
              <a:rPr lang="en-US" altLang="zh-CN" sz="1800" dirty="0" smtClean="0">
                <a:solidFill>
                  <a:srgbClr val="C00000"/>
                </a:solidFill>
              </a:rPr>
              <a:t>alias 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myMusic</a:t>
            </a:r>
            <a:r>
              <a:rPr lang="en-US" altLang="zh-CN" sz="1800" dirty="0" smtClean="0"/>
              <a:t>”);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MciErr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= </a:t>
            </a:r>
            <a:r>
              <a:rPr lang="en-US" altLang="zh-CN" sz="1800" dirty="0" err="1" smtClean="0"/>
              <a:t>mciSendString</a:t>
            </a:r>
            <a:r>
              <a:rPr lang="en-US" altLang="zh-CN" sz="1800" dirty="0" smtClean="0"/>
              <a:t>(</a:t>
            </a:r>
            <a:r>
              <a:rPr lang="en-US" altLang="zh-CN" sz="1800" dirty="0"/>
              <a:t>music</a:t>
            </a:r>
            <a:r>
              <a:rPr lang="en-US" altLang="zh-CN" sz="1800" dirty="0" smtClean="0"/>
              <a:t>, </a:t>
            </a:r>
            <a:r>
              <a:rPr lang="en-US" altLang="zh-CN" sz="1800" dirty="0"/>
              <a:t>NULL</a:t>
            </a:r>
            <a:r>
              <a:rPr lang="en-US" altLang="zh-CN" sz="1800" dirty="0" smtClean="0"/>
              <a:t>, 0, NULL);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if (</a:t>
            </a:r>
            <a:r>
              <a:rPr lang="en-US" altLang="zh-CN" sz="1800" dirty="0" err="1" smtClean="0"/>
              <a:t>MciErr</a:t>
            </a:r>
            <a:r>
              <a:rPr lang="en-US" altLang="zh-CN" sz="1800" dirty="0" smtClean="0"/>
              <a:t> != 0)  {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		</a:t>
            </a:r>
            <a:r>
              <a:rPr lang="en-US" altLang="zh-CN" sz="1800" dirty="0" smtClean="0"/>
              <a:t>char </a:t>
            </a:r>
            <a:r>
              <a:rPr lang="en-US" altLang="zh-CN" sz="1800" dirty="0" err="1" smtClean="0"/>
              <a:t>errBuf</a:t>
            </a:r>
            <a:r>
              <a:rPr lang="en-US" altLang="zh-CN" sz="1800" dirty="0" smtClean="0"/>
              <a:t>[100];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      </a:t>
            </a:r>
            <a:r>
              <a:rPr lang="en-US" altLang="zh-CN" sz="1800" dirty="0" err="1" smtClean="0"/>
              <a:t>mciGetErrorString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MciErr</a:t>
            </a:r>
            <a:r>
              <a:rPr lang="en-US" altLang="zh-CN" sz="1800" dirty="0" smtClean="0"/>
              <a:t>, </a:t>
            </a:r>
            <a:r>
              <a:rPr lang="en-US" altLang="zh-CN" sz="1800" dirty="0" err="1" smtClean="0"/>
              <a:t>errBuf</a:t>
            </a:r>
            <a:r>
              <a:rPr lang="en-US" altLang="zh-CN" sz="1800" dirty="0" smtClean="0"/>
              <a:t>, </a:t>
            </a:r>
            <a:r>
              <a:rPr lang="en-US" altLang="zh-CN" sz="1800" dirty="0" err="1" smtClean="0"/>
              <a:t>sizeof</a:t>
            </a:r>
            <a:r>
              <a:rPr lang="en-US" altLang="zh-CN" sz="1800" dirty="0" smtClean="0"/>
              <a:t>(</a:t>
            </a:r>
            <a:r>
              <a:rPr lang="en-US" altLang="zh-CN" sz="1800" dirty="0" err="1"/>
              <a:t>errBuf</a:t>
            </a:r>
            <a:r>
              <a:rPr lang="en-US" altLang="zh-CN" sz="1800" dirty="0" smtClean="0"/>
              <a:t>));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printf</a:t>
            </a:r>
            <a:r>
              <a:rPr lang="en-US" altLang="zh-CN" sz="1800" dirty="0" smtClean="0"/>
              <a:t>(“Open </a:t>
            </a:r>
            <a:r>
              <a:rPr lang="en-US" altLang="zh-CN" sz="1800" dirty="0" err="1" smtClean="0"/>
              <a:t>Devide</a:t>
            </a:r>
            <a:r>
              <a:rPr lang="en-US" altLang="zh-CN" sz="1800" dirty="0" smtClean="0"/>
              <a:t> Error: </a:t>
            </a:r>
            <a:r>
              <a:rPr lang="en-US" altLang="zh-CN" sz="1800" dirty="0"/>
              <a:t>%s\n</a:t>
            </a:r>
            <a:r>
              <a:rPr lang="en-US" altLang="zh-CN" sz="1800" dirty="0" smtClean="0"/>
              <a:t>",</a:t>
            </a:r>
            <a:r>
              <a:rPr lang="en-US" altLang="zh-CN" sz="1800" dirty="0"/>
              <a:t> </a:t>
            </a:r>
            <a:r>
              <a:rPr lang="en-US" altLang="zh-CN" sz="1800" dirty="0" err="1" smtClean="0"/>
              <a:t>errBuf</a:t>
            </a:r>
            <a:r>
              <a:rPr lang="en-US" altLang="zh-CN" sz="1800" dirty="0" smtClean="0"/>
              <a:t>); 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}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错误返回码参见：</a:t>
            </a:r>
            <a:r>
              <a:rPr lang="en-US" altLang="zh-CN" sz="1800" dirty="0"/>
              <a:t>https://max.book118.com/html/2017/0629/118984316.shtm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386735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r>
              <a:rPr lang="en-US" altLang="zh-CN" dirty="0" err="1" smtClean="0"/>
              <a:t>mciSendString</a:t>
            </a:r>
            <a:r>
              <a:rPr lang="zh-CN" altLang="en-US" dirty="0"/>
              <a:t>常用命令</a:t>
            </a:r>
            <a:r>
              <a:rPr lang="zh-CN" altLang="en-US" dirty="0" smtClean="0"/>
              <a:t>：</a:t>
            </a:r>
            <a:r>
              <a:rPr lang="en-US" altLang="zh-CN" dirty="0" smtClean="0"/>
              <a:t>play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2026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play</a:t>
            </a:r>
            <a:r>
              <a:rPr lang="zh-CN" altLang="en-US" sz="2000" dirty="0" smtClean="0"/>
              <a:t>：播放一次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smtClean="0"/>
              <a:t>//char </a:t>
            </a:r>
            <a:r>
              <a:rPr lang="en-US" altLang="zh-CN" sz="1600" dirty="0" err="1" smtClean="0"/>
              <a:t>musicFile</a:t>
            </a:r>
            <a:r>
              <a:rPr lang="en-US" altLang="zh-CN" sz="1600" dirty="0" smtClean="0"/>
              <a:t>=“</a:t>
            </a:r>
            <a:r>
              <a:rPr lang="en-US" altLang="zh-CN" sz="1600" dirty="0">
                <a:solidFill>
                  <a:srgbClr val="7030A0"/>
                </a:solidFill>
              </a:rPr>
              <a:t>E:/</a:t>
            </a:r>
            <a:r>
              <a:rPr lang="en-US" altLang="zh-CN" sz="1600" dirty="0" err="1">
                <a:solidFill>
                  <a:srgbClr val="7030A0"/>
                </a:solidFill>
              </a:rPr>
              <a:t>DevCpp</a:t>
            </a:r>
            <a:r>
              <a:rPr lang="en-US" altLang="zh-CN" sz="1600" dirty="0">
                <a:solidFill>
                  <a:srgbClr val="7030A0"/>
                </a:solidFill>
              </a:rPr>
              <a:t>/</a:t>
            </a:r>
            <a:r>
              <a:rPr lang="zh-CN" altLang="en-US" sz="1600" dirty="0">
                <a:solidFill>
                  <a:srgbClr val="7030A0"/>
                </a:solidFill>
              </a:rPr>
              <a:t>我的祖国</a:t>
            </a:r>
            <a:r>
              <a:rPr lang="en-US" altLang="zh-CN" sz="1600" dirty="0">
                <a:solidFill>
                  <a:srgbClr val="7030A0"/>
                </a:solidFill>
              </a:rPr>
              <a:t>.mp3</a:t>
            </a:r>
            <a:r>
              <a:rPr lang="en-US" altLang="zh-CN" sz="1600" dirty="0" smtClean="0"/>
              <a:t>”;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smtClean="0"/>
              <a:t>//char  music[256];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strcpy</a:t>
            </a:r>
            <a:r>
              <a:rPr lang="en-US" altLang="zh-CN" sz="1600" dirty="0" smtClean="0"/>
              <a:t>(music, “</a:t>
            </a:r>
            <a:r>
              <a:rPr lang="en-US" altLang="zh-CN" sz="1600" dirty="0" smtClean="0">
                <a:solidFill>
                  <a:srgbClr val="C00000"/>
                </a:solidFill>
              </a:rPr>
              <a:t>play</a:t>
            </a:r>
            <a:r>
              <a:rPr lang="en-US" altLang="zh-CN" sz="1600" dirty="0" smtClean="0"/>
              <a:t> ”);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strcat</a:t>
            </a:r>
            <a:r>
              <a:rPr lang="en-US" altLang="zh-CN" sz="1600" dirty="0" smtClean="0"/>
              <a:t>(music, </a:t>
            </a:r>
            <a:r>
              <a:rPr lang="en-US" altLang="zh-CN" sz="1600" dirty="0" err="1" smtClean="0"/>
              <a:t>musicFile</a:t>
            </a:r>
            <a:r>
              <a:rPr lang="en-US" altLang="zh-CN" sz="1600" dirty="0" smtClean="0"/>
              <a:t>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smtClean="0"/>
              <a:t>//</a:t>
            </a:r>
            <a:r>
              <a:rPr lang="zh-CN" altLang="en-US" sz="1600" dirty="0" smtClean="0"/>
              <a:t>或使用</a:t>
            </a:r>
            <a:r>
              <a:rPr lang="en-US" altLang="zh-CN" sz="1600" dirty="0" smtClean="0"/>
              <a:t>open</a:t>
            </a:r>
            <a:r>
              <a:rPr lang="zh-CN" altLang="en-US" sz="1600" dirty="0" smtClean="0"/>
              <a:t>时定义的别名</a:t>
            </a:r>
            <a:r>
              <a:rPr lang="en-US" altLang="zh-CN" sz="1600" dirty="0" err="1"/>
              <a:t>strcat</a:t>
            </a:r>
            <a:r>
              <a:rPr lang="en-US" altLang="zh-CN" sz="1600" dirty="0"/>
              <a:t>(music</a:t>
            </a:r>
            <a:r>
              <a:rPr lang="en-US" altLang="zh-CN" sz="1600" dirty="0" smtClean="0"/>
              <a:t>,“</a:t>
            </a:r>
            <a:r>
              <a:rPr lang="en-US" altLang="zh-CN" sz="1600" dirty="0" err="1">
                <a:solidFill>
                  <a:srgbClr val="C00000"/>
                </a:solidFill>
              </a:rPr>
              <a:t>myMusic</a:t>
            </a:r>
            <a:r>
              <a:rPr lang="en-US" altLang="zh-CN" sz="1600" dirty="0" smtClean="0"/>
              <a:t>”);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MciErr</a:t>
            </a:r>
            <a:r>
              <a:rPr lang="en-US" altLang="zh-CN" sz="1600" dirty="0" smtClean="0"/>
              <a:t> = </a:t>
            </a:r>
            <a:r>
              <a:rPr lang="en-US" altLang="zh-CN" sz="1600" dirty="0" err="1" smtClean="0"/>
              <a:t>mciSendString</a:t>
            </a:r>
            <a:r>
              <a:rPr lang="en-US" altLang="zh-CN" sz="1600" dirty="0" smtClean="0"/>
              <a:t>(</a:t>
            </a:r>
            <a:r>
              <a:rPr lang="en-US" altLang="zh-CN" sz="1600" dirty="0"/>
              <a:t>music</a:t>
            </a:r>
            <a:r>
              <a:rPr lang="en-US" altLang="zh-CN" sz="1600" dirty="0" smtClean="0"/>
              <a:t>, </a:t>
            </a:r>
            <a:r>
              <a:rPr lang="en-US" altLang="zh-CN" sz="1600" dirty="0"/>
              <a:t>NULL</a:t>
            </a:r>
            <a:r>
              <a:rPr lang="en-US" altLang="zh-CN" sz="1600" dirty="0" smtClean="0"/>
              <a:t>, 0, NULL);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smtClean="0"/>
              <a:t>//</a:t>
            </a:r>
            <a:r>
              <a:rPr lang="en-US" altLang="zh-CN" sz="1600" b="1" dirty="0" err="1" smtClean="0"/>
              <a:t>MciErr</a:t>
            </a:r>
            <a:r>
              <a:rPr lang="en-US" altLang="zh-CN" sz="1600" b="1" dirty="0" smtClean="0"/>
              <a:t> = </a:t>
            </a:r>
            <a:r>
              <a:rPr lang="en-US" altLang="zh-CN" sz="1600" b="1" dirty="0" err="1" smtClean="0"/>
              <a:t>mciSendString</a:t>
            </a:r>
            <a:r>
              <a:rPr lang="en-US" altLang="zh-CN" sz="1600" b="1" dirty="0" smtClean="0"/>
              <a:t>(“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play</a:t>
            </a:r>
            <a:r>
              <a:rPr lang="en-US" altLang="zh-CN" sz="1600" b="1" dirty="0" smtClean="0"/>
              <a:t> </a:t>
            </a:r>
            <a:r>
              <a:rPr lang="en-US" altLang="zh-CN" sz="1600" b="1" dirty="0" err="1">
                <a:solidFill>
                  <a:srgbClr val="030DCD"/>
                </a:solidFill>
              </a:rPr>
              <a:t>myMusic</a:t>
            </a:r>
            <a:r>
              <a:rPr lang="en-US" altLang="zh-CN" sz="1600" b="1" dirty="0" smtClean="0"/>
              <a:t>”, </a:t>
            </a:r>
            <a:r>
              <a:rPr lang="en-US" altLang="zh-CN" sz="1600" b="1" dirty="0"/>
              <a:t>NULL, 0, NULL</a:t>
            </a:r>
            <a:r>
              <a:rPr lang="en-US" altLang="zh-CN" sz="1600" b="1" dirty="0" smtClean="0"/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/>
              <a:t>//</a:t>
            </a:r>
            <a:r>
              <a:rPr lang="en-US" altLang="zh-CN" sz="1600" dirty="0" err="1"/>
              <a:t>MciErr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mciSendString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C00000"/>
                </a:solidFill>
              </a:rPr>
              <a:t>play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rgbClr val="7030A0"/>
                </a:solidFill>
              </a:rPr>
              <a:t>E:/DevCpp/</a:t>
            </a:r>
            <a:r>
              <a:rPr lang="zh-CN" altLang="en-US" sz="1600" dirty="0">
                <a:solidFill>
                  <a:srgbClr val="7030A0"/>
                </a:solidFill>
              </a:rPr>
              <a:t>我的祖国</a:t>
            </a:r>
            <a:r>
              <a:rPr lang="en-US" altLang="zh-CN" sz="1600" dirty="0">
                <a:solidFill>
                  <a:srgbClr val="7030A0"/>
                </a:solidFill>
              </a:rPr>
              <a:t>.mp3</a:t>
            </a:r>
            <a:r>
              <a:rPr lang="en-US" altLang="zh-CN" sz="1600" dirty="0" smtClean="0"/>
              <a:t>”, </a:t>
            </a:r>
            <a:r>
              <a:rPr lang="en-US" altLang="zh-CN" sz="1600" dirty="0"/>
              <a:t>NULL, 0, NULL);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smtClean="0"/>
              <a:t>//</a:t>
            </a:r>
            <a:r>
              <a:rPr lang="zh-CN" altLang="en-US" sz="1600" dirty="0"/>
              <a:t>一般情况下，正确打开设备，可正确</a:t>
            </a:r>
            <a:r>
              <a:rPr lang="zh-CN" altLang="en-US" sz="1600" dirty="0" smtClean="0"/>
              <a:t>播放，下述检查可省略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strike="sngStrike" dirty="0" smtClean="0"/>
              <a:t>if (</a:t>
            </a:r>
            <a:r>
              <a:rPr lang="en-US" altLang="zh-CN" sz="1600" strike="sngStrike" dirty="0" err="1" smtClean="0"/>
              <a:t>MciErr</a:t>
            </a:r>
            <a:r>
              <a:rPr lang="en-US" altLang="zh-CN" sz="1600" strike="sngStrike" dirty="0" smtClean="0"/>
              <a:t> != 0)  {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/>
              <a:t>	            </a:t>
            </a:r>
            <a:r>
              <a:rPr lang="en-US" altLang="zh-CN" sz="1600" strike="sngStrike" dirty="0" smtClean="0"/>
              <a:t>char </a:t>
            </a:r>
            <a:r>
              <a:rPr lang="en-US" altLang="zh-CN" sz="1600" strike="sngStrike" dirty="0" err="1" smtClean="0"/>
              <a:t>errBuf</a:t>
            </a:r>
            <a:r>
              <a:rPr lang="en-US" altLang="zh-CN" sz="1600" strike="sngStrike" dirty="0" smtClean="0"/>
              <a:t>[100];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/>
              <a:t>             </a:t>
            </a:r>
            <a:r>
              <a:rPr lang="en-US" altLang="zh-CN" sz="1600" strike="sngStrike" dirty="0" err="1" smtClean="0"/>
              <a:t>mciGetErrorString</a:t>
            </a:r>
            <a:r>
              <a:rPr lang="en-US" altLang="zh-CN" sz="1600" strike="sngStrike" dirty="0" smtClean="0"/>
              <a:t>(</a:t>
            </a:r>
            <a:r>
              <a:rPr lang="en-US" altLang="zh-CN" sz="1600" strike="sngStrike" dirty="0" err="1" smtClean="0"/>
              <a:t>MciErr</a:t>
            </a:r>
            <a:r>
              <a:rPr lang="en-US" altLang="zh-CN" sz="1600" strike="sngStrike" dirty="0" smtClean="0"/>
              <a:t>, </a:t>
            </a:r>
            <a:r>
              <a:rPr lang="en-US" altLang="zh-CN" sz="1600" strike="sngStrike" dirty="0" err="1" smtClean="0"/>
              <a:t>errBuf</a:t>
            </a:r>
            <a:r>
              <a:rPr lang="en-US" altLang="zh-CN" sz="1600" strike="sngStrike" dirty="0" smtClean="0"/>
              <a:t>, </a:t>
            </a:r>
            <a:r>
              <a:rPr lang="en-US" altLang="zh-CN" sz="1600" strike="sngStrike" dirty="0" err="1" smtClean="0"/>
              <a:t>sizeof</a:t>
            </a:r>
            <a:r>
              <a:rPr lang="en-US" altLang="zh-CN" sz="1600" strike="sngStrike" dirty="0" smtClean="0"/>
              <a:t>(</a:t>
            </a:r>
            <a:r>
              <a:rPr lang="en-US" altLang="zh-CN" sz="1600" strike="sngStrike" dirty="0" err="1" smtClean="0"/>
              <a:t>errBuf</a:t>
            </a:r>
            <a:r>
              <a:rPr lang="en-US" altLang="zh-CN" sz="1600" strike="sngStrike" dirty="0" smtClean="0"/>
              <a:t>));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/>
              <a:t>	            </a:t>
            </a:r>
            <a:r>
              <a:rPr lang="en-US" altLang="zh-CN" sz="1600" strike="sngStrike" dirty="0" err="1" smtClean="0"/>
              <a:t>printf</a:t>
            </a:r>
            <a:r>
              <a:rPr lang="en-US" altLang="zh-CN" sz="1600" strike="sngStrike" dirty="0" smtClean="0"/>
              <a:t>(“Open </a:t>
            </a:r>
            <a:r>
              <a:rPr lang="en-US" altLang="zh-CN" sz="1600" strike="sngStrike" dirty="0" err="1" smtClean="0"/>
              <a:t>Devide</a:t>
            </a:r>
            <a:r>
              <a:rPr lang="en-US" altLang="zh-CN" sz="1600" strike="sngStrike" dirty="0" smtClean="0"/>
              <a:t> Error: %s\n", </a:t>
            </a:r>
            <a:r>
              <a:rPr lang="en-US" altLang="zh-CN" sz="1600" strike="sngStrike" dirty="0" err="1" smtClean="0"/>
              <a:t>errBuf</a:t>
            </a:r>
            <a:r>
              <a:rPr lang="en-US" altLang="zh-CN" sz="1600" strike="sngStrike" dirty="0" smtClean="0"/>
              <a:t>); 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/>
              <a:t>     </a:t>
            </a:r>
            <a:r>
              <a:rPr lang="en-US" altLang="zh-CN" sz="1600" strike="sngStrike" dirty="0" smtClean="0"/>
              <a:t>}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getch</a:t>
            </a:r>
            <a:r>
              <a:rPr lang="en-US" altLang="zh-CN" sz="1600" dirty="0" smtClean="0"/>
              <a:t>(); //</a:t>
            </a:r>
            <a:r>
              <a:rPr lang="zh-CN" altLang="en-US" sz="1600" dirty="0" smtClean="0"/>
              <a:t>或</a:t>
            </a:r>
            <a:r>
              <a:rPr lang="en-US" altLang="zh-CN" sz="1600" dirty="0" smtClean="0"/>
              <a:t>System(“pause”); </a:t>
            </a:r>
            <a:r>
              <a:rPr lang="zh-CN" altLang="en-US" sz="1600" dirty="0" smtClean="0"/>
              <a:t>不退出程序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6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356633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r>
              <a:rPr lang="en-US" altLang="zh-CN" dirty="0" err="1" smtClean="0"/>
              <a:t>mciSendString</a:t>
            </a:r>
            <a:r>
              <a:rPr lang="zh-CN" altLang="en-US" dirty="0" smtClean="0"/>
              <a:t>常用命令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72743" cy="512026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err="1" smtClean="0"/>
              <a:t>play+repeat</a:t>
            </a:r>
            <a:r>
              <a:rPr lang="zh-CN" altLang="en-US" sz="2000" dirty="0" smtClean="0"/>
              <a:t>：</a:t>
            </a:r>
            <a:r>
              <a:rPr lang="zh-CN" altLang="en-US" sz="2000" dirty="0"/>
              <a:t>循环播放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/>
              <a:t>mciSendString</a:t>
            </a:r>
            <a:r>
              <a:rPr lang="en-US" altLang="zh-CN" sz="1600" dirty="0"/>
              <a:t>(“</a:t>
            </a:r>
            <a:r>
              <a:rPr lang="en-US" altLang="zh-CN" sz="1600" dirty="0">
                <a:solidFill>
                  <a:srgbClr val="C00000"/>
                </a:solidFill>
              </a:rPr>
              <a:t>play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rgbClr val="030DCD"/>
                </a:solidFill>
              </a:rPr>
              <a:t>E:/DevCpp/</a:t>
            </a:r>
            <a:r>
              <a:rPr lang="zh-CN" altLang="en-US" sz="1600" dirty="0">
                <a:solidFill>
                  <a:srgbClr val="030DCD"/>
                </a:solidFill>
              </a:rPr>
              <a:t>我的祖国</a:t>
            </a:r>
            <a:r>
              <a:rPr lang="en-US" altLang="zh-CN" sz="1600" dirty="0">
                <a:solidFill>
                  <a:srgbClr val="030DCD"/>
                </a:solidFill>
              </a:rPr>
              <a:t>.mp3 </a:t>
            </a:r>
            <a:r>
              <a:rPr lang="en-US" altLang="zh-CN" sz="1600" dirty="0">
                <a:solidFill>
                  <a:srgbClr val="C00000"/>
                </a:solidFill>
              </a:rPr>
              <a:t>repeat</a:t>
            </a:r>
            <a:r>
              <a:rPr lang="en-US" altLang="zh-CN" sz="1600" dirty="0"/>
              <a:t>”, NULL, 0, NULL);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pause</a:t>
            </a:r>
            <a:r>
              <a:rPr lang="zh-CN" altLang="en-US" sz="2000" dirty="0" smtClean="0"/>
              <a:t>：暂停播放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/>
              <a:t>mciSendString</a:t>
            </a:r>
            <a:r>
              <a:rPr lang="en-US" altLang="zh-CN" sz="1800" dirty="0" smtClean="0"/>
              <a:t>(“</a:t>
            </a:r>
            <a:r>
              <a:rPr lang="en-US" altLang="zh-CN" sz="1800" dirty="0" smtClean="0">
                <a:solidFill>
                  <a:srgbClr val="C00000"/>
                </a:solidFill>
              </a:rPr>
              <a:t>pause</a:t>
            </a:r>
            <a:r>
              <a:rPr lang="en-US" altLang="zh-CN" sz="1800" dirty="0" smtClean="0"/>
              <a:t> </a:t>
            </a:r>
            <a:r>
              <a:rPr lang="en-US" altLang="zh-CN" sz="1800" dirty="0">
                <a:solidFill>
                  <a:srgbClr val="7030A0"/>
                </a:solidFill>
              </a:rPr>
              <a:t>E:/DevCpp/</a:t>
            </a:r>
            <a:r>
              <a:rPr lang="zh-CN" altLang="en-US" sz="1800" dirty="0">
                <a:solidFill>
                  <a:srgbClr val="7030A0"/>
                </a:solidFill>
              </a:rPr>
              <a:t>我的祖国</a:t>
            </a:r>
            <a:r>
              <a:rPr lang="en-US" altLang="zh-CN" sz="1800" dirty="0">
                <a:solidFill>
                  <a:srgbClr val="7030A0"/>
                </a:solidFill>
              </a:rPr>
              <a:t>.mp3</a:t>
            </a:r>
            <a:r>
              <a:rPr lang="en-US" altLang="zh-CN" sz="1800" dirty="0" smtClean="0"/>
              <a:t>”, </a:t>
            </a:r>
            <a:r>
              <a:rPr lang="en-US" altLang="zh-CN" sz="1800" dirty="0"/>
              <a:t>NULL, 0, NULL);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resume:</a:t>
            </a:r>
            <a:r>
              <a:rPr lang="zh-CN" altLang="en-US" sz="2000" dirty="0" smtClean="0"/>
              <a:t>：继续播放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mciSendString</a:t>
            </a:r>
            <a:r>
              <a:rPr lang="en-US" altLang="zh-CN" sz="1800" dirty="0" smtClean="0"/>
              <a:t>(“</a:t>
            </a:r>
            <a:r>
              <a:rPr lang="en-US" altLang="zh-CN" sz="1800" dirty="0" smtClean="0">
                <a:solidFill>
                  <a:srgbClr val="C00000"/>
                </a:solidFill>
              </a:rPr>
              <a:t>resume</a:t>
            </a:r>
            <a:r>
              <a:rPr lang="en-US" altLang="zh-CN" sz="1800" dirty="0" smtClean="0"/>
              <a:t> </a:t>
            </a:r>
            <a:r>
              <a:rPr lang="en-US" altLang="zh-CN" sz="1800" dirty="0">
                <a:solidFill>
                  <a:srgbClr val="7030A0"/>
                </a:solidFill>
              </a:rPr>
              <a:t>E:/DevCpp/</a:t>
            </a:r>
            <a:r>
              <a:rPr lang="zh-CN" altLang="en-US" sz="1800" dirty="0">
                <a:solidFill>
                  <a:srgbClr val="7030A0"/>
                </a:solidFill>
              </a:rPr>
              <a:t>我的祖国</a:t>
            </a:r>
            <a:r>
              <a:rPr lang="en-US" altLang="zh-CN" sz="1800" dirty="0">
                <a:solidFill>
                  <a:srgbClr val="7030A0"/>
                </a:solidFill>
              </a:rPr>
              <a:t>.mp3</a:t>
            </a:r>
            <a:r>
              <a:rPr lang="en-US" altLang="zh-CN" sz="1800" dirty="0"/>
              <a:t>”, NULL, 0, NULL);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1800" dirty="0" smtClean="0"/>
              <a:t>stop</a:t>
            </a:r>
            <a:r>
              <a:rPr lang="zh-CN" altLang="en-US" sz="1800" dirty="0" smtClean="0"/>
              <a:t>：停止播放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/>
              <a:t>mciSendString</a:t>
            </a:r>
            <a:r>
              <a:rPr lang="en-US" altLang="zh-CN" sz="1800" dirty="0"/>
              <a:t>(</a:t>
            </a:r>
            <a:r>
              <a:rPr lang="en-US" altLang="zh-CN" sz="1800" dirty="0" smtClean="0"/>
              <a:t>"</a:t>
            </a:r>
            <a:r>
              <a:rPr lang="en-US" altLang="zh-CN" sz="1800" dirty="0" smtClean="0">
                <a:solidFill>
                  <a:srgbClr val="C00000"/>
                </a:solidFill>
              </a:rPr>
              <a:t>stop</a:t>
            </a:r>
            <a:r>
              <a:rPr lang="en-US" altLang="zh-CN" sz="1800" dirty="0" smtClean="0"/>
              <a:t>  </a:t>
            </a:r>
            <a:r>
              <a:rPr lang="en-US" altLang="zh-CN" sz="1800" dirty="0">
                <a:solidFill>
                  <a:srgbClr val="7030A0"/>
                </a:solidFill>
              </a:rPr>
              <a:t>E:/DevCpp/</a:t>
            </a:r>
            <a:r>
              <a:rPr lang="zh-CN" altLang="en-US" sz="1800" dirty="0">
                <a:solidFill>
                  <a:srgbClr val="7030A0"/>
                </a:solidFill>
              </a:rPr>
              <a:t>我的祖国</a:t>
            </a:r>
            <a:r>
              <a:rPr lang="en-US" altLang="zh-CN" sz="1800" dirty="0">
                <a:solidFill>
                  <a:srgbClr val="7030A0"/>
                </a:solidFill>
              </a:rPr>
              <a:t>.mp3 </a:t>
            </a:r>
            <a:r>
              <a:rPr lang="en-US" altLang="zh-CN" sz="1800" dirty="0" smtClean="0"/>
              <a:t>", </a:t>
            </a:r>
            <a:r>
              <a:rPr lang="en-US" altLang="zh-CN" sz="1800" dirty="0"/>
              <a:t>NULL, 0, </a:t>
            </a:r>
            <a:r>
              <a:rPr lang="en-US" altLang="zh-CN" sz="1800" dirty="0" smtClean="0"/>
              <a:t>NULL);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1800" dirty="0" smtClean="0"/>
              <a:t>close:</a:t>
            </a:r>
            <a:r>
              <a:rPr lang="zh-CN" altLang="en-US" sz="1800" dirty="0" smtClean="0"/>
              <a:t>：关闭设备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mciSendString</a:t>
            </a:r>
            <a:r>
              <a:rPr lang="en-US" altLang="zh-CN" sz="1800" dirty="0" smtClean="0"/>
              <a:t>("</a:t>
            </a:r>
            <a:r>
              <a:rPr lang="en-US" altLang="zh-CN" sz="1800" dirty="0" smtClean="0">
                <a:solidFill>
                  <a:srgbClr val="C00000"/>
                </a:solidFill>
              </a:rPr>
              <a:t>close</a:t>
            </a:r>
            <a:r>
              <a:rPr lang="en-US" altLang="zh-CN" sz="1800" dirty="0" smtClean="0"/>
              <a:t>  </a:t>
            </a:r>
            <a:r>
              <a:rPr lang="en-US" altLang="zh-CN" sz="1800" dirty="0">
                <a:solidFill>
                  <a:srgbClr val="7030A0"/>
                </a:solidFill>
              </a:rPr>
              <a:t>E:/DevCpp/</a:t>
            </a:r>
            <a:r>
              <a:rPr lang="zh-CN" altLang="en-US" sz="1800" dirty="0">
                <a:solidFill>
                  <a:srgbClr val="7030A0"/>
                </a:solidFill>
              </a:rPr>
              <a:t>我的祖国</a:t>
            </a:r>
            <a:r>
              <a:rPr lang="en-US" altLang="zh-CN" sz="1800" dirty="0">
                <a:solidFill>
                  <a:srgbClr val="7030A0"/>
                </a:solidFill>
              </a:rPr>
              <a:t>.mp3 </a:t>
            </a:r>
            <a:r>
              <a:rPr lang="en-US" altLang="zh-CN" sz="1800" dirty="0"/>
              <a:t>", NULL, 0, NULL</a:t>
            </a:r>
            <a:r>
              <a:rPr lang="en-US" altLang="zh-CN" sz="1800" dirty="0" smtClean="0"/>
              <a:t>);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1800" dirty="0" err="1" smtClean="0"/>
              <a:t>setaudio</a:t>
            </a:r>
            <a:r>
              <a:rPr lang="zh-CN" altLang="en-US" sz="1800" dirty="0" smtClean="0"/>
              <a:t>：调节音量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mciSendString</a:t>
            </a:r>
            <a:r>
              <a:rPr lang="en-US" altLang="zh-CN" sz="1800" dirty="0"/>
              <a:t>("</a:t>
            </a:r>
            <a:r>
              <a:rPr lang="en-US" altLang="zh-CN" sz="1800" dirty="0" err="1">
                <a:solidFill>
                  <a:srgbClr val="FF0000"/>
                </a:solidFill>
              </a:rPr>
              <a:t>setaudio</a:t>
            </a:r>
            <a:r>
              <a:rPr lang="en-US" altLang="zh-CN" sz="1800" dirty="0"/>
              <a:t> </a:t>
            </a:r>
            <a:r>
              <a:rPr lang="zh-CN" altLang="en-US" sz="1800" dirty="0" smtClean="0">
                <a:solidFill>
                  <a:srgbClr val="7030A0"/>
                </a:solidFill>
              </a:rPr>
              <a:t>我</a:t>
            </a:r>
            <a:r>
              <a:rPr lang="zh-CN" altLang="en-US" sz="1800" dirty="0">
                <a:solidFill>
                  <a:srgbClr val="7030A0"/>
                </a:solidFill>
              </a:rPr>
              <a:t>的祖国</a:t>
            </a:r>
            <a:r>
              <a:rPr lang="en-US" altLang="zh-CN" sz="1800" dirty="0">
                <a:solidFill>
                  <a:srgbClr val="7030A0"/>
                </a:solidFill>
              </a:rPr>
              <a:t>.</a:t>
            </a:r>
            <a:r>
              <a:rPr lang="en-US" altLang="zh-CN" sz="1800" dirty="0" smtClean="0">
                <a:solidFill>
                  <a:srgbClr val="7030A0"/>
                </a:solidFill>
              </a:rPr>
              <a:t>mp3 </a:t>
            </a:r>
            <a:r>
              <a:rPr lang="en-US" altLang="zh-CN" sz="1800" dirty="0" smtClean="0"/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volume to </a:t>
            </a:r>
            <a:r>
              <a:rPr lang="en-US" altLang="zh-CN" sz="1800" dirty="0">
                <a:solidFill>
                  <a:srgbClr val="030DCD"/>
                </a:solidFill>
              </a:rPr>
              <a:t>100</a:t>
            </a:r>
            <a:r>
              <a:rPr lang="en-US" altLang="zh-CN" sz="1800" dirty="0"/>
              <a:t>", NULL, 0, NULL</a:t>
            </a:r>
            <a:r>
              <a:rPr lang="en-US" altLang="zh-CN" sz="1800" dirty="0" smtClean="0"/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/>
              <a:t>其中的</a:t>
            </a:r>
            <a:r>
              <a:rPr lang="en-US" altLang="zh-CN" sz="1600" dirty="0" smtClean="0"/>
              <a:t>100</a:t>
            </a:r>
            <a:r>
              <a:rPr lang="zh-CN" altLang="en-US" sz="1600" dirty="0" smtClean="0"/>
              <a:t>是音量大小，返回是</a:t>
            </a:r>
            <a:r>
              <a:rPr lang="en-US" altLang="zh-CN" sz="1600" dirty="0" smtClean="0"/>
              <a:t>0~100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366480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r>
              <a:rPr lang="en-US" altLang="zh-CN" dirty="0" err="1" smtClean="0"/>
              <a:t>mciSendString</a:t>
            </a:r>
            <a:r>
              <a:rPr lang="zh-CN" altLang="en-US" dirty="0" smtClean="0"/>
              <a:t>：录音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2026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record</a:t>
            </a:r>
            <a:r>
              <a:rPr lang="zh-CN" altLang="en-US" sz="2000" dirty="0" smtClean="0"/>
              <a:t>：录音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mciSendString</a:t>
            </a:r>
            <a:r>
              <a:rPr lang="en-US" altLang="zh-CN" sz="1800" dirty="0"/>
              <a:t>("</a:t>
            </a:r>
            <a:r>
              <a:rPr lang="en-US" altLang="zh-CN" sz="1800" dirty="0">
                <a:solidFill>
                  <a:srgbClr val="C00000"/>
                </a:solidFill>
              </a:rPr>
              <a:t>open new type </a:t>
            </a:r>
            <a:r>
              <a:rPr lang="en-US" altLang="zh-CN" sz="1800" dirty="0" err="1">
                <a:solidFill>
                  <a:srgbClr val="C00000"/>
                </a:solidFill>
              </a:rPr>
              <a:t>waveaudio</a:t>
            </a:r>
            <a:r>
              <a:rPr lang="en-US" altLang="zh-CN" sz="1800" dirty="0">
                <a:solidFill>
                  <a:srgbClr val="C00000"/>
                </a:solidFill>
              </a:rPr>
              <a:t> alias </a:t>
            </a:r>
            <a:r>
              <a:rPr lang="en-US" altLang="zh-CN" sz="1800" dirty="0">
                <a:solidFill>
                  <a:srgbClr val="030DCD"/>
                </a:solidFill>
              </a:rPr>
              <a:t>myrec</a:t>
            </a:r>
            <a:r>
              <a:rPr lang="en-US" altLang="zh-CN" sz="1800" dirty="0"/>
              <a:t>",NULL,0,NULL);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save</a:t>
            </a:r>
            <a:r>
              <a:rPr lang="zh-CN" altLang="en-US" sz="2000" dirty="0" smtClean="0"/>
              <a:t>：保存录制的声音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mciSendString</a:t>
            </a:r>
            <a:r>
              <a:rPr lang="en-US" altLang="zh-CN" sz="1800" dirty="0"/>
              <a:t>("save </a:t>
            </a:r>
            <a:r>
              <a:rPr lang="en-US" altLang="zh-CN" sz="1800" dirty="0" err="1"/>
              <a:t>myrec</a:t>
            </a:r>
            <a:r>
              <a:rPr lang="en-US" altLang="zh-CN" sz="1800" dirty="0"/>
              <a:t> </a:t>
            </a:r>
            <a:r>
              <a:rPr lang="zh-CN" altLang="en-US" sz="1800" dirty="0" smtClean="0"/>
              <a:t>录音</a:t>
            </a:r>
            <a:r>
              <a:rPr lang="en-US" altLang="zh-CN" sz="1800" dirty="0"/>
              <a:t>.wav wait",NULL,0,NULL);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/>
              <a:t>mciSendString</a:t>
            </a:r>
            <a:r>
              <a:rPr lang="en-US" altLang="zh-CN" sz="1800" dirty="0"/>
              <a:t>("close myrec",NULL,0,NULL);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注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声音录制成</a:t>
            </a:r>
            <a:r>
              <a:rPr lang="en-US" altLang="zh-CN" sz="1800" dirty="0"/>
              <a:t>wave</a:t>
            </a:r>
            <a:r>
              <a:rPr lang="zh-CN" altLang="en-US" sz="1800" dirty="0"/>
              <a:t>格式，不能录制成</a:t>
            </a:r>
            <a:r>
              <a:rPr lang="en-US" altLang="zh-CN" sz="1800" dirty="0" smtClean="0"/>
              <a:t>MP3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midi</a:t>
            </a:r>
            <a:r>
              <a:rPr lang="zh-CN" altLang="en-US" sz="1800" smtClean="0"/>
              <a:t>等格式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关于</a:t>
            </a:r>
            <a:r>
              <a:rPr lang="zh-CN" altLang="en-US" sz="2000" dirty="0"/>
              <a:t>声音录制，请参阅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//</a:t>
            </a:r>
            <a:r>
              <a:rPr lang="en-US" altLang="zh-CN" sz="1800" dirty="0"/>
              <a:t>https://blog.csdn.net/weixin_42462763/article/details/117142874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1800" dirty="0" smtClean="0"/>
          </a:p>
        </p:txBody>
      </p:sp>
    </p:spTree>
    <p:extLst>
      <p:ext uri="{BB962C8B-B14F-4D97-AF65-F5344CB8AC3E}">
        <p14:creationId xmlns:p14="http://schemas.microsoft.com/office/powerpoint/2010/main" val="142432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mciSendString</a:t>
            </a:r>
            <a:r>
              <a:rPr lang="zh-CN" altLang="en-US" dirty="0" smtClean="0"/>
              <a:t>录音</a:t>
            </a:r>
            <a:r>
              <a:rPr lang="en-US" altLang="zh-CN" dirty="0" smtClean="0"/>
              <a:t>—</a:t>
            </a:r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0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zh-CN" altLang="en-US" sz="2800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81" y="1030941"/>
            <a:ext cx="6742714" cy="531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3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mciSendString</a:t>
            </a:r>
            <a:r>
              <a:rPr lang="zh-CN" altLang="en-US" dirty="0" smtClean="0"/>
              <a:t>其它功能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rgbClr val="080808"/>
                </a:solidFill>
                <a:ea typeface="宋体" panose="02010600030101010101" pitchFamily="2" charset="-122"/>
              </a:rPr>
              <a:t>播放</a:t>
            </a:r>
            <a:r>
              <a:rPr lang="en-US" altLang="zh-CN" sz="2000" dirty="0" smtClean="0">
                <a:solidFill>
                  <a:srgbClr val="080808"/>
                </a:solidFill>
                <a:ea typeface="宋体" panose="02010600030101010101" pitchFamily="2" charset="-122"/>
              </a:rPr>
              <a:t>CD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  <a:ea typeface="宋体" panose="02010600030101010101" pitchFamily="2" charset="-122"/>
              </a:rPr>
              <a:t>详情</a:t>
            </a:r>
            <a:r>
              <a:rPr lang="zh-CN" altLang="en-US" sz="1800" dirty="0">
                <a:solidFill>
                  <a:srgbClr val="080808"/>
                </a:solidFill>
                <a:ea typeface="宋体" panose="02010600030101010101" pitchFamily="2" charset="-122"/>
              </a:rPr>
              <a:t>参阅</a:t>
            </a:r>
            <a:r>
              <a:rPr lang="en-US" altLang="zh-CN" sz="1800" dirty="0">
                <a:solidFill>
                  <a:srgbClr val="080808"/>
                </a:solidFill>
                <a:ea typeface="宋体" panose="02010600030101010101" pitchFamily="2" charset="-122"/>
                <a:hlinkClick r:id="rId2"/>
              </a:rPr>
              <a:t>https://</a:t>
            </a:r>
            <a:r>
              <a:rPr lang="en-US" altLang="zh-CN" sz="1800" dirty="0" smtClean="0">
                <a:solidFill>
                  <a:srgbClr val="080808"/>
                </a:solidFill>
                <a:ea typeface="宋体" panose="02010600030101010101" pitchFamily="2" charset="-122"/>
                <a:hlinkClick r:id="rId2"/>
              </a:rPr>
              <a:t>baike.baidu.com/item/mciSendString/2905255?fr=aladdin</a:t>
            </a:r>
            <a:endParaRPr lang="en-US" altLang="zh-CN" sz="16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  <a:ea typeface="宋体" panose="02010600030101010101" pitchFamily="2" charset="-122"/>
              </a:rPr>
              <a:t>可以控制打开、关闭光驱等功能</a:t>
            </a:r>
            <a:endParaRPr lang="en-US" altLang="zh-CN" sz="18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rgbClr val="080808"/>
                </a:solidFill>
                <a:ea typeface="宋体" panose="02010600030101010101" pitchFamily="2" charset="-122"/>
              </a:rPr>
              <a:t>播放</a:t>
            </a:r>
            <a:r>
              <a:rPr lang="en-US" altLang="zh-CN" sz="2000" dirty="0" err="1" smtClean="0">
                <a:solidFill>
                  <a:srgbClr val="080808"/>
                </a:solidFill>
                <a:ea typeface="宋体" panose="02010600030101010101" pitchFamily="2" charset="-122"/>
              </a:rPr>
              <a:t>avi</a:t>
            </a:r>
            <a:r>
              <a:rPr lang="zh-CN" altLang="en-US" sz="2000" dirty="0" smtClean="0">
                <a:solidFill>
                  <a:srgbClr val="080808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000" dirty="0" err="1" smtClean="0">
                <a:solidFill>
                  <a:srgbClr val="080808"/>
                </a:solidFill>
                <a:ea typeface="宋体" panose="02010600030101010101" pitchFamily="2" charset="-122"/>
              </a:rPr>
              <a:t>wmv</a:t>
            </a:r>
            <a:r>
              <a:rPr lang="zh-CN" altLang="en-US" sz="2000" dirty="0" smtClean="0">
                <a:solidFill>
                  <a:srgbClr val="080808"/>
                </a:solidFill>
                <a:ea typeface="宋体" panose="02010600030101010101" pitchFamily="2" charset="-122"/>
              </a:rPr>
              <a:t>等</a:t>
            </a:r>
            <a:r>
              <a:rPr lang="zh-CN" altLang="en-US" sz="2000" dirty="0">
                <a:solidFill>
                  <a:srgbClr val="080808"/>
                </a:solidFill>
                <a:ea typeface="宋体" panose="02010600030101010101" pitchFamily="2" charset="-122"/>
              </a:rPr>
              <a:t>视频</a:t>
            </a:r>
            <a:r>
              <a:rPr lang="zh-CN" altLang="en-US" sz="20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，目前不支持播放</a:t>
            </a:r>
            <a:r>
              <a:rPr lang="en-US" altLang="zh-CN" sz="2000" dirty="0" smtClean="0">
                <a:solidFill>
                  <a:srgbClr val="080808"/>
                </a:solidFill>
                <a:ea typeface="宋体" panose="02010600030101010101" pitchFamily="2" charset="-122"/>
              </a:rPr>
              <a:t>mp4</a:t>
            </a:r>
            <a:endParaRPr lang="en-US" altLang="zh-CN" sz="20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  <a:ea typeface="宋体" panose="02010600030101010101" pitchFamily="2" charset="-122"/>
              </a:rPr>
              <a:t>播放视频时，在控制台中无法播放，需要一个可视化的窗口，可采用可视化的编程平台，如</a:t>
            </a:r>
            <a:r>
              <a:rPr lang="en-US" altLang="zh-CN" sz="1800" dirty="0">
                <a:solidFill>
                  <a:srgbClr val="080808"/>
                </a:solidFill>
                <a:ea typeface="宋体" panose="02010600030101010101" pitchFamily="2" charset="-122"/>
              </a:rPr>
              <a:t>MFC</a:t>
            </a:r>
            <a:r>
              <a:rPr lang="zh-CN" altLang="en-US" sz="1800" dirty="0">
                <a:solidFill>
                  <a:srgbClr val="080808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solidFill>
                  <a:srgbClr val="080808"/>
                </a:solidFill>
                <a:ea typeface="宋体" panose="02010600030101010101" pitchFamily="2" charset="-122"/>
              </a:rPr>
              <a:t>VB</a:t>
            </a:r>
            <a:r>
              <a:rPr lang="zh-CN" altLang="en-US" sz="1800" dirty="0">
                <a:solidFill>
                  <a:srgbClr val="080808"/>
                </a:solidFill>
                <a:ea typeface="宋体" panose="02010600030101010101" pitchFamily="2" charset="-122"/>
              </a:rPr>
              <a:t>等</a:t>
            </a:r>
            <a:r>
              <a:rPr lang="zh-CN" altLang="en-US" sz="1800" dirty="0" smtClean="0">
                <a:solidFill>
                  <a:srgbClr val="080808"/>
                </a:solidFill>
                <a:ea typeface="宋体" panose="02010600030101010101" pitchFamily="2" charset="-122"/>
              </a:rPr>
              <a:t>。</a:t>
            </a:r>
            <a:endParaRPr lang="en-US" altLang="zh-CN" sz="18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  <a:ea typeface="宋体" panose="02010600030101010101" pitchFamily="2" charset="-122"/>
              </a:rPr>
              <a:t>可以借助于</a:t>
            </a:r>
            <a:r>
              <a:rPr lang="en-US" altLang="zh-CN" sz="1800" dirty="0" err="1" smtClean="0">
                <a:solidFill>
                  <a:srgbClr val="080808"/>
                </a:solidFill>
                <a:ea typeface="宋体" panose="02010600030101010101" pitchFamily="2" charset="-122"/>
              </a:rPr>
              <a:t>EasyX</a:t>
            </a:r>
            <a:r>
              <a:rPr lang="zh-CN" altLang="en-US" sz="1800" dirty="0" smtClean="0">
                <a:solidFill>
                  <a:srgbClr val="080808"/>
                </a:solidFill>
                <a:ea typeface="宋体" panose="02010600030101010101" pitchFamily="2" charset="-122"/>
              </a:rPr>
              <a:t>提供的图形窗口实现简单的视频播放功能</a:t>
            </a:r>
            <a:endParaRPr lang="en-US" altLang="zh-CN" sz="18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  <a:ea typeface="宋体" panose="02010600030101010101" pitchFamily="2" charset="-122"/>
              </a:rPr>
              <a:t>播放视频时，还可以调节亮度、改变播放位置等</a:t>
            </a:r>
            <a:endParaRPr lang="en-US" altLang="zh-CN" sz="18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0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zh-CN" altLang="en-US" sz="2800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444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mciSendCommand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srgbClr val="080808"/>
                </a:solidFill>
                <a:ea typeface="宋体" panose="02010600030101010101" pitchFamily="2" charset="-122"/>
              </a:rPr>
              <a:t>功能</a:t>
            </a:r>
            <a:r>
              <a:rPr lang="zh-CN" altLang="en-US" sz="2000" dirty="0">
                <a:solidFill>
                  <a:srgbClr val="080808"/>
                </a:solidFill>
                <a:ea typeface="宋体" panose="02010600030101010101" pitchFamily="2" charset="-122"/>
              </a:rPr>
              <a:t>与</a:t>
            </a:r>
            <a:r>
              <a:rPr lang="en-US" altLang="zh-CN" sz="2000" dirty="0" err="1">
                <a:solidFill>
                  <a:srgbClr val="080808"/>
                </a:solidFill>
                <a:ea typeface="宋体" panose="02010600030101010101" pitchFamily="2" charset="-122"/>
              </a:rPr>
              <a:t>mciSendString</a:t>
            </a:r>
            <a:r>
              <a:rPr lang="zh-CN" altLang="en-US" sz="2000" dirty="0" smtClean="0">
                <a:solidFill>
                  <a:srgbClr val="080808"/>
                </a:solidFill>
                <a:ea typeface="宋体" panose="02010600030101010101" pitchFamily="2" charset="-122"/>
              </a:rPr>
              <a:t>类似。</a:t>
            </a:r>
            <a:endParaRPr lang="en-US" altLang="zh-CN" sz="20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0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sz="20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zh-CN" altLang="en-US" sz="2800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329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>
                <a:solidFill>
                  <a:srgbClr val="5F5F5F"/>
                </a:solidFill>
              </a:rPr>
              <a:pPr algn="r"/>
              <a:t>14</a:t>
            </a:fld>
            <a:endParaRPr lang="en-US" altLang="zh-CN" sz="1400">
              <a:solidFill>
                <a:srgbClr val="5F5F5F"/>
              </a:solidFill>
            </a:endParaRPr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197618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8564</TotalTime>
  <Words>1157</Words>
  <Application>Microsoft Office PowerPoint</Application>
  <PresentationFormat>全屏显示(4:3)</PresentationFormat>
  <Paragraphs>133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播放wave</vt:lpstr>
      <vt:lpstr>播放wave--例</vt:lpstr>
      <vt:lpstr>播放wave例---自定义函数</vt:lpstr>
      <vt:lpstr>播放MPEG,AVI, Midi、Gif、WAV, MP3等声音</vt:lpstr>
      <vt:lpstr>函数mciSendString常用命令：open</vt:lpstr>
      <vt:lpstr>函数mciSendString常用命令：open</vt:lpstr>
      <vt:lpstr>函数mciSendString常用命令：play</vt:lpstr>
      <vt:lpstr>函数mciSendString常用命令</vt:lpstr>
      <vt:lpstr>函数mciSendString：录音</vt:lpstr>
      <vt:lpstr>mciSendString录音—例</vt:lpstr>
      <vt:lpstr>mciSendString其它功能</vt:lpstr>
      <vt:lpstr>mciSendCommand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1752</cp:revision>
  <dcterms:created xsi:type="dcterms:W3CDTF">2013-01-25T01:44:00Z</dcterms:created>
  <dcterms:modified xsi:type="dcterms:W3CDTF">2023-01-09T07:35:30Z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